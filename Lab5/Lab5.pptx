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handoutMasterIdLst>
    <p:handoutMasterId r:id="rId23"/>
  </p:handoutMasterIdLst>
  <p:sldIdLst>
    <p:sldId id="256" r:id="rId2"/>
    <p:sldId id="340" r:id="rId3"/>
    <p:sldId id="374" r:id="rId4"/>
    <p:sldId id="415" r:id="rId5"/>
    <p:sldId id="389" r:id="rId6"/>
    <p:sldId id="416" r:id="rId7"/>
    <p:sldId id="417" r:id="rId8"/>
    <p:sldId id="418" r:id="rId9"/>
    <p:sldId id="419" r:id="rId10"/>
    <p:sldId id="420" r:id="rId11"/>
    <p:sldId id="421" r:id="rId12"/>
    <p:sldId id="422" r:id="rId13"/>
    <p:sldId id="423" r:id="rId14"/>
    <p:sldId id="424" r:id="rId15"/>
    <p:sldId id="425" r:id="rId16"/>
    <p:sldId id="426" r:id="rId17"/>
    <p:sldId id="427" r:id="rId18"/>
    <p:sldId id="429" r:id="rId19"/>
    <p:sldId id="430" r:id="rId20"/>
    <p:sldId id="428" r:id="rId21"/>
  </p:sldIdLst>
  <p:sldSz cx="12192000" cy="6858000"/>
  <p:notesSz cx="6858000" cy="9144000"/>
  <p:embeddedFontLst>
    <p:embeddedFont>
      <p:font typeface="Averta CY" panose="00000500000000000000" pitchFamily="50" charset="0"/>
      <p:regular r:id="rId24"/>
      <p:italic r:id="rId25"/>
    </p:embeddedFont>
    <p:embeddedFont>
      <p:font typeface="Averta CY Bold" panose="00000800000000000000" pitchFamily="50" charset="0"/>
      <p:bold r:id="rId26"/>
      <p:boldItalic r:id="rId27"/>
    </p:embeddedFont>
    <p:embeddedFont>
      <p:font typeface="Averta CY Semibold" panose="00000700000000000000" pitchFamily="50" charset="0"/>
      <p:bold r:id="rId28"/>
      <p:boldItalic r:id="rId29"/>
    </p:embeddedFont>
    <p:embeddedFont>
      <p:font typeface="Averta Std CY" panose="00000500000000000000" pitchFamily="50" charset="0"/>
      <p:regular r:id="rId30"/>
      <p: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7F"/>
    <a:srgbClr val="FFFFFF"/>
    <a:srgbClr val="0263B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98E41-085B-48A2-8C8D-1C7C2625139E}" v="77" dt="2025-03-23T18:32:51.4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1981" autoAdjust="0"/>
  </p:normalViewPr>
  <p:slideViewPr>
    <p:cSldViewPr snapToGrid="0">
      <p:cViewPr varScale="1">
        <p:scale>
          <a:sx n="64" d="100"/>
          <a:sy n="64" d="100"/>
        </p:scale>
        <p:origin x="1579" y="62"/>
      </p:cViewPr>
      <p:guideLst/>
    </p:cSldViewPr>
  </p:slideViewPr>
  <p:notesTextViewPr>
    <p:cViewPr>
      <p:scale>
        <a:sx n="3" d="2"/>
        <a:sy n="3" d="2"/>
      </p:scale>
      <p:origin x="0" y="0"/>
    </p:cViewPr>
  </p:notesTextViewPr>
  <p:notesViewPr>
    <p:cSldViewPr snapToGrid="0">
      <p:cViewPr varScale="1">
        <p:scale>
          <a:sx n="59" d="100"/>
          <a:sy n="59" d="100"/>
        </p:scale>
        <p:origin x="3298"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Đình" userId="836bd1e508d52677" providerId="LiveId" clId="{468F655E-3315-4369-908C-D48D733BCB09}"/>
    <pc:docChg chg="undo custSel addSld delSld modSld sldOrd">
      <pc:chgData name="Minh Đình" userId="836bd1e508d52677" providerId="LiveId" clId="{468F655E-3315-4369-908C-D48D733BCB09}" dt="2025-03-10T03:31:05.926" v="1867" actId="1038"/>
      <pc:docMkLst>
        <pc:docMk/>
      </pc:docMkLst>
      <pc:sldChg chg="modSp mod">
        <pc:chgData name="Minh Đình" userId="836bd1e508d52677" providerId="LiveId" clId="{468F655E-3315-4369-908C-D48D733BCB09}" dt="2025-03-10T01:55:07.400" v="1838" actId="20577"/>
        <pc:sldMkLst>
          <pc:docMk/>
          <pc:sldMk cId="345753689" sldId="256"/>
        </pc:sldMkLst>
        <pc:spChg chg="mod">
          <ac:chgData name="Minh Đình" userId="836bd1e508d52677" providerId="LiveId" clId="{468F655E-3315-4369-908C-D48D733BCB09}" dt="2025-03-10T01:55:07.400" v="1838" actId="20577"/>
          <ac:spMkLst>
            <pc:docMk/>
            <pc:sldMk cId="345753689" sldId="256"/>
            <ac:spMk id="4" creationId="{DB3A15CA-E8F9-8934-82F2-7178AD31101E}"/>
          </ac:spMkLst>
        </pc:spChg>
      </pc:sldChg>
      <pc:sldChg chg="addSp delSp modSp mod modNotesTx">
        <pc:chgData name="Minh Đình" userId="836bd1e508d52677" providerId="LiveId" clId="{468F655E-3315-4369-908C-D48D733BCB09}" dt="2025-03-10T02:57:33.340" v="1839" actId="20577"/>
        <pc:sldMkLst>
          <pc:docMk/>
          <pc:sldMk cId="2354964483" sldId="340"/>
        </pc:sldMkLst>
        <pc:spChg chg="mod">
          <ac:chgData name="Minh Đình" userId="836bd1e508d52677" providerId="LiveId" clId="{468F655E-3315-4369-908C-D48D733BCB09}" dt="2025-03-09T14:31:44.802" v="26" actId="20577"/>
          <ac:spMkLst>
            <pc:docMk/>
            <pc:sldMk cId="2354964483" sldId="340"/>
            <ac:spMk id="2" creationId="{0AAA35CF-EE04-3072-2794-8E37FEDF4650}"/>
          </ac:spMkLst>
        </pc:spChg>
        <pc:spChg chg="mod">
          <ac:chgData name="Minh Đình" userId="836bd1e508d52677" providerId="LiveId" clId="{468F655E-3315-4369-908C-D48D733BCB09}" dt="2025-03-09T14:34:39.278" v="42" actId="20577"/>
          <ac:spMkLst>
            <pc:docMk/>
            <pc:sldMk cId="2354964483" sldId="340"/>
            <ac:spMk id="10" creationId="{CEF5A8A1-15AE-04A6-E970-7C3A3F4E15CA}"/>
          </ac:spMkLst>
        </pc:spChg>
      </pc:sldChg>
      <pc:sldChg chg="del">
        <pc:chgData name="Minh Đình" userId="836bd1e508d52677" providerId="LiveId" clId="{468F655E-3315-4369-908C-D48D733BCB09}" dt="2025-03-09T15:05:16.283" v="357" actId="47"/>
        <pc:sldMkLst>
          <pc:docMk/>
          <pc:sldMk cId="1772134238" sldId="341"/>
        </pc:sldMkLst>
      </pc:sldChg>
      <pc:sldChg chg="del">
        <pc:chgData name="Minh Đình" userId="836bd1e508d52677" providerId="LiveId" clId="{468F655E-3315-4369-908C-D48D733BCB09}" dt="2025-03-09T15:05:16.752" v="358" actId="47"/>
        <pc:sldMkLst>
          <pc:docMk/>
          <pc:sldMk cId="47521917" sldId="368"/>
        </pc:sldMkLst>
      </pc:sldChg>
      <pc:sldChg chg="del">
        <pc:chgData name="Minh Đình" userId="836bd1e508d52677" providerId="LiveId" clId="{468F655E-3315-4369-908C-D48D733BCB09}" dt="2025-03-09T15:05:16.941" v="359" actId="47"/>
        <pc:sldMkLst>
          <pc:docMk/>
          <pc:sldMk cId="1450605718" sldId="369"/>
        </pc:sldMkLst>
      </pc:sldChg>
      <pc:sldChg chg="del">
        <pc:chgData name="Minh Đình" userId="836bd1e508d52677" providerId="LiveId" clId="{468F655E-3315-4369-908C-D48D733BCB09}" dt="2025-03-09T15:05:17.164" v="360" actId="47"/>
        <pc:sldMkLst>
          <pc:docMk/>
          <pc:sldMk cId="183769797" sldId="370"/>
        </pc:sldMkLst>
      </pc:sldChg>
      <pc:sldChg chg="del">
        <pc:chgData name="Minh Đình" userId="836bd1e508d52677" providerId="LiveId" clId="{468F655E-3315-4369-908C-D48D733BCB09}" dt="2025-03-09T15:05:17.477" v="361" actId="47"/>
        <pc:sldMkLst>
          <pc:docMk/>
          <pc:sldMk cId="2447001071" sldId="371"/>
        </pc:sldMkLst>
      </pc:sldChg>
      <pc:sldChg chg="del">
        <pc:chgData name="Minh Đình" userId="836bd1e508d52677" providerId="LiveId" clId="{468F655E-3315-4369-908C-D48D733BCB09}" dt="2025-03-09T15:05:17.584" v="362" actId="47"/>
        <pc:sldMkLst>
          <pc:docMk/>
          <pc:sldMk cId="1368633705" sldId="372"/>
        </pc:sldMkLst>
      </pc:sldChg>
      <pc:sldChg chg="del">
        <pc:chgData name="Minh Đình" userId="836bd1e508d52677" providerId="LiveId" clId="{468F655E-3315-4369-908C-D48D733BCB09}" dt="2025-03-09T15:05:17.769" v="363" actId="47"/>
        <pc:sldMkLst>
          <pc:docMk/>
          <pc:sldMk cId="700550381" sldId="373"/>
        </pc:sldMkLst>
      </pc:sldChg>
      <pc:sldChg chg="modSp add del mod">
        <pc:chgData name="Minh Đình" userId="836bd1e508d52677" providerId="LiveId" clId="{468F655E-3315-4369-908C-D48D733BCB09}" dt="2025-03-09T14:58:45.308" v="238"/>
        <pc:sldMkLst>
          <pc:docMk/>
          <pc:sldMk cId="854266647" sldId="374"/>
        </pc:sldMkLst>
        <pc:spChg chg="mod">
          <ac:chgData name="Minh Đình" userId="836bd1e508d52677" providerId="LiveId" clId="{468F655E-3315-4369-908C-D48D733BCB09}" dt="2025-03-09T14:58:45.308" v="238"/>
          <ac:spMkLst>
            <pc:docMk/>
            <pc:sldMk cId="854266647" sldId="374"/>
            <ac:spMk id="3" creationId="{197977B1-4144-965E-C46B-0FB3B93282A0}"/>
          </ac:spMkLst>
        </pc:spChg>
      </pc:sldChg>
      <pc:sldChg chg="addSp delSp modSp mod">
        <pc:chgData name="Minh Đình" userId="836bd1e508d52677" providerId="LiveId" clId="{468F655E-3315-4369-908C-D48D733BCB09}" dt="2025-03-09T17:21:46.247" v="1835"/>
        <pc:sldMkLst>
          <pc:docMk/>
          <pc:sldMk cId="1738058566" sldId="375"/>
        </pc:sldMkLst>
      </pc:sldChg>
      <pc:sldChg chg="del">
        <pc:chgData name="Minh Đình" userId="836bd1e508d52677" providerId="LiveId" clId="{468F655E-3315-4369-908C-D48D733BCB09}" dt="2025-03-09T14:53:02.567" v="185" actId="47"/>
        <pc:sldMkLst>
          <pc:docMk/>
          <pc:sldMk cId="1107718113" sldId="376"/>
        </pc:sldMkLst>
      </pc:sldChg>
      <pc:sldChg chg="addSp modSp add del mod modNotesTx">
        <pc:chgData name="Minh Đình" userId="836bd1e508d52677" providerId="LiveId" clId="{468F655E-3315-4369-908C-D48D733BCB09}" dt="2025-03-10T02:57:42.742" v="1840" actId="20577"/>
        <pc:sldMkLst>
          <pc:docMk/>
          <pc:sldMk cId="387862811" sldId="377"/>
        </pc:sldMkLst>
      </pc:sldChg>
      <pc:sldChg chg="del">
        <pc:chgData name="Minh Đình" userId="836bd1e508d52677" providerId="LiveId" clId="{468F655E-3315-4369-908C-D48D733BCB09}" dt="2025-03-09T15:05:15.467" v="356" actId="47"/>
        <pc:sldMkLst>
          <pc:docMk/>
          <pc:sldMk cId="2286214966" sldId="378"/>
        </pc:sldMkLst>
      </pc:sldChg>
      <pc:sldChg chg="del">
        <pc:chgData name="Minh Đình" userId="836bd1e508d52677" providerId="LiveId" clId="{468F655E-3315-4369-908C-D48D733BCB09}" dt="2025-03-09T15:05:17.921" v="364" actId="47"/>
        <pc:sldMkLst>
          <pc:docMk/>
          <pc:sldMk cId="462821449" sldId="379"/>
        </pc:sldMkLst>
      </pc:sldChg>
      <pc:sldChg chg="del">
        <pc:chgData name="Minh Đình" userId="836bd1e508d52677" providerId="LiveId" clId="{468F655E-3315-4369-908C-D48D733BCB09}" dt="2025-03-09T15:05:18.021" v="365" actId="47"/>
        <pc:sldMkLst>
          <pc:docMk/>
          <pc:sldMk cId="181938697" sldId="380"/>
        </pc:sldMkLst>
      </pc:sldChg>
      <pc:sldChg chg="del">
        <pc:chgData name="Minh Đình" userId="836bd1e508d52677" providerId="LiveId" clId="{468F655E-3315-4369-908C-D48D733BCB09}" dt="2025-03-09T15:05:18.776" v="366" actId="47"/>
        <pc:sldMkLst>
          <pc:docMk/>
          <pc:sldMk cId="3135278998" sldId="381"/>
        </pc:sldMkLst>
      </pc:sldChg>
      <pc:sldChg chg="del">
        <pc:chgData name="Minh Đình" userId="836bd1e508d52677" providerId="LiveId" clId="{468F655E-3315-4369-908C-D48D733BCB09}" dt="2025-03-09T15:05:19.168" v="367" actId="47"/>
        <pc:sldMkLst>
          <pc:docMk/>
          <pc:sldMk cId="1999630149" sldId="382"/>
        </pc:sldMkLst>
      </pc:sldChg>
      <pc:sldChg chg="del">
        <pc:chgData name="Minh Đình" userId="836bd1e508d52677" providerId="LiveId" clId="{468F655E-3315-4369-908C-D48D733BCB09}" dt="2025-03-09T15:05:19.520" v="368" actId="47"/>
        <pc:sldMkLst>
          <pc:docMk/>
          <pc:sldMk cId="141990240" sldId="383"/>
        </pc:sldMkLst>
      </pc:sldChg>
      <pc:sldChg chg="del">
        <pc:chgData name="Minh Đình" userId="836bd1e508d52677" providerId="LiveId" clId="{468F655E-3315-4369-908C-D48D733BCB09}" dt="2025-03-09T15:05:19.707" v="369" actId="47"/>
        <pc:sldMkLst>
          <pc:docMk/>
          <pc:sldMk cId="2644314936" sldId="384"/>
        </pc:sldMkLst>
      </pc:sldChg>
      <pc:sldChg chg="del">
        <pc:chgData name="Minh Đình" userId="836bd1e508d52677" providerId="LiveId" clId="{468F655E-3315-4369-908C-D48D733BCB09}" dt="2025-03-09T15:05:20.128" v="370" actId="47"/>
        <pc:sldMkLst>
          <pc:docMk/>
          <pc:sldMk cId="2800536516" sldId="385"/>
        </pc:sldMkLst>
      </pc:sldChg>
      <pc:sldChg chg="del">
        <pc:chgData name="Minh Đình" userId="836bd1e508d52677" providerId="LiveId" clId="{468F655E-3315-4369-908C-D48D733BCB09}" dt="2025-03-09T15:05:20.460" v="371" actId="47"/>
        <pc:sldMkLst>
          <pc:docMk/>
          <pc:sldMk cId="3270912619" sldId="386"/>
        </pc:sldMkLst>
      </pc:sldChg>
      <pc:sldChg chg="del">
        <pc:chgData name="Minh Đình" userId="836bd1e508d52677" providerId="LiveId" clId="{468F655E-3315-4369-908C-D48D733BCB09}" dt="2025-03-09T15:05:21.041" v="372" actId="47"/>
        <pc:sldMkLst>
          <pc:docMk/>
          <pc:sldMk cId="3795350928" sldId="387"/>
        </pc:sldMkLst>
      </pc:sldChg>
      <pc:sldChg chg="del">
        <pc:chgData name="Minh Đình" userId="836bd1e508d52677" providerId="LiveId" clId="{468F655E-3315-4369-908C-D48D733BCB09}" dt="2025-03-09T15:05:21.553" v="373" actId="47"/>
        <pc:sldMkLst>
          <pc:docMk/>
          <pc:sldMk cId="3617816281" sldId="388"/>
        </pc:sldMkLst>
      </pc:sldChg>
      <pc:sldChg chg="addSp modSp add mod">
        <pc:chgData name="Minh Đình" userId="836bd1e508d52677" providerId="LiveId" clId="{468F655E-3315-4369-908C-D48D733BCB09}" dt="2025-03-09T17:21:47.584" v="1836"/>
        <pc:sldMkLst>
          <pc:docMk/>
          <pc:sldMk cId="1165256582" sldId="389"/>
        </pc:sldMkLst>
        <pc:spChg chg="mod">
          <ac:chgData name="Minh Đình" userId="836bd1e508d52677" providerId="LiveId" clId="{468F655E-3315-4369-908C-D48D733BCB09}" dt="2025-03-09T14:52:07.916" v="184" actId="2711"/>
          <ac:spMkLst>
            <pc:docMk/>
            <pc:sldMk cId="1165256582" sldId="389"/>
            <ac:spMk id="4" creationId="{52F7FC08-BF82-851B-B651-627FA4090440}"/>
          </ac:spMkLst>
        </pc:spChg>
      </pc:sldChg>
      <pc:sldChg chg="modSp add mod">
        <pc:chgData name="Minh Đình" userId="836bd1e508d52677" providerId="LiveId" clId="{468F655E-3315-4369-908C-D48D733BCB09}" dt="2025-03-09T14:54:39.143" v="225" actId="1076"/>
        <pc:sldMkLst>
          <pc:docMk/>
          <pc:sldMk cId="2364905848" sldId="390"/>
        </pc:sldMkLst>
      </pc:sldChg>
      <pc:sldChg chg="addSp delSp modSp add mod modNotesTx">
        <pc:chgData name="Minh Đình" userId="836bd1e508d52677" providerId="LiveId" clId="{468F655E-3315-4369-908C-D48D733BCB09}" dt="2025-03-09T15:18:15.866" v="477" actId="1036"/>
        <pc:sldMkLst>
          <pc:docMk/>
          <pc:sldMk cId="3924985375" sldId="391"/>
        </pc:sldMkLst>
      </pc:sldChg>
      <pc:sldChg chg="add ord">
        <pc:chgData name="Minh Đình" userId="836bd1e508d52677" providerId="LiveId" clId="{468F655E-3315-4369-908C-D48D733BCB09}" dt="2025-03-09T15:16:32.693" v="473"/>
        <pc:sldMkLst>
          <pc:docMk/>
          <pc:sldMk cId="2586532290" sldId="392"/>
        </pc:sldMkLst>
      </pc:sldChg>
      <pc:sldChg chg="delSp modSp add mod">
        <pc:chgData name="Minh Đình" userId="836bd1e508d52677" providerId="LiveId" clId="{468F655E-3315-4369-908C-D48D733BCB09}" dt="2025-03-09T15:25:31.195" v="599" actId="20577"/>
        <pc:sldMkLst>
          <pc:docMk/>
          <pc:sldMk cId="2138791924" sldId="393"/>
        </pc:sldMkLst>
      </pc:sldChg>
      <pc:sldChg chg="addSp modSp add mod modNotesTx">
        <pc:chgData name="Minh Đình" userId="836bd1e508d52677" providerId="LiveId" clId="{468F655E-3315-4369-908C-D48D733BCB09}" dt="2025-03-10T02:57:48.178" v="1841" actId="20577"/>
        <pc:sldMkLst>
          <pc:docMk/>
          <pc:sldMk cId="3672842417" sldId="394"/>
        </pc:sldMkLst>
      </pc:sldChg>
      <pc:sldChg chg="modSp add mod modNotesTx">
        <pc:chgData name="Minh Đình" userId="836bd1e508d52677" providerId="LiveId" clId="{468F655E-3315-4369-908C-D48D733BCB09}" dt="2025-03-10T02:57:50.232" v="1842" actId="20577"/>
        <pc:sldMkLst>
          <pc:docMk/>
          <pc:sldMk cId="890854541" sldId="395"/>
        </pc:sldMkLst>
      </pc:sldChg>
      <pc:sldChg chg="addSp delSp modSp add mod modNotesTx">
        <pc:chgData name="Minh Đình" userId="836bd1e508d52677" providerId="LiveId" clId="{468F655E-3315-4369-908C-D48D733BCB09}" dt="2025-03-10T02:57:53.792" v="1844" actId="20577"/>
        <pc:sldMkLst>
          <pc:docMk/>
          <pc:sldMk cId="2519318980" sldId="396"/>
        </pc:sldMkLst>
      </pc:sldChg>
      <pc:sldChg chg="addSp delSp modSp add mod ord modNotesTx">
        <pc:chgData name="Minh Đình" userId="836bd1e508d52677" providerId="LiveId" clId="{468F655E-3315-4369-908C-D48D733BCB09}" dt="2025-03-10T02:57:57.256" v="1845" actId="20577"/>
        <pc:sldMkLst>
          <pc:docMk/>
          <pc:sldMk cId="1268282878" sldId="397"/>
        </pc:sldMkLst>
      </pc:sldChg>
      <pc:sldChg chg="modSp add mod">
        <pc:chgData name="Minh Đình" userId="836bd1e508d52677" providerId="LiveId" clId="{468F655E-3315-4369-908C-D48D733BCB09}" dt="2025-03-09T16:45:38.756" v="1129"/>
        <pc:sldMkLst>
          <pc:docMk/>
          <pc:sldMk cId="3409875009" sldId="398"/>
        </pc:sldMkLst>
      </pc:sldChg>
      <pc:sldChg chg="addSp delSp modSp add mod modNotesTx">
        <pc:chgData name="Minh Đình" userId="836bd1e508d52677" providerId="LiveId" clId="{468F655E-3315-4369-908C-D48D733BCB09}" dt="2025-03-09T16:49:36.328" v="1177"/>
        <pc:sldMkLst>
          <pc:docMk/>
          <pc:sldMk cId="2892415116" sldId="399"/>
        </pc:sldMkLst>
      </pc:sldChg>
      <pc:sldChg chg="modSp add mod">
        <pc:chgData name="Minh Đình" userId="836bd1e508d52677" providerId="LiveId" clId="{468F655E-3315-4369-908C-D48D733BCB09}" dt="2025-03-09T16:49:40.373" v="1185"/>
        <pc:sldMkLst>
          <pc:docMk/>
          <pc:sldMk cId="2126078221" sldId="400"/>
        </pc:sldMkLst>
      </pc:sldChg>
      <pc:sldChg chg="addSp delSp modSp add mod">
        <pc:chgData name="Minh Đình" userId="836bd1e508d52677" providerId="LiveId" clId="{468F655E-3315-4369-908C-D48D733BCB09}" dt="2025-03-09T16:51:45.348" v="1264" actId="1076"/>
        <pc:sldMkLst>
          <pc:docMk/>
          <pc:sldMk cId="2589492700" sldId="401"/>
        </pc:sldMkLst>
      </pc:sldChg>
      <pc:sldChg chg="addSp delSp modSp add mod">
        <pc:chgData name="Minh Đình" userId="836bd1e508d52677" providerId="LiveId" clId="{468F655E-3315-4369-908C-D48D733BCB09}" dt="2025-03-09T16:53:43.139" v="1313" actId="1076"/>
        <pc:sldMkLst>
          <pc:docMk/>
          <pc:sldMk cId="21471803" sldId="402"/>
        </pc:sldMkLst>
      </pc:sldChg>
      <pc:sldChg chg="delSp modSp add mod">
        <pc:chgData name="Minh Đình" userId="836bd1e508d52677" providerId="LiveId" clId="{468F655E-3315-4369-908C-D48D733BCB09}" dt="2025-03-09T16:56:43.845" v="1431" actId="1076"/>
        <pc:sldMkLst>
          <pc:docMk/>
          <pc:sldMk cId="4077254030" sldId="403"/>
        </pc:sldMkLst>
      </pc:sldChg>
      <pc:sldChg chg="addSp modSp add mod">
        <pc:chgData name="Minh Đình" userId="836bd1e508d52677" providerId="LiveId" clId="{468F655E-3315-4369-908C-D48D733BCB09}" dt="2025-03-09T16:59:15.764" v="1475" actId="1076"/>
        <pc:sldMkLst>
          <pc:docMk/>
          <pc:sldMk cId="607297172" sldId="404"/>
        </pc:sldMkLst>
      </pc:sldChg>
      <pc:sldChg chg="modSp add mod ord">
        <pc:chgData name="Minh Đình" userId="836bd1e508d52677" providerId="LiveId" clId="{468F655E-3315-4369-908C-D48D733BCB09}" dt="2025-03-09T16:58:10.608" v="1456"/>
        <pc:sldMkLst>
          <pc:docMk/>
          <pc:sldMk cId="1227119072" sldId="405"/>
        </pc:sldMkLst>
      </pc:sldChg>
      <pc:sldChg chg="modSp add mod">
        <pc:chgData name="Minh Đình" userId="836bd1e508d52677" providerId="LiveId" clId="{468F655E-3315-4369-908C-D48D733BCB09}" dt="2025-03-09T17:01:15.013" v="1508" actId="20577"/>
        <pc:sldMkLst>
          <pc:docMk/>
          <pc:sldMk cId="1421131604" sldId="406"/>
        </pc:sldMkLst>
      </pc:sldChg>
      <pc:sldChg chg="delSp modSp add mod modNotesTx">
        <pc:chgData name="Minh Đình" userId="836bd1e508d52677" providerId="LiveId" clId="{468F655E-3315-4369-908C-D48D733BCB09}" dt="2025-03-09T17:20:49.753" v="1834" actId="20577"/>
        <pc:sldMkLst>
          <pc:docMk/>
          <pc:sldMk cId="2852877726" sldId="407"/>
        </pc:sldMkLst>
      </pc:sldChg>
      <pc:sldChg chg="modSp add mod">
        <pc:chgData name="Minh Đình" userId="836bd1e508d52677" providerId="LiveId" clId="{468F655E-3315-4369-908C-D48D733BCB09}" dt="2025-03-09T17:05:12.368" v="1622" actId="20577"/>
        <pc:sldMkLst>
          <pc:docMk/>
          <pc:sldMk cId="3283453739" sldId="408"/>
        </pc:sldMkLst>
      </pc:sldChg>
      <pc:sldChg chg="addSp delSp modSp add mod">
        <pc:chgData name="Minh Đình" userId="836bd1e508d52677" providerId="LiveId" clId="{468F655E-3315-4369-908C-D48D733BCB09}" dt="2025-03-09T17:06:48.961" v="1645" actId="1076"/>
        <pc:sldMkLst>
          <pc:docMk/>
          <pc:sldMk cId="4221112515" sldId="409"/>
        </pc:sldMkLst>
      </pc:sldChg>
      <pc:sldChg chg="modSp add mod modNotesTx">
        <pc:chgData name="Minh Đình" userId="836bd1e508d52677" providerId="LiveId" clId="{468F655E-3315-4369-908C-D48D733BCB09}" dt="2025-03-10T02:58:08.884" v="1849" actId="6549"/>
        <pc:sldMkLst>
          <pc:docMk/>
          <pc:sldMk cId="2105654139" sldId="410"/>
        </pc:sldMkLst>
      </pc:sldChg>
      <pc:sldChg chg="addSp delSp modSp add mod">
        <pc:chgData name="Minh Đình" userId="836bd1e508d52677" providerId="LiveId" clId="{468F655E-3315-4369-908C-D48D733BCB09}" dt="2025-03-09T17:13:31.382" v="1775" actId="1076"/>
        <pc:sldMkLst>
          <pc:docMk/>
          <pc:sldMk cId="877562500" sldId="411"/>
        </pc:sldMkLst>
      </pc:sldChg>
      <pc:sldChg chg="modSp add mod">
        <pc:chgData name="Minh Đình" userId="836bd1e508d52677" providerId="LiveId" clId="{468F655E-3315-4369-908C-D48D733BCB09}" dt="2025-03-09T17:15:24.283" v="1810" actId="2711"/>
        <pc:sldMkLst>
          <pc:docMk/>
          <pc:sldMk cId="665638602" sldId="412"/>
        </pc:sldMkLst>
      </pc:sldChg>
      <pc:sldChg chg="add del">
        <pc:chgData name="Minh Đình" userId="836bd1e508d52677" providerId="LiveId" clId="{468F655E-3315-4369-908C-D48D733BCB09}" dt="2025-03-10T03:30:00.212" v="1852" actId="47"/>
        <pc:sldMkLst>
          <pc:docMk/>
          <pc:sldMk cId="2734105295" sldId="413"/>
        </pc:sldMkLst>
      </pc:sldChg>
      <pc:sldChg chg="addSp delSp modSp add mod">
        <pc:chgData name="Minh Đình" userId="836bd1e508d52677" providerId="LiveId" clId="{468F655E-3315-4369-908C-D48D733BCB09}" dt="2025-03-10T03:31:05.926" v="1867" actId="1038"/>
        <pc:sldMkLst>
          <pc:docMk/>
          <pc:sldMk cId="1849092167" sldId="414"/>
        </pc:sldMkLst>
      </pc:sldChg>
    </pc:docChg>
  </pc:docChgLst>
  <pc:docChgLst>
    <pc:chgData name="Minh Đình" userId="836bd1e508d52677" providerId="LiveId" clId="{79A98E41-085B-48A2-8C8D-1C7C2625139E}"/>
    <pc:docChg chg="undo custSel addSld delSld modSld sldOrd">
      <pc:chgData name="Minh Đình" userId="836bd1e508d52677" providerId="LiveId" clId="{79A98E41-085B-48A2-8C8D-1C7C2625139E}" dt="2025-03-24T02:41:15.003" v="1678" actId="20577"/>
      <pc:docMkLst>
        <pc:docMk/>
      </pc:docMkLst>
      <pc:sldChg chg="modSp mod">
        <pc:chgData name="Minh Đình" userId="836bd1e508d52677" providerId="LiveId" clId="{79A98E41-085B-48A2-8C8D-1C7C2625139E}" dt="2025-03-23T17:16:11.668" v="46" actId="20577"/>
        <pc:sldMkLst>
          <pc:docMk/>
          <pc:sldMk cId="345753689" sldId="256"/>
        </pc:sldMkLst>
        <pc:spChg chg="mod">
          <ac:chgData name="Minh Đình" userId="836bd1e508d52677" providerId="LiveId" clId="{79A98E41-085B-48A2-8C8D-1C7C2625139E}" dt="2025-03-23T17:16:11.668" v="46" actId="20577"/>
          <ac:spMkLst>
            <pc:docMk/>
            <pc:sldMk cId="345753689" sldId="256"/>
            <ac:spMk id="4" creationId="{DB3A15CA-E8F9-8934-82F2-7178AD31101E}"/>
          </ac:spMkLst>
        </pc:spChg>
      </pc:sldChg>
      <pc:sldChg chg="addSp delSp modSp mod">
        <pc:chgData name="Minh Đình" userId="836bd1e508d52677" providerId="LiveId" clId="{79A98E41-085B-48A2-8C8D-1C7C2625139E}" dt="2025-03-23T17:25:24.030" v="127" actId="20577"/>
        <pc:sldMkLst>
          <pc:docMk/>
          <pc:sldMk cId="2354964483" sldId="340"/>
        </pc:sldMkLst>
        <pc:spChg chg="mod">
          <ac:chgData name="Minh Đình" userId="836bd1e508d52677" providerId="LiveId" clId="{79A98E41-085B-48A2-8C8D-1C7C2625139E}" dt="2025-03-23T17:25:24.030" v="127" actId="20577"/>
          <ac:spMkLst>
            <pc:docMk/>
            <pc:sldMk cId="2354964483" sldId="340"/>
            <ac:spMk id="2" creationId="{0AAA35CF-EE04-3072-2794-8E37FEDF4650}"/>
          </ac:spMkLst>
        </pc:spChg>
        <pc:spChg chg="add mod">
          <ac:chgData name="Minh Đình" userId="836bd1e508d52677" providerId="LiveId" clId="{79A98E41-085B-48A2-8C8D-1C7C2625139E}" dt="2025-03-23T17:20:25.925" v="77"/>
          <ac:spMkLst>
            <pc:docMk/>
            <pc:sldMk cId="2354964483" sldId="340"/>
            <ac:spMk id="8" creationId="{4E37B166-96C7-87D7-234C-33056957CAEE}"/>
          </ac:spMkLst>
        </pc:spChg>
        <pc:spChg chg="add mod">
          <ac:chgData name="Minh Đình" userId="836bd1e508d52677" providerId="LiveId" clId="{79A98E41-085B-48A2-8C8D-1C7C2625139E}" dt="2025-03-23T17:20:57.677" v="99" actId="20577"/>
          <ac:spMkLst>
            <pc:docMk/>
            <pc:sldMk cId="2354964483" sldId="340"/>
            <ac:spMk id="9" creationId="{8EC67400-1943-C4AE-48DF-F4661C6908F3}"/>
          </ac:spMkLst>
        </pc:spChg>
        <pc:spChg chg="mod">
          <ac:chgData name="Minh Đình" userId="836bd1e508d52677" providerId="LiveId" clId="{79A98E41-085B-48A2-8C8D-1C7C2625139E}" dt="2025-03-23T17:20:35.996" v="80" actId="1076"/>
          <ac:spMkLst>
            <pc:docMk/>
            <pc:sldMk cId="2354964483" sldId="340"/>
            <ac:spMk id="10" creationId="{CEF5A8A1-15AE-04A6-E970-7C3A3F4E15CA}"/>
          </ac:spMkLst>
        </pc:spChg>
        <pc:graphicFrameChg chg="add mod">
          <ac:chgData name="Minh Đình" userId="836bd1e508d52677" providerId="LiveId" clId="{79A98E41-085B-48A2-8C8D-1C7C2625139E}" dt="2025-03-23T17:17:08.432" v="48"/>
          <ac:graphicFrameMkLst>
            <pc:docMk/>
            <pc:sldMk cId="2354964483" sldId="340"/>
            <ac:graphicFrameMk id="4" creationId="{0D4601D7-3003-411E-DE5A-220C86035FFC}"/>
          </ac:graphicFrameMkLst>
        </pc:graphicFrameChg>
        <pc:picChg chg="del">
          <ac:chgData name="Minh Đình" userId="836bd1e508d52677" providerId="LiveId" clId="{79A98E41-085B-48A2-8C8D-1C7C2625139E}" dt="2025-03-23T17:18:02.059" v="57" actId="478"/>
          <ac:picMkLst>
            <pc:docMk/>
            <pc:sldMk cId="2354964483" sldId="340"/>
            <ac:picMk id="3" creationId="{8777A4C9-AF4B-823A-DBEB-AE68F31210F8}"/>
          </ac:picMkLst>
        </pc:picChg>
        <pc:picChg chg="add mod">
          <ac:chgData name="Minh Đình" userId="836bd1e508d52677" providerId="LiveId" clId="{79A98E41-085B-48A2-8C8D-1C7C2625139E}" dt="2025-03-23T17:20:48.020" v="83" actId="1076"/>
          <ac:picMkLst>
            <pc:docMk/>
            <pc:sldMk cId="2354964483" sldId="340"/>
            <ac:picMk id="7" creationId="{895DC847-E9C4-A050-1A67-481F2411EB99}"/>
          </ac:picMkLst>
        </pc:picChg>
        <pc:picChg chg="add del mod">
          <ac:chgData name="Minh Đình" userId="836bd1e508d52677" providerId="LiveId" clId="{79A98E41-085B-48A2-8C8D-1C7C2625139E}" dt="2025-03-23T17:19:14.605" v="62" actId="478"/>
          <ac:picMkLst>
            <pc:docMk/>
            <pc:sldMk cId="2354964483" sldId="340"/>
            <ac:picMk id="1026" creationId="{2975E87D-1F28-D1F7-12B1-24389F0E4372}"/>
          </ac:picMkLst>
        </pc:picChg>
      </pc:sldChg>
      <pc:sldChg chg="modSp add del mod ord">
        <pc:chgData name="Minh Đình" userId="836bd1e508d52677" providerId="LiveId" clId="{79A98E41-085B-48A2-8C8D-1C7C2625139E}" dt="2025-03-23T17:31:24.490" v="459" actId="20577"/>
        <pc:sldMkLst>
          <pc:docMk/>
          <pc:sldMk cId="854266647" sldId="374"/>
        </pc:sldMkLst>
        <pc:spChg chg="mod">
          <ac:chgData name="Minh Đình" userId="836bd1e508d52677" providerId="LiveId" clId="{79A98E41-085B-48A2-8C8D-1C7C2625139E}" dt="2025-03-23T17:31:24.490" v="459" actId="20577"/>
          <ac:spMkLst>
            <pc:docMk/>
            <pc:sldMk cId="854266647" sldId="374"/>
            <ac:spMk id="2" creationId="{F5DA1C98-5BC6-7807-C02E-397561EB30F7}"/>
          </ac:spMkLst>
        </pc:spChg>
        <pc:spChg chg="mod">
          <ac:chgData name="Minh Đình" userId="836bd1e508d52677" providerId="LiveId" clId="{79A98E41-085B-48A2-8C8D-1C7C2625139E}" dt="2025-03-23T17:30:47.527" v="360" actId="20577"/>
          <ac:spMkLst>
            <pc:docMk/>
            <pc:sldMk cId="854266647" sldId="374"/>
            <ac:spMk id="3" creationId="{197977B1-4144-965E-C46B-0FB3B93282A0}"/>
          </ac:spMkLst>
        </pc:spChg>
      </pc:sldChg>
      <pc:sldChg chg="delSp modSp del mod">
        <pc:chgData name="Minh Đình" userId="836bd1e508d52677" providerId="LiveId" clId="{79A98E41-085B-48A2-8C8D-1C7C2625139E}" dt="2025-03-23T17:20:41.465" v="82" actId="47"/>
        <pc:sldMkLst>
          <pc:docMk/>
          <pc:sldMk cId="1738058566" sldId="375"/>
        </pc:sldMkLst>
        <pc:spChg chg="mod">
          <ac:chgData name="Minh Đình" userId="836bd1e508d52677" providerId="LiveId" clId="{79A98E41-085B-48A2-8C8D-1C7C2625139E}" dt="2025-03-23T17:20:19.166" v="74" actId="2711"/>
          <ac:spMkLst>
            <pc:docMk/>
            <pc:sldMk cId="1738058566" sldId="375"/>
            <ac:spMk id="4" creationId="{16270806-11BC-C0D5-4336-4D6BB9E782EC}"/>
          </ac:spMkLst>
        </pc:spChg>
        <pc:picChg chg="del">
          <ac:chgData name="Minh Đình" userId="836bd1e508d52677" providerId="LiveId" clId="{79A98E41-085B-48A2-8C8D-1C7C2625139E}" dt="2025-03-23T17:20:08.786" v="73" actId="478"/>
          <ac:picMkLst>
            <pc:docMk/>
            <pc:sldMk cId="1738058566" sldId="375"/>
            <ac:picMk id="5" creationId="{48F16550-20E9-9C6D-8578-5F80A24310C2}"/>
          </ac:picMkLst>
        </pc:picChg>
      </pc:sldChg>
      <pc:sldChg chg="add del">
        <pc:chgData name="Minh Đình" userId="836bd1e508d52677" providerId="LiveId" clId="{79A98E41-085B-48A2-8C8D-1C7C2625139E}" dt="2025-03-23T17:31:05.413" v="420" actId="47"/>
        <pc:sldMkLst>
          <pc:docMk/>
          <pc:sldMk cId="387862811" sldId="377"/>
        </pc:sldMkLst>
      </pc:sldChg>
      <pc:sldChg chg="addSp delSp modSp add del mod modNotesTx">
        <pc:chgData name="Minh Đình" userId="836bd1e508d52677" providerId="LiveId" clId="{79A98E41-085B-48A2-8C8D-1C7C2625139E}" dt="2025-03-24T02:41:15.003" v="1678" actId="20577"/>
        <pc:sldMkLst>
          <pc:docMk/>
          <pc:sldMk cId="1165256582" sldId="389"/>
        </pc:sldMkLst>
        <pc:spChg chg="del mod">
          <ac:chgData name="Minh Đình" userId="836bd1e508d52677" providerId="LiveId" clId="{79A98E41-085B-48A2-8C8D-1C7C2625139E}" dt="2025-03-23T17:33:42.905" v="529" actId="478"/>
          <ac:spMkLst>
            <pc:docMk/>
            <pc:sldMk cId="1165256582" sldId="389"/>
            <ac:spMk id="2" creationId="{0E3495B9-D292-71D0-E241-6718B3AC355C}"/>
          </ac:spMkLst>
        </pc:spChg>
        <pc:spChg chg="mod">
          <ac:chgData name="Minh Đình" userId="836bd1e508d52677" providerId="LiveId" clId="{79A98E41-085B-48A2-8C8D-1C7C2625139E}" dt="2025-03-23T17:30:23.245" v="310" actId="2711"/>
          <ac:spMkLst>
            <pc:docMk/>
            <pc:sldMk cId="1165256582" sldId="389"/>
            <ac:spMk id="4" creationId="{52F7FC08-BF82-851B-B651-627FA4090440}"/>
          </ac:spMkLst>
        </pc:spChg>
        <pc:spChg chg="add mod">
          <ac:chgData name="Minh Đình" userId="836bd1e508d52677" providerId="LiveId" clId="{79A98E41-085B-48A2-8C8D-1C7C2625139E}" dt="2025-03-23T17:33:43.220" v="530"/>
          <ac:spMkLst>
            <pc:docMk/>
            <pc:sldMk cId="1165256582" sldId="389"/>
            <ac:spMk id="9" creationId="{09B215C0-7B0C-D7F3-FEA2-9DA9059642EB}"/>
          </ac:spMkLst>
        </pc:spChg>
        <pc:picChg chg="del mod">
          <ac:chgData name="Minh Đình" userId="836bd1e508d52677" providerId="LiveId" clId="{79A98E41-085B-48A2-8C8D-1C7C2625139E}" dt="2025-03-23T17:27:48.070" v="225" actId="478"/>
          <ac:picMkLst>
            <pc:docMk/>
            <pc:sldMk cId="1165256582" sldId="389"/>
            <ac:picMk id="3" creationId="{9C7364CD-18AF-355D-695E-F4557FB64FAD}"/>
          </ac:picMkLst>
        </pc:picChg>
        <pc:picChg chg="add del mod">
          <ac:chgData name="Minh Đình" userId="836bd1e508d52677" providerId="LiveId" clId="{79A98E41-085B-48A2-8C8D-1C7C2625139E}" dt="2025-03-23T17:31:52.242" v="515" actId="478"/>
          <ac:picMkLst>
            <pc:docMk/>
            <pc:sldMk cId="1165256582" sldId="389"/>
            <ac:picMk id="7" creationId="{1CDBFA65-9C09-4AD1-AD26-1F2A5CCF8F35}"/>
          </ac:picMkLst>
        </pc:picChg>
        <pc:picChg chg="add mod">
          <ac:chgData name="Minh Đình" userId="836bd1e508d52677" providerId="LiveId" clId="{79A98E41-085B-48A2-8C8D-1C7C2625139E}" dt="2025-03-23T17:33:28.092" v="526" actId="1076"/>
          <ac:picMkLst>
            <pc:docMk/>
            <pc:sldMk cId="1165256582" sldId="389"/>
            <ac:picMk id="8" creationId="{6048C9F8-2194-CD4F-75AB-7A18885F83E1}"/>
          </ac:picMkLst>
        </pc:picChg>
        <pc:picChg chg="add del mod">
          <ac:chgData name="Minh Đình" userId="836bd1e508d52677" providerId="LiveId" clId="{79A98E41-085B-48A2-8C8D-1C7C2625139E}" dt="2025-03-23T17:33:19.397" v="522" actId="478"/>
          <ac:picMkLst>
            <pc:docMk/>
            <pc:sldMk cId="1165256582" sldId="389"/>
            <ac:picMk id="2050" creationId="{37CFE1A4-C5D4-2672-0CA0-6DC20B9B650C}"/>
          </ac:picMkLst>
        </pc:picChg>
      </pc:sldChg>
      <pc:sldChg chg="del">
        <pc:chgData name="Minh Đình" userId="836bd1e508d52677" providerId="LiveId" clId="{79A98E41-085B-48A2-8C8D-1C7C2625139E}" dt="2025-03-23T17:30:33.241" v="312" actId="47"/>
        <pc:sldMkLst>
          <pc:docMk/>
          <pc:sldMk cId="2364905848" sldId="390"/>
        </pc:sldMkLst>
      </pc:sldChg>
      <pc:sldChg chg="add del">
        <pc:chgData name="Minh Đình" userId="836bd1e508d52677" providerId="LiveId" clId="{79A98E41-085B-48A2-8C8D-1C7C2625139E}" dt="2025-03-23T17:31:06.177" v="422" actId="47"/>
        <pc:sldMkLst>
          <pc:docMk/>
          <pc:sldMk cId="3924985375" sldId="391"/>
        </pc:sldMkLst>
      </pc:sldChg>
      <pc:sldChg chg="add del">
        <pc:chgData name="Minh Đình" userId="836bd1e508d52677" providerId="LiveId" clId="{79A98E41-085B-48A2-8C8D-1C7C2625139E}" dt="2025-03-23T17:31:05.705" v="421" actId="47"/>
        <pc:sldMkLst>
          <pc:docMk/>
          <pc:sldMk cId="2586532290" sldId="392"/>
        </pc:sldMkLst>
      </pc:sldChg>
      <pc:sldChg chg="add del">
        <pc:chgData name="Minh Đình" userId="836bd1e508d52677" providerId="LiveId" clId="{79A98E41-085B-48A2-8C8D-1C7C2625139E}" dt="2025-03-23T17:31:06.730" v="423" actId="47"/>
        <pc:sldMkLst>
          <pc:docMk/>
          <pc:sldMk cId="2138791924" sldId="393"/>
        </pc:sldMkLst>
      </pc:sldChg>
      <pc:sldChg chg="add del">
        <pc:chgData name="Minh Đình" userId="836bd1e508d52677" providerId="LiveId" clId="{79A98E41-085B-48A2-8C8D-1C7C2625139E}" dt="2025-03-23T17:31:07.657" v="424" actId="47"/>
        <pc:sldMkLst>
          <pc:docMk/>
          <pc:sldMk cId="3672842417" sldId="394"/>
        </pc:sldMkLst>
      </pc:sldChg>
      <pc:sldChg chg="del">
        <pc:chgData name="Minh Đình" userId="836bd1e508d52677" providerId="LiveId" clId="{79A98E41-085B-48A2-8C8D-1C7C2625139E}" dt="2025-03-23T17:31:08.225" v="425" actId="47"/>
        <pc:sldMkLst>
          <pc:docMk/>
          <pc:sldMk cId="890854541" sldId="395"/>
        </pc:sldMkLst>
      </pc:sldChg>
      <pc:sldChg chg="del">
        <pc:chgData name="Minh Đình" userId="836bd1e508d52677" providerId="LiveId" clId="{79A98E41-085B-48A2-8C8D-1C7C2625139E}" dt="2025-03-23T17:31:08.763" v="426" actId="47"/>
        <pc:sldMkLst>
          <pc:docMk/>
          <pc:sldMk cId="2519318980" sldId="396"/>
        </pc:sldMkLst>
      </pc:sldChg>
      <pc:sldChg chg="del">
        <pc:chgData name="Minh Đình" userId="836bd1e508d52677" providerId="LiveId" clId="{79A98E41-085B-48A2-8C8D-1C7C2625139E}" dt="2025-03-23T17:31:09.277" v="427" actId="47"/>
        <pc:sldMkLst>
          <pc:docMk/>
          <pc:sldMk cId="1268282878" sldId="397"/>
        </pc:sldMkLst>
      </pc:sldChg>
      <pc:sldChg chg="del">
        <pc:chgData name="Minh Đình" userId="836bd1e508d52677" providerId="LiveId" clId="{79A98E41-085B-48A2-8C8D-1C7C2625139E}" dt="2025-03-23T17:31:09.882" v="428" actId="47"/>
        <pc:sldMkLst>
          <pc:docMk/>
          <pc:sldMk cId="3409875009" sldId="398"/>
        </pc:sldMkLst>
      </pc:sldChg>
      <pc:sldChg chg="del">
        <pc:chgData name="Minh Đình" userId="836bd1e508d52677" providerId="LiveId" clId="{79A98E41-085B-48A2-8C8D-1C7C2625139E}" dt="2025-03-23T17:31:10.480" v="429" actId="47"/>
        <pc:sldMkLst>
          <pc:docMk/>
          <pc:sldMk cId="2892415116" sldId="399"/>
        </pc:sldMkLst>
      </pc:sldChg>
      <pc:sldChg chg="del">
        <pc:chgData name="Minh Đình" userId="836bd1e508d52677" providerId="LiveId" clId="{79A98E41-085B-48A2-8C8D-1C7C2625139E}" dt="2025-03-23T17:31:10.754" v="430" actId="47"/>
        <pc:sldMkLst>
          <pc:docMk/>
          <pc:sldMk cId="2126078221" sldId="400"/>
        </pc:sldMkLst>
      </pc:sldChg>
      <pc:sldChg chg="del">
        <pc:chgData name="Minh Đình" userId="836bd1e508d52677" providerId="LiveId" clId="{79A98E41-085B-48A2-8C8D-1C7C2625139E}" dt="2025-03-23T17:31:10.966" v="431" actId="47"/>
        <pc:sldMkLst>
          <pc:docMk/>
          <pc:sldMk cId="2589492700" sldId="401"/>
        </pc:sldMkLst>
      </pc:sldChg>
      <pc:sldChg chg="del">
        <pc:chgData name="Minh Đình" userId="836bd1e508d52677" providerId="LiveId" clId="{79A98E41-085B-48A2-8C8D-1C7C2625139E}" dt="2025-03-23T17:31:11.118" v="432" actId="47"/>
        <pc:sldMkLst>
          <pc:docMk/>
          <pc:sldMk cId="21471803" sldId="402"/>
        </pc:sldMkLst>
      </pc:sldChg>
      <pc:sldChg chg="del">
        <pc:chgData name="Minh Đình" userId="836bd1e508d52677" providerId="LiveId" clId="{79A98E41-085B-48A2-8C8D-1C7C2625139E}" dt="2025-03-23T17:31:11.298" v="433" actId="47"/>
        <pc:sldMkLst>
          <pc:docMk/>
          <pc:sldMk cId="4077254030" sldId="403"/>
        </pc:sldMkLst>
      </pc:sldChg>
      <pc:sldChg chg="del">
        <pc:chgData name="Minh Đình" userId="836bd1e508d52677" providerId="LiveId" clId="{79A98E41-085B-48A2-8C8D-1C7C2625139E}" dt="2025-03-23T17:31:11.705" v="435" actId="47"/>
        <pc:sldMkLst>
          <pc:docMk/>
          <pc:sldMk cId="607297172" sldId="404"/>
        </pc:sldMkLst>
      </pc:sldChg>
      <pc:sldChg chg="del">
        <pc:chgData name="Minh Đình" userId="836bd1e508d52677" providerId="LiveId" clId="{79A98E41-085B-48A2-8C8D-1C7C2625139E}" dt="2025-03-23T17:31:11.473" v="434" actId="47"/>
        <pc:sldMkLst>
          <pc:docMk/>
          <pc:sldMk cId="1227119072" sldId="405"/>
        </pc:sldMkLst>
      </pc:sldChg>
      <pc:sldChg chg="del">
        <pc:chgData name="Minh Đình" userId="836bd1e508d52677" providerId="LiveId" clId="{79A98E41-085B-48A2-8C8D-1C7C2625139E}" dt="2025-03-23T17:31:11.917" v="436" actId="47"/>
        <pc:sldMkLst>
          <pc:docMk/>
          <pc:sldMk cId="1421131604" sldId="406"/>
        </pc:sldMkLst>
      </pc:sldChg>
      <pc:sldChg chg="del">
        <pc:chgData name="Minh Đình" userId="836bd1e508d52677" providerId="LiveId" clId="{79A98E41-085B-48A2-8C8D-1C7C2625139E}" dt="2025-03-23T17:31:12.045" v="437" actId="47"/>
        <pc:sldMkLst>
          <pc:docMk/>
          <pc:sldMk cId="2852877726" sldId="407"/>
        </pc:sldMkLst>
      </pc:sldChg>
      <pc:sldChg chg="del">
        <pc:chgData name="Minh Đình" userId="836bd1e508d52677" providerId="LiveId" clId="{79A98E41-085B-48A2-8C8D-1C7C2625139E}" dt="2025-03-23T17:31:12.211" v="438" actId="47"/>
        <pc:sldMkLst>
          <pc:docMk/>
          <pc:sldMk cId="3283453739" sldId="408"/>
        </pc:sldMkLst>
      </pc:sldChg>
      <pc:sldChg chg="del">
        <pc:chgData name="Minh Đình" userId="836bd1e508d52677" providerId="LiveId" clId="{79A98E41-085B-48A2-8C8D-1C7C2625139E}" dt="2025-03-23T17:31:12.399" v="439" actId="47"/>
        <pc:sldMkLst>
          <pc:docMk/>
          <pc:sldMk cId="4221112515" sldId="409"/>
        </pc:sldMkLst>
      </pc:sldChg>
      <pc:sldChg chg="del">
        <pc:chgData name="Minh Đình" userId="836bd1e508d52677" providerId="LiveId" clId="{79A98E41-085B-48A2-8C8D-1C7C2625139E}" dt="2025-03-23T17:31:12.612" v="440" actId="47"/>
        <pc:sldMkLst>
          <pc:docMk/>
          <pc:sldMk cId="2105654139" sldId="410"/>
        </pc:sldMkLst>
      </pc:sldChg>
      <pc:sldChg chg="del">
        <pc:chgData name="Minh Đình" userId="836bd1e508d52677" providerId="LiveId" clId="{79A98E41-085B-48A2-8C8D-1C7C2625139E}" dt="2025-03-23T17:31:12.728" v="441" actId="47"/>
        <pc:sldMkLst>
          <pc:docMk/>
          <pc:sldMk cId="877562500" sldId="411"/>
        </pc:sldMkLst>
      </pc:sldChg>
      <pc:sldChg chg="del">
        <pc:chgData name="Minh Đình" userId="836bd1e508d52677" providerId="LiveId" clId="{79A98E41-085B-48A2-8C8D-1C7C2625139E}" dt="2025-03-23T17:31:12.859" v="442" actId="47"/>
        <pc:sldMkLst>
          <pc:docMk/>
          <pc:sldMk cId="665638602" sldId="412"/>
        </pc:sldMkLst>
      </pc:sldChg>
      <pc:sldChg chg="del">
        <pc:chgData name="Minh Đình" userId="836bd1e508d52677" providerId="LiveId" clId="{79A98E41-085B-48A2-8C8D-1C7C2625139E}" dt="2025-03-23T17:31:13.007" v="443" actId="47"/>
        <pc:sldMkLst>
          <pc:docMk/>
          <pc:sldMk cId="1849092167" sldId="414"/>
        </pc:sldMkLst>
      </pc:sldChg>
      <pc:sldChg chg="modSp add mod ord modNotesTx">
        <pc:chgData name="Minh Đình" userId="836bd1e508d52677" providerId="LiveId" clId="{79A98E41-085B-48A2-8C8D-1C7C2625139E}" dt="2025-03-23T17:36:27.215" v="583" actId="20577"/>
        <pc:sldMkLst>
          <pc:docMk/>
          <pc:sldMk cId="787023541" sldId="415"/>
        </pc:sldMkLst>
        <pc:spChg chg="mod">
          <ac:chgData name="Minh Đình" userId="836bd1e508d52677" providerId="LiveId" clId="{79A98E41-085B-48A2-8C8D-1C7C2625139E}" dt="2025-03-23T17:28:42.931" v="236" actId="1076"/>
          <ac:spMkLst>
            <pc:docMk/>
            <pc:sldMk cId="787023541" sldId="415"/>
            <ac:spMk id="4" creationId="{B32549A0-5A29-9818-C3CF-12736875DFB7}"/>
          </ac:spMkLst>
        </pc:spChg>
      </pc:sldChg>
      <pc:sldChg chg="addSp delSp modSp add del mod modNotesTx">
        <pc:chgData name="Minh Đình" userId="836bd1e508d52677" providerId="LiveId" clId="{79A98E41-085B-48A2-8C8D-1C7C2625139E}" dt="2025-03-23T17:34:33.113" v="548" actId="1076"/>
        <pc:sldMkLst>
          <pc:docMk/>
          <pc:sldMk cId="3252711567" sldId="416"/>
        </pc:sldMkLst>
        <pc:spChg chg="mod">
          <ac:chgData name="Minh Đình" userId="836bd1e508d52677" providerId="LiveId" clId="{79A98E41-085B-48A2-8C8D-1C7C2625139E}" dt="2025-03-23T17:33:38.422" v="528" actId="14100"/>
          <ac:spMkLst>
            <pc:docMk/>
            <pc:sldMk cId="3252711567" sldId="416"/>
            <ac:spMk id="2" creationId="{C9D1B8BB-260E-35B0-D949-C9F428DE93E9}"/>
          </ac:spMkLst>
        </pc:spChg>
        <pc:spChg chg="mod">
          <ac:chgData name="Minh Đình" userId="836bd1e508d52677" providerId="LiveId" clId="{79A98E41-085B-48A2-8C8D-1C7C2625139E}" dt="2025-03-23T17:34:31.190" v="547" actId="1076"/>
          <ac:spMkLst>
            <pc:docMk/>
            <pc:sldMk cId="3252711567" sldId="416"/>
            <ac:spMk id="4" creationId="{84D21455-C7FF-A1B8-DBA7-1BE7C897684A}"/>
          </ac:spMkLst>
        </pc:spChg>
        <pc:spChg chg="add del">
          <ac:chgData name="Minh Đình" userId="836bd1e508d52677" providerId="LiveId" clId="{79A98E41-085B-48A2-8C8D-1C7C2625139E}" dt="2025-03-23T17:34:13.107" v="543" actId="22"/>
          <ac:spMkLst>
            <pc:docMk/>
            <pc:sldMk cId="3252711567" sldId="416"/>
            <ac:spMk id="8" creationId="{C8715C9E-A44D-7577-43BB-B16432D6880F}"/>
          </ac:spMkLst>
        </pc:spChg>
        <pc:picChg chg="add mod">
          <ac:chgData name="Minh Đình" userId="836bd1e508d52677" providerId="LiveId" clId="{79A98E41-085B-48A2-8C8D-1C7C2625139E}" dt="2025-03-23T17:34:33.113" v="548" actId="1076"/>
          <ac:picMkLst>
            <pc:docMk/>
            <pc:sldMk cId="3252711567" sldId="416"/>
            <ac:picMk id="3" creationId="{750E9610-B12E-2563-A313-5E7A53CE36B3}"/>
          </ac:picMkLst>
        </pc:picChg>
        <pc:picChg chg="del">
          <ac:chgData name="Minh Đình" userId="836bd1e508d52677" providerId="LiveId" clId="{79A98E41-085B-48A2-8C8D-1C7C2625139E}" dt="2025-03-23T17:33:24.734" v="524" actId="478"/>
          <ac:picMkLst>
            <pc:docMk/>
            <pc:sldMk cId="3252711567" sldId="416"/>
            <ac:picMk id="7" creationId="{980995BF-7527-E1B7-3B59-15FF3C46C99B}"/>
          </ac:picMkLst>
        </pc:picChg>
      </pc:sldChg>
      <pc:sldChg chg="addSp delSp modSp add mod ord modNotesTx">
        <pc:chgData name="Minh Đình" userId="836bd1e508d52677" providerId="LiveId" clId="{79A98E41-085B-48A2-8C8D-1C7C2625139E}" dt="2025-03-24T02:41:08.257" v="1677" actId="20577"/>
        <pc:sldMkLst>
          <pc:docMk/>
          <pc:sldMk cId="1564173159" sldId="417"/>
        </pc:sldMkLst>
        <pc:spChg chg="add mod">
          <ac:chgData name="Minh Đình" userId="836bd1e508d52677" providerId="LiveId" clId="{79A98E41-085B-48A2-8C8D-1C7C2625139E}" dt="2025-03-23T17:34:44.556" v="551"/>
          <ac:spMkLst>
            <pc:docMk/>
            <pc:sldMk cId="1564173159" sldId="417"/>
            <ac:spMk id="2" creationId="{65935AE8-6773-FC9F-C1BC-7276481D1373}"/>
          </ac:spMkLst>
        </pc:spChg>
        <pc:spChg chg="mod">
          <ac:chgData name="Minh Đình" userId="836bd1e508d52677" providerId="LiveId" clId="{79A98E41-085B-48A2-8C8D-1C7C2625139E}" dt="2025-03-23T17:35:52.013" v="580" actId="14100"/>
          <ac:spMkLst>
            <pc:docMk/>
            <pc:sldMk cId="1564173159" sldId="417"/>
            <ac:spMk id="4" creationId="{A7E32733-0E53-45FC-F4F6-3DEA239065B7}"/>
          </ac:spMkLst>
        </pc:spChg>
        <pc:spChg chg="add">
          <ac:chgData name="Minh Đình" userId="836bd1e508d52677" providerId="LiveId" clId="{79A98E41-085B-48A2-8C8D-1C7C2625139E}" dt="2025-03-23T17:35:31.415" v="569"/>
          <ac:spMkLst>
            <pc:docMk/>
            <pc:sldMk cId="1564173159" sldId="417"/>
            <ac:spMk id="5" creationId="{851F4BC3-0A61-3E8C-6A75-061ABEF74481}"/>
          </ac:spMkLst>
        </pc:spChg>
        <pc:spChg chg="del">
          <ac:chgData name="Minh Đình" userId="836bd1e508d52677" providerId="LiveId" clId="{79A98E41-085B-48A2-8C8D-1C7C2625139E}" dt="2025-03-23T17:34:43.379" v="549" actId="478"/>
          <ac:spMkLst>
            <pc:docMk/>
            <pc:sldMk cId="1564173159" sldId="417"/>
            <ac:spMk id="9" creationId="{0EEE8821-9E74-AAC6-8003-9D8B78BA5CDB}"/>
          </ac:spMkLst>
        </pc:spChg>
        <pc:picChg chg="add mod">
          <ac:chgData name="Minh Đình" userId="836bd1e508d52677" providerId="LiveId" clId="{79A98E41-085B-48A2-8C8D-1C7C2625139E}" dt="2025-03-23T17:34:44.556" v="551"/>
          <ac:picMkLst>
            <pc:docMk/>
            <pc:sldMk cId="1564173159" sldId="417"/>
            <ac:picMk id="3" creationId="{C79A4F71-B5F1-77AD-501E-292D0C10801C}"/>
          </ac:picMkLst>
        </pc:picChg>
        <pc:picChg chg="del">
          <ac:chgData name="Minh Đình" userId="836bd1e508d52677" providerId="LiveId" clId="{79A98E41-085B-48A2-8C8D-1C7C2625139E}" dt="2025-03-23T17:34:44.152" v="550" actId="478"/>
          <ac:picMkLst>
            <pc:docMk/>
            <pc:sldMk cId="1564173159" sldId="417"/>
            <ac:picMk id="8" creationId="{6C973F9A-3F0F-A0A2-8266-3B4F59BF9B50}"/>
          </ac:picMkLst>
        </pc:picChg>
      </pc:sldChg>
      <pc:sldChg chg="addSp delSp modSp add mod modNotesTx">
        <pc:chgData name="Minh Đình" userId="836bd1e508d52677" providerId="LiveId" clId="{79A98E41-085B-48A2-8C8D-1C7C2625139E}" dt="2025-03-24T02:41:05.800" v="1676" actId="20577"/>
        <pc:sldMkLst>
          <pc:docMk/>
          <pc:sldMk cId="3981260358" sldId="418"/>
        </pc:sldMkLst>
        <pc:spChg chg="mod">
          <ac:chgData name="Minh Đình" userId="836bd1e508d52677" providerId="LiveId" clId="{79A98E41-085B-48A2-8C8D-1C7C2625139E}" dt="2025-03-23T17:36:54.090" v="626" actId="20577"/>
          <ac:spMkLst>
            <pc:docMk/>
            <pc:sldMk cId="3981260358" sldId="418"/>
            <ac:spMk id="2" creationId="{8858DDDE-71D4-14D5-B95A-77B61DC74823}"/>
          </ac:spMkLst>
        </pc:spChg>
        <pc:spChg chg="mod">
          <ac:chgData name="Minh Đình" userId="836bd1e508d52677" providerId="LiveId" clId="{79A98E41-085B-48A2-8C8D-1C7C2625139E}" dt="2025-03-23T17:39:11.556" v="662" actId="1076"/>
          <ac:spMkLst>
            <pc:docMk/>
            <pc:sldMk cId="3981260358" sldId="418"/>
            <ac:spMk id="4" creationId="{1068A697-7B15-C68E-1415-0E81866816AC}"/>
          </ac:spMkLst>
        </pc:spChg>
        <pc:picChg chg="add mod">
          <ac:chgData name="Minh Đình" userId="836bd1e508d52677" providerId="LiveId" clId="{79A98E41-085B-48A2-8C8D-1C7C2625139E}" dt="2025-03-23T17:38:04.695" v="629" actId="1076"/>
          <ac:picMkLst>
            <pc:docMk/>
            <pc:sldMk cId="3981260358" sldId="418"/>
            <ac:picMk id="5" creationId="{1391FCF4-F914-B1F8-172D-53B7BF9456C4}"/>
          </ac:picMkLst>
        </pc:picChg>
        <pc:picChg chg="del">
          <ac:chgData name="Minh Đình" userId="836bd1e508d52677" providerId="LiveId" clId="{79A98E41-085B-48A2-8C8D-1C7C2625139E}" dt="2025-03-23T17:36:55.591" v="627" actId="478"/>
          <ac:picMkLst>
            <pc:docMk/>
            <pc:sldMk cId="3981260358" sldId="418"/>
            <ac:picMk id="7" creationId="{2B2BB5D1-DEFB-911E-A9E7-6B28E609D008}"/>
          </ac:picMkLst>
        </pc:picChg>
      </pc:sldChg>
      <pc:sldChg chg="modSp add mod">
        <pc:chgData name="Minh Đình" userId="836bd1e508d52677" providerId="LiveId" clId="{79A98E41-085B-48A2-8C8D-1C7C2625139E}" dt="2025-03-23T17:39:51.104" v="707" actId="20577"/>
        <pc:sldMkLst>
          <pc:docMk/>
          <pc:sldMk cId="2099558189" sldId="419"/>
        </pc:sldMkLst>
        <pc:spChg chg="mod">
          <ac:chgData name="Minh Đình" userId="836bd1e508d52677" providerId="LiveId" clId="{79A98E41-085B-48A2-8C8D-1C7C2625139E}" dt="2025-03-23T17:39:51.104" v="707" actId="20577"/>
          <ac:spMkLst>
            <pc:docMk/>
            <pc:sldMk cId="2099558189" sldId="419"/>
            <ac:spMk id="2" creationId="{9B21FAE9-6215-D322-DA06-C49751954265}"/>
          </ac:spMkLst>
        </pc:spChg>
      </pc:sldChg>
      <pc:sldChg chg="addSp delSp modSp add mod">
        <pc:chgData name="Minh Đình" userId="836bd1e508d52677" providerId="LiveId" clId="{79A98E41-085B-48A2-8C8D-1C7C2625139E}" dt="2025-03-23T17:45:28.869" v="869" actId="14100"/>
        <pc:sldMkLst>
          <pc:docMk/>
          <pc:sldMk cId="475185577" sldId="420"/>
        </pc:sldMkLst>
        <pc:spChg chg="mod">
          <ac:chgData name="Minh Đình" userId="836bd1e508d52677" providerId="LiveId" clId="{79A98E41-085B-48A2-8C8D-1C7C2625139E}" dt="2025-03-23T17:45:28.869" v="869" actId="14100"/>
          <ac:spMkLst>
            <pc:docMk/>
            <pc:sldMk cId="475185577" sldId="420"/>
            <ac:spMk id="2" creationId="{3EA65971-B0C9-50AF-A3BB-73E638BF1815}"/>
          </ac:spMkLst>
        </pc:spChg>
        <pc:spChg chg="mod">
          <ac:chgData name="Minh Đình" userId="836bd1e508d52677" providerId="LiveId" clId="{79A98E41-085B-48A2-8C8D-1C7C2625139E}" dt="2025-03-23T17:45:15.103" v="798" actId="1076"/>
          <ac:spMkLst>
            <pc:docMk/>
            <pc:sldMk cId="475185577" sldId="420"/>
            <ac:spMk id="4" creationId="{B13DAFC3-E198-BB66-856C-82728F753134}"/>
          </ac:spMkLst>
        </pc:spChg>
        <pc:picChg chg="del">
          <ac:chgData name="Minh Đình" userId="836bd1e508d52677" providerId="LiveId" clId="{79A98E41-085B-48A2-8C8D-1C7C2625139E}" dt="2025-03-23T17:40:27.383" v="714" actId="478"/>
          <ac:picMkLst>
            <pc:docMk/>
            <pc:sldMk cId="475185577" sldId="420"/>
            <ac:picMk id="7" creationId="{14907BB0-50AC-3601-362B-ADF10513F8E9}"/>
          </ac:picMkLst>
        </pc:picChg>
        <pc:picChg chg="add mod">
          <ac:chgData name="Minh Đình" userId="836bd1e508d52677" providerId="LiveId" clId="{79A98E41-085B-48A2-8C8D-1C7C2625139E}" dt="2025-03-23T17:44:50.448" v="791" actId="1076"/>
          <ac:picMkLst>
            <pc:docMk/>
            <pc:sldMk cId="475185577" sldId="420"/>
            <ac:picMk id="5122" creationId="{C728E6D7-40BB-07B2-6AD6-7B7965D91EA6}"/>
          </ac:picMkLst>
        </pc:picChg>
      </pc:sldChg>
      <pc:sldChg chg="addSp delSp modSp add mod modNotesTx">
        <pc:chgData name="Minh Đình" userId="836bd1e508d52677" providerId="LiveId" clId="{79A98E41-085B-48A2-8C8D-1C7C2625139E}" dt="2025-03-24T02:40:57.641" v="1675" actId="20577"/>
        <pc:sldMkLst>
          <pc:docMk/>
          <pc:sldMk cId="3219849268" sldId="421"/>
        </pc:sldMkLst>
        <pc:spChg chg="del">
          <ac:chgData name="Minh Đình" userId="836bd1e508d52677" providerId="LiveId" clId="{79A98E41-085B-48A2-8C8D-1C7C2625139E}" dt="2025-03-23T17:45:32.453" v="870" actId="478"/>
          <ac:spMkLst>
            <pc:docMk/>
            <pc:sldMk cId="3219849268" sldId="421"/>
            <ac:spMk id="2" creationId="{810937CB-1F01-CC93-1689-604F1921FDE1}"/>
          </ac:spMkLst>
        </pc:spChg>
        <pc:spChg chg="add mod">
          <ac:chgData name="Minh Đình" userId="836bd1e508d52677" providerId="LiveId" clId="{79A98E41-085B-48A2-8C8D-1C7C2625139E}" dt="2025-03-23T17:45:32.801" v="871"/>
          <ac:spMkLst>
            <pc:docMk/>
            <pc:sldMk cId="3219849268" sldId="421"/>
            <ac:spMk id="3" creationId="{4B4D5D75-C39A-11F7-E96C-A85384F81F56}"/>
          </ac:spMkLst>
        </pc:spChg>
        <pc:spChg chg="mod">
          <ac:chgData name="Minh Đình" userId="836bd1e508d52677" providerId="LiveId" clId="{79A98E41-085B-48A2-8C8D-1C7C2625139E}" dt="2025-03-23T17:45:04.944" v="796" actId="1076"/>
          <ac:spMkLst>
            <pc:docMk/>
            <pc:sldMk cId="3219849268" sldId="421"/>
            <ac:spMk id="4" creationId="{98843EA3-65BA-1936-70BB-D0873B5A0F73}"/>
          </ac:spMkLst>
        </pc:spChg>
        <pc:picChg chg="mod">
          <ac:chgData name="Minh Đình" userId="836bd1e508d52677" providerId="LiveId" clId="{79A98E41-085B-48A2-8C8D-1C7C2625139E}" dt="2025-03-23T17:45:40.356" v="872" actId="1076"/>
          <ac:picMkLst>
            <pc:docMk/>
            <pc:sldMk cId="3219849268" sldId="421"/>
            <ac:picMk id="5122" creationId="{27ED811C-2D7C-393A-854D-2D695A8CB4AD}"/>
          </ac:picMkLst>
        </pc:picChg>
      </pc:sldChg>
      <pc:sldChg chg="addSp delSp modSp add mod modNotesTx">
        <pc:chgData name="Minh Đình" userId="836bd1e508d52677" providerId="LiveId" clId="{79A98E41-085B-48A2-8C8D-1C7C2625139E}" dt="2025-03-24T02:40:55.370" v="1674" actId="20577"/>
        <pc:sldMkLst>
          <pc:docMk/>
          <pc:sldMk cId="3739434602" sldId="422"/>
        </pc:sldMkLst>
        <pc:spChg chg="mod">
          <ac:chgData name="Minh Đình" userId="836bd1e508d52677" providerId="LiveId" clId="{79A98E41-085B-48A2-8C8D-1C7C2625139E}" dt="2025-03-23T17:47:52.701" v="925" actId="20577"/>
          <ac:spMkLst>
            <pc:docMk/>
            <pc:sldMk cId="3739434602" sldId="422"/>
            <ac:spMk id="3" creationId="{A14960AD-CAC0-BB34-32C6-A0299A19F005}"/>
          </ac:spMkLst>
        </pc:spChg>
        <pc:spChg chg="mod">
          <ac:chgData name="Minh Đình" userId="836bd1e508d52677" providerId="LiveId" clId="{79A98E41-085B-48A2-8C8D-1C7C2625139E}" dt="2025-03-23T17:49:04.536" v="941" actId="1076"/>
          <ac:spMkLst>
            <pc:docMk/>
            <pc:sldMk cId="3739434602" sldId="422"/>
            <ac:spMk id="4" creationId="{C451CD19-974D-EAE9-FCA0-6BB6D2E71849}"/>
          </ac:spMkLst>
        </pc:spChg>
        <pc:picChg chg="add mod">
          <ac:chgData name="Minh Đình" userId="836bd1e508d52677" providerId="LiveId" clId="{79A98E41-085B-48A2-8C8D-1C7C2625139E}" dt="2025-03-23T17:49:51.769" v="949" actId="1076"/>
          <ac:picMkLst>
            <pc:docMk/>
            <pc:sldMk cId="3739434602" sldId="422"/>
            <ac:picMk id="5" creationId="{EA1AFE71-6CCD-447C-380E-75C6C24274AC}"/>
          </ac:picMkLst>
        </pc:picChg>
        <pc:picChg chg="add mod">
          <ac:chgData name="Minh Đình" userId="836bd1e508d52677" providerId="LiveId" clId="{79A98E41-085B-48A2-8C8D-1C7C2625139E}" dt="2025-03-23T17:49:44.791" v="947" actId="1076"/>
          <ac:picMkLst>
            <pc:docMk/>
            <pc:sldMk cId="3739434602" sldId="422"/>
            <ac:picMk id="8" creationId="{4E054C22-7BE9-5B93-6960-67E1F79D8EAD}"/>
          </ac:picMkLst>
        </pc:picChg>
        <pc:picChg chg="del mod">
          <ac:chgData name="Minh Đình" userId="836bd1e508d52677" providerId="LiveId" clId="{79A98E41-085B-48A2-8C8D-1C7C2625139E}" dt="2025-03-23T17:48:34.382" v="933" actId="478"/>
          <ac:picMkLst>
            <pc:docMk/>
            <pc:sldMk cId="3739434602" sldId="422"/>
            <ac:picMk id="5122" creationId="{85C254A4-5D13-B63B-AD77-2F607057D0FB}"/>
          </ac:picMkLst>
        </pc:picChg>
      </pc:sldChg>
      <pc:sldChg chg="addSp delSp modSp add mod modNotesTx">
        <pc:chgData name="Minh Đình" userId="836bd1e508d52677" providerId="LiveId" clId="{79A98E41-085B-48A2-8C8D-1C7C2625139E}" dt="2025-03-23T17:58:11.537" v="1175" actId="1076"/>
        <pc:sldMkLst>
          <pc:docMk/>
          <pc:sldMk cId="3417143095" sldId="423"/>
        </pc:sldMkLst>
        <pc:spChg chg="mod">
          <ac:chgData name="Minh Đình" userId="836bd1e508d52677" providerId="LiveId" clId="{79A98E41-085B-48A2-8C8D-1C7C2625139E}" dt="2025-03-23T17:55:55.837" v="1128" actId="20577"/>
          <ac:spMkLst>
            <pc:docMk/>
            <pc:sldMk cId="3417143095" sldId="423"/>
            <ac:spMk id="3" creationId="{B7CD8A2B-8B86-6EE3-F767-7B31C8BEEA60}"/>
          </ac:spMkLst>
        </pc:spChg>
        <pc:spChg chg="mod">
          <ac:chgData name="Minh Đình" userId="836bd1e508d52677" providerId="LiveId" clId="{79A98E41-085B-48A2-8C8D-1C7C2625139E}" dt="2025-03-23T17:57:08.150" v="1168" actId="1076"/>
          <ac:spMkLst>
            <pc:docMk/>
            <pc:sldMk cId="3417143095" sldId="423"/>
            <ac:spMk id="4" creationId="{297406E8-4151-4D2C-06DD-FA4D558AC6C4}"/>
          </ac:spMkLst>
        </pc:spChg>
        <pc:spChg chg="add del">
          <ac:chgData name="Minh Đình" userId="836bd1e508d52677" providerId="LiveId" clId="{79A98E41-085B-48A2-8C8D-1C7C2625139E}" dt="2025-03-23T17:52:37.411" v="1023" actId="22"/>
          <ac:spMkLst>
            <pc:docMk/>
            <pc:sldMk cId="3417143095" sldId="423"/>
            <ac:spMk id="7" creationId="{4FCDACEC-EBEE-D26A-B060-C7096509ECAF}"/>
          </ac:spMkLst>
        </pc:spChg>
        <pc:spChg chg="add">
          <ac:chgData name="Minh Đình" userId="836bd1e508d52677" providerId="LiveId" clId="{79A98E41-085B-48A2-8C8D-1C7C2625139E}" dt="2025-03-23T17:56:50.432" v="1137"/>
          <ac:spMkLst>
            <pc:docMk/>
            <pc:sldMk cId="3417143095" sldId="423"/>
            <ac:spMk id="13" creationId="{04E51252-345E-1958-4A6D-8415A9BC55B1}"/>
          </ac:spMkLst>
        </pc:spChg>
        <pc:picChg chg="del">
          <ac:chgData name="Minh Đình" userId="836bd1e508d52677" providerId="LiveId" clId="{79A98E41-085B-48A2-8C8D-1C7C2625139E}" dt="2025-03-23T17:53:30.746" v="1038" actId="478"/>
          <ac:picMkLst>
            <pc:docMk/>
            <pc:sldMk cId="3417143095" sldId="423"/>
            <ac:picMk id="5" creationId="{5228E4E7-EF90-2F43-2AF3-0FE6A472AACC}"/>
          </ac:picMkLst>
        </pc:picChg>
        <pc:picChg chg="del">
          <ac:chgData name="Minh Đình" userId="836bd1e508d52677" providerId="LiveId" clId="{79A98E41-085B-48A2-8C8D-1C7C2625139E}" dt="2025-03-23T17:53:32.388" v="1039" actId="478"/>
          <ac:picMkLst>
            <pc:docMk/>
            <pc:sldMk cId="3417143095" sldId="423"/>
            <ac:picMk id="8" creationId="{5664634C-E456-8A54-6493-A372B8C62CCD}"/>
          </ac:picMkLst>
        </pc:picChg>
        <pc:picChg chg="add del mod">
          <ac:chgData name="Minh Đình" userId="836bd1e508d52677" providerId="LiveId" clId="{79A98E41-085B-48A2-8C8D-1C7C2625139E}" dt="2025-03-23T17:56:16.195" v="1131" actId="478"/>
          <ac:picMkLst>
            <pc:docMk/>
            <pc:sldMk cId="3417143095" sldId="423"/>
            <ac:picMk id="10" creationId="{4DF2E2DD-9B60-1E4F-33CD-DF0EB7EE5208}"/>
          </ac:picMkLst>
        </pc:picChg>
        <pc:picChg chg="add del mod">
          <ac:chgData name="Minh Đình" userId="836bd1e508d52677" providerId="LiveId" clId="{79A98E41-085B-48A2-8C8D-1C7C2625139E}" dt="2025-03-23T17:56:59.041" v="1166" actId="478"/>
          <ac:picMkLst>
            <pc:docMk/>
            <pc:sldMk cId="3417143095" sldId="423"/>
            <ac:picMk id="12" creationId="{18D30D33-42F2-E562-D480-48A27D779DAF}"/>
          </ac:picMkLst>
        </pc:picChg>
        <pc:picChg chg="add mod">
          <ac:chgData name="Minh Đình" userId="836bd1e508d52677" providerId="LiveId" clId="{79A98E41-085B-48A2-8C8D-1C7C2625139E}" dt="2025-03-23T17:58:11.537" v="1175" actId="1076"/>
          <ac:picMkLst>
            <pc:docMk/>
            <pc:sldMk cId="3417143095" sldId="423"/>
            <ac:picMk id="15" creationId="{A393D439-DFE5-AA2D-B3EC-93F305A2C666}"/>
          </ac:picMkLst>
        </pc:picChg>
      </pc:sldChg>
      <pc:sldChg chg="add del">
        <pc:chgData name="Minh Đình" userId="836bd1e508d52677" providerId="LiveId" clId="{79A98E41-085B-48A2-8C8D-1C7C2625139E}" dt="2025-03-23T17:54:26.403" v="1049" actId="47"/>
        <pc:sldMkLst>
          <pc:docMk/>
          <pc:sldMk cId="3616466924" sldId="424"/>
        </pc:sldMkLst>
      </pc:sldChg>
      <pc:sldChg chg="modSp add mod modShow">
        <pc:chgData name="Minh Đình" userId="836bd1e508d52677" providerId="LiveId" clId="{79A98E41-085B-48A2-8C8D-1C7C2625139E}" dt="2025-03-23T18:29:27.121" v="1473" actId="729"/>
        <pc:sldMkLst>
          <pc:docMk/>
          <pc:sldMk cId="4096421345" sldId="424"/>
        </pc:sldMkLst>
        <pc:spChg chg="mod">
          <ac:chgData name="Minh Đình" userId="836bd1e508d52677" providerId="LiveId" clId="{79A98E41-085B-48A2-8C8D-1C7C2625139E}" dt="2025-03-23T18:02:28.074" v="1245" actId="20577"/>
          <ac:spMkLst>
            <pc:docMk/>
            <pc:sldMk cId="4096421345" sldId="424"/>
            <ac:spMk id="4" creationId="{09080247-1772-90F2-2532-EC05C1A49AE7}"/>
          </ac:spMkLst>
        </pc:spChg>
        <pc:picChg chg="mod">
          <ac:chgData name="Minh Đình" userId="836bd1e508d52677" providerId="LiveId" clId="{79A98E41-085B-48A2-8C8D-1C7C2625139E}" dt="2025-03-23T18:02:31.952" v="1246" actId="1076"/>
          <ac:picMkLst>
            <pc:docMk/>
            <pc:sldMk cId="4096421345" sldId="424"/>
            <ac:picMk id="15" creationId="{FEDDD55A-4AA0-DFDB-3408-B7A850B7E029}"/>
          </ac:picMkLst>
        </pc:picChg>
      </pc:sldChg>
      <pc:sldChg chg="modSp add mod modShow">
        <pc:chgData name="Minh Đình" userId="836bd1e508d52677" providerId="LiveId" clId="{79A98E41-085B-48A2-8C8D-1C7C2625139E}" dt="2025-03-23T18:29:27.121" v="1473" actId="729"/>
        <pc:sldMkLst>
          <pc:docMk/>
          <pc:sldMk cId="4159878005" sldId="425"/>
        </pc:sldMkLst>
        <pc:spChg chg="mod">
          <ac:chgData name="Minh Đình" userId="836bd1e508d52677" providerId="LiveId" clId="{79A98E41-085B-48A2-8C8D-1C7C2625139E}" dt="2025-03-23T18:08:54.240" v="1290" actId="20577"/>
          <ac:spMkLst>
            <pc:docMk/>
            <pc:sldMk cId="4159878005" sldId="425"/>
            <ac:spMk id="2" creationId="{78E4F335-00BB-B830-E103-A2B4852AC56B}"/>
          </ac:spMkLst>
        </pc:spChg>
      </pc:sldChg>
      <pc:sldChg chg="addSp delSp modSp add mod modShow modNotesTx">
        <pc:chgData name="Minh Đình" userId="836bd1e508d52677" providerId="LiveId" clId="{79A98E41-085B-48A2-8C8D-1C7C2625139E}" dt="2025-03-24T02:40:47.123" v="1673" actId="20577"/>
        <pc:sldMkLst>
          <pc:docMk/>
          <pc:sldMk cId="4231576010" sldId="426"/>
        </pc:sldMkLst>
        <pc:spChg chg="mod">
          <ac:chgData name="Minh Đình" userId="836bd1e508d52677" providerId="LiveId" clId="{79A98E41-085B-48A2-8C8D-1C7C2625139E}" dt="2025-03-23T18:09:05.830" v="1328" actId="20577"/>
          <ac:spMkLst>
            <pc:docMk/>
            <pc:sldMk cId="4231576010" sldId="426"/>
            <ac:spMk id="3" creationId="{521049E0-5E64-A5A7-04A3-D81F7AE119A5}"/>
          </ac:spMkLst>
        </pc:spChg>
        <pc:spChg chg="mod">
          <ac:chgData name="Minh Đình" userId="836bd1e508d52677" providerId="LiveId" clId="{79A98E41-085B-48A2-8C8D-1C7C2625139E}" dt="2025-03-23T18:12:32.002" v="1379" actId="20577"/>
          <ac:spMkLst>
            <pc:docMk/>
            <pc:sldMk cId="4231576010" sldId="426"/>
            <ac:spMk id="4" creationId="{A1C477D2-C4E7-8D7E-8F2E-259CE0CFD55A}"/>
          </ac:spMkLst>
        </pc:spChg>
        <pc:picChg chg="add del mod">
          <ac:chgData name="Minh Đình" userId="836bd1e508d52677" providerId="LiveId" clId="{79A98E41-085B-48A2-8C8D-1C7C2625139E}" dt="2025-03-23T18:11:16.138" v="1356" actId="478"/>
          <ac:picMkLst>
            <pc:docMk/>
            <pc:sldMk cId="4231576010" sldId="426"/>
            <ac:picMk id="5" creationId="{712CD467-1296-0FB5-6417-81EC7CB3E707}"/>
          </ac:picMkLst>
        </pc:picChg>
        <pc:picChg chg="add mod">
          <ac:chgData name="Minh Đình" userId="836bd1e508d52677" providerId="LiveId" clId="{79A98E41-085B-48A2-8C8D-1C7C2625139E}" dt="2025-03-23T18:13:01.942" v="1390" actId="1076"/>
          <ac:picMkLst>
            <pc:docMk/>
            <pc:sldMk cId="4231576010" sldId="426"/>
            <ac:picMk id="8" creationId="{DB15945B-5B2C-8DF7-C57F-AE048E61974A}"/>
          </ac:picMkLst>
        </pc:picChg>
        <pc:picChg chg="add mod">
          <ac:chgData name="Minh Đình" userId="836bd1e508d52677" providerId="LiveId" clId="{79A98E41-085B-48A2-8C8D-1C7C2625139E}" dt="2025-03-23T18:12:59.414" v="1389" actId="1076"/>
          <ac:picMkLst>
            <pc:docMk/>
            <pc:sldMk cId="4231576010" sldId="426"/>
            <ac:picMk id="10" creationId="{AA76B180-0716-8FFD-948E-62C98A8C1A5F}"/>
          </ac:picMkLst>
        </pc:picChg>
        <pc:picChg chg="del">
          <ac:chgData name="Minh Đình" userId="836bd1e508d52677" providerId="LiveId" clId="{79A98E41-085B-48A2-8C8D-1C7C2625139E}" dt="2025-03-23T18:09:24.233" v="1329" actId="478"/>
          <ac:picMkLst>
            <pc:docMk/>
            <pc:sldMk cId="4231576010" sldId="426"/>
            <ac:picMk id="15" creationId="{24FA4915-4C80-9FF8-D076-604831F67872}"/>
          </ac:picMkLst>
        </pc:picChg>
      </pc:sldChg>
      <pc:sldChg chg="addSp delSp modSp add mod modShow modNotesTx">
        <pc:chgData name="Minh Đình" userId="836bd1e508d52677" providerId="LiveId" clId="{79A98E41-085B-48A2-8C8D-1C7C2625139E}" dt="2025-03-24T02:40:44.975" v="1672" actId="20577"/>
        <pc:sldMkLst>
          <pc:docMk/>
          <pc:sldMk cId="3361946496" sldId="427"/>
        </pc:sldMkLst>
        <pc:spChg chg="mod">
          <ac:chgData name="Minh Đình" userId="836bd1e508d52677" providerId="LiveId" clId="{79A98E41-085B-48A2-8C8D-1C7C2625139E}" dt="2025-03-23T18:13:47.559" v="1428" actId="20577"/>
          <ac:spMkLst>
            <pc:docMk/>
            <pc:sldMk cId="3361946496" sldId="427"/>
            <ac:spMk id="3" creationId="{41F0AFED-CFDA-32C4-5970-B6CDCD56F061}"/>
          </ac:spMkLst>
        </pc:spChg>
        <pc:spChg chg="mod">
          <ac:chgData name="Minh Đình" userId="836bd1e508d52677" providerId="LiveId" clId="{79A98E41-085B-48A2-8C8D-1C7C2625139E}" dt="2025-03-23T18:17:09.336" v="1461" actId="20577"/>
          <ac:spMkLst>
            <pc:docMk/>
            <pc:sldMk cId="3361946496" sldId="427"/>
            <ac:spMk id="4" creationId="{C0EFC194-61D9-1596-87BB-7800EB30A932}"/>
          </ac:spMkLst>
        </pc:spChg>
        <pc:picChg chg="add mod">
          <ac:chgData name="Minh Đình" userId="836bd1e508d52677" providerId="LiveId" clId="{79A98E41-085B-48A2-8C8D-1C7C2625139E}" dt="2025-03-23T18:17:28.497" v="1470" actId="1076"/>
          <ac:picMkLst>
            <pc:docMk/>
            <pc:sldMk cId="3361946496" sldId="427"/>
            <ac:picMk id="2" creationId="{406B444B-9F87-E409-A598-8DA593573ED0}"/>
          </ac:picMkLst>
        </pc:picChg>
        <pc:picChg chg="add mod">
          <ac:chgData name="Minh Đình" userId="836bd1e508d52677" providerId="LiveId" clId="{79A98E41-085B-48A2-8C8D-1C7C2625139E}" dt="2025-03-23T18:17:31.087" v="1471" actId="1076"/>
          <ac:picMkLst>
            <pc:docMk/>
            <pc:sldMk cId="3361946496" sldId="427"/>
            <ac:picMk id="5" creationId="{E775FDE6-DFD4-87B9-AD9A-50FB9C24BE44}"/>
          </ac:picMkLst>
        </pc:picChg>
        <pc:picChg chg="del">
          <ac:chgData name="Minh Đình" userId="836bd1e508d52677" providerId="LiveId" clId="{79A98E41-085B-48A2-8C8D-1C7C2625139E}" dt="2025-03-23T18:14:59.525" v="1433" actId="478"/>
          <ac:picMkLst>
            <pc:docMk/>
            <pc:sldMk cId="3361946496" sldId="427"/>
            <ac:picMk id="8" creationId="{0A093A39-32E3-A20A-2C96-58F19641AB69}"/>
          </ac:picMkLst>
        </pc:picChg>
        <pc:picChg chg="add mod">
          <ac:chgData name="Minh Đình" userId="836bd1e508d52677" providerId="LiveId" clId="{79A98E41-085B-48A2-8C8D-1C7C2625139E}" dt="2025-03-23T18:17:22.877" v="1467" actId="1076"/>
          <ac:picMkLst>
            <pc:docMk/>
            <pc:sldMk cId="3361946496" sldId="427"/>
            <ac:picMk id="9" creationId="{3FF70F21-1FF2-0401-9BF9-270D5D365E9F}"/>
          </ac:picMkLst>
        </pc:picChg>
        <pc:picChg chg="del">
          <ac:chgData name="Minh Đình" userId="836bd1e508d52677" providerId="LiveId" clId="{79A98E41-085B-48A2-8C8D-1C7C2625139E}" dt="2025-03-23T18:14:58.581" v="1432" actId="478"/>
          <ac:picMkLst>
            <pc:docMk/>
            <pc:sldMk cId="3361946496" sldId="427"/>
            <ac:picMk id="10" creationId="{37ED1848-002B-C950-FB52-461CD9B6FC5B}"/>
          </ac:picMkLst>
        </pc:picChg>
      </pc:sldChg>
      <pc:sldChg chg="addSp delSp modSp add mod modNotesTx">
        <pc:chgData name="Minh Đình" userId="836bd1e508d52677" providerId="LiveId" clId="{79A98E41-085B-48A2-8C8D-1C7C2625139E}" dt="2025-03-24T02:40:39.912" v="1670" actId="20577"/>
        <pc:sldMkLst>
          <pc:docMk/>
          <pc:sldMk cId="1159126444" sldId="428"/>
        </pc:sldMkLst>
        <pc:spChg chg="mod">
          <ac:chgData name="Minh Đình" userId="836bd1e508d52677" providerId="LiveId" clId="{79A98E41-085B-48A2-8C8D-1C7C2625139E}" dt="2025-03-23T18:34:02.342" v="1651" actId="20577"/>
          <ac:spMkLst>
            <pc:docMk/>
            <pc:sldMk cId="1159126444" sldId="428"/>
            <ac:spMk id="3" creationId="{6D530349-98C2-1636-89A5-5D93AA6E63CB}"/>
          </ac:spMkLst>
        </pc:spChg>
        <pc:spChg chg="mod">
          <ac:chgData name="Minh Đình" userId="836bd1e508d52677" providerId="LiveId" clId="{79A98E41-085B-48A2-8C8D-1C7C2625139E}" dt="2025-03-23T18:34:48.366" v="1665" actId="1076"/>
          <ac:spMkLst>
            <pc:docMk/>
            <pc:sldMk cId="1159126444" sldId="428"/>
            <ac:spMk id="4" creationId="{BBBED001-1425-B749-F129-1DB506ED9E0C}"/>
          </ac:spMkLst>
        </pc:spChg>
        <pc:spChg chg="add del">
          <ac:chgData name="Minh Đình" userId="836bd1e508d52677" providerId="LiveId" clId="{79A98E41-085B-48A2-8C8D-1C7C2625139E}" dt="2025-03-23T18:32:20.664" v="1574" actId="22"/>
          <ac:spMkLst>
            <pc:docMk/>
            <pc:sldMk cId="1159126444" sldId="428"/>
            <ac:spMk id="11" creationId="{4471A379-6895-C223-A13F-60926490448D}"/>
          </ac:spMkLst>
        </pc:spChg>
        <pc:spChg chg="add">
          <ac:chgData name="Minh Đình" userId="836bd1e508d52677" providerId="LiveId" clId="{79A98E41-085B-48A2-8C8D-1C7C2625139E}" dt="2025-03-23T18:32:48.370" v="1583"/>
          <ac:spMkLst>
            <pc:docMk/>
            <pc:sldMk cId="1159126444" sldId="428"/>
            <ac:spMk id="12" creationId="{09D6F468-88CF-B3CE-428A-EF7EC999F48E}"/>
          </ac:spMkLst>
        </pc:spChg>
        <pc:spChg chg="add del">
          <ac:chgData name="Minh Đình" userId="836bd1e508d52677" providerId="LiveId" clId="{79A98E41-085B-48A2-8C8D-1C7C2625139E}" dt="2025-03-23T18:34:57.830" v="1667" actId="22"/>
          <ac:spMkLst>
            <pc:docMk/>
            <pc:sldMk cId="1159126444" sldId="428"/>
            <ac:spMk id="16" creationId="{0FBE8B3A-E96C-FC36-4149-5FBC382B7387}"/>
          </ac:spMkLst>
        </pc:spChg>
        <pc:picChg chg="del">
          <ac:chgData name="Minh Đình" userId="836bd1e508d52677" providerId="LiveId" clId="{79A98E41-085B-48A2-8C8D-1C7C2625139E}" dt="2025-03-23T18:29:59.994" v="1538" actId="478"/>
          <ac:picMkLst>
            <pc:docMk/>
            <pc:sldMk cId="1159126444" sldId="428"/>
            <ac:picMk id="2" creationId="{78D9711E-6194-3079-1B13-FFBAE9781983}"/>
          </ac:picMkLst>
        </pc:picChg>
        <pc:picChg chg="del">
          <ac:chgData name="Minh Đình" userId="836bd1e508d52677" providerId="LiveId" clId="{79A98E41-085B-48A2-8C8D-1C7C2625139E}" dt="2025-03-23T18:30:01.831" v="1540" actId="478"/>
          <ac:picMkLst>
            <pc:docMk/>
            <pc:sldMk cId="1159126444" sldId="428"/>
            <ac:picMk id="5" creationId="{946E9F83-4D40-2E55-746B-0B160C798D1A}"/>
          </ac:picMkLst>
        </pc:picChg>
        <pc:picChg chg="add del mod">
          <ac:chgData name="Minh Đình" userId="836bd1e508d52677" providerId="LiveId" clId="{79A98E41-085B-48A2-8C8D-1C7C2625139E}" dt="2025-03-23T18:32:17.136" v="1571" actId="478"/>
          <ac:picMkLst>
            <pc:docMk/>
            <pc:sldMk cId="1159126444" sldId="428"/>
            <ac:picMk id="8" creationId="{BEEDD42D-0AB6-14D1-99DB-07639FE89766}"/>
          </ac:picMkLst>
        </pc:picChg>
        <pc:picChg chg="del">
          <ac:chgData name="Minh Đình" userId="836bd1e508d52677" providerId="LiveId" clId="{79A98E41-085B-48A2-8C8D-1C7C2625139E}" dt="2025-03-23T18:30:02.516" v="1541" actId="478"/>
          <ac:picMkLst>
            <pc:docMk/>
            <pc:sldMk cId="1159126444" sldId="428"/>
            <ac:picMk id="9" creationId="{DFE8DFE8-0D8E-0FB2-75B4-A88181A10970}"/>
          </ac:picMkLst>
        </pc:picChg>
        <pc:picChg chg="add mod">
          <ac:chgData name="Minh Đình" userId="836bd1e508d52677" providerId="LiveId" clId="{79A98E41-085B-48A2-8C8D-1C7C2625139E}" dt="2025-03-23T18:34:46.083" v="1664" actId="1076"/>
          <ac:picMkLst>
            <pc:docMk/>
            <pc:sldMk cId="1159126444" sldId="428"/>
            <ac:picMk id="14" creationId="{7DB62804-4712-7A93-457B-BF1E2C95CF53}"/>
          </ac:picMkLst>
        </pc:picChg>
      </pc:sldChg>
      <pc:sldChg chg="modSp add mod">
        <pc:chgData name="Minh Đình" userId="836bd1e508d52677" providerId="LiveId" clId="{79A98E41-085B-48A2-8C8D-1C7C2625139E}" dt="2025-03-23T18:29:47.072" v="1495" actId="20577"/>
        <pc:sldMkLst>
          <pc:docMk/>
          <pc:sldMk cId="3459158504" sldId="429"/>
        </pc:sldMkLst>
        <pc:spChg chg="mod">
          <ac:chgData name="Minh Đình" userId="836bd1e508d52677" providerId="LiveId" clId="{79A98E41-085B-48A2-8C8D-1C7C2625139E}" dt="2025-03-23T18:29:47.072" v="1495" actId="20577"/>
          <ac:spMkLst>
            <pc:docMk/>
            <pc:sldMk cId="3459158504" sldId="429"/>
            <ac:spMk id="2" creationId="{301911E3-8745-63F4-DBCB-5A58CD2C8285}"/>
          </ac:spMkLst>
        </pc:spChg>
      </pc:sldChg>
      <pc:sldChg chg="add del">
        <pc:chgData name="Minh Đình" userId="836bd1e508d52677" providerId="LiveId" clId="{79A98E41-085B-48A2-8C8D-1C7C2625139E}" dt="2025-03-23T18:30:13.856" v="1547"/>
        <pc:sldMkLst>
          <pc:docMk/>
          <pc:sldMk cId="2692232346" sldId="430"/>
        </pc:sldMkLst>
      </pc:sldChg>
      <pc:sldChg chg="add ord modNotesTx">
        <pc:chgData name="Minh Đình" userId="836bd1e508d52677" providerId="LiveId" clId="{79A98E41-085B-48A2-8C8D-1C7C2625139E}" dt="2025-03-24T02:40:42.405" v="1671" actId="20577"/>
        <pc:sldMkLst>
          <pc:docMk/>
          <pc:sldMk cId="4274623059" sldId="430"/>
        </pc:sldMkLst>
      </pc:sldChg>
    </pc:docChg>
  </pc:docChgLst>
  <pc:docChgLst>
    <pc:chgData name="Minh Đình" userId="836bd1e508d52677" providerId="LiveId" clId="{D3FC1DAC-9DAF-4E26-9BCF-C473F919E407}"/>
    <pc:docChg chg="undo custSel addSld delSld modSld modMainMaster">
      <pc:chgData name="Minh Đình" userId="836bd1e508d52677" providerId="LiveId" clId="{D3FC1DAC-9DAF-4E26-9BCF-C473F919E407}" dt="2024-09-05T17:07:08.260" v="3450" actId="1076"/>
      <pc:docMkLst>
        <pc:docMk/>
      </pc:docMkLst>
      <pc:sldChg chg="modSp mod">
        <pc:chgData name="Minh Đình" userId="836bd1e508d52677" providerId="LiveId" clId="{D3FC1DAC-9DAF-4E26-9BCF-C473F919E407}" dt="2024-09-05T16:25:31.464" v="284" actId="20577"/>
        <pc:sldMkLst>
          <pc:docMk/>
          <pc:sldMk cId="345753689" sldId="256"/>
        </pc:sldMkLst>
      </pc:sldChg>
      <pc:sldChg chg="delSp modSp mod">
        <pc:chgData name="Minh Đình" userId="836bd1e508d52677" providerId="LiveId" clId="{D3FC1DAC-9DAF-4E26-9BCF-C473F919E407}" dt="2024-09-05T16:27:44.774" v="593"/>
        <pc:sldMkLst>
          <pc:docMk/>
          <pc:sldMk cId="3911317014" sldId="257"/>
        </pc:sldMkLst>
      </pc:sldChg>
      <pc:sldChg chg="del">
        <pc:chgData name="Minh Đình" userId="836bd1e508d52677" providerId="LiveId" clId="{D3FC1DAC-9DAF-4E26-9BCF-C473F919E407}" dt="2024-09-05T16:27:48.246" v="594" actId="47"/>
        <pc:sldMkLst>
          <pc:docMk/>
          <pc:sldMk cId="1722033778" sldId="258"/>
        </pc:sldMkLst>
      </pc:sldChg>
      <pc:sldChg chg="addSp delSp modSp mod">
        <pc:chgData name="Minh Đình" userId="836bd1e508d52677" providerId="LiveId" clId="{D3FC1DAC-9DAF-4E26-9BCF-C473F919E407}" dt="2024-09-05T16:36:57.787" v="1414" actId="1076"/>
        <pc:sldMkLst>
          <pc:docMk/>
          <pc:sldMk cId="4007310481" sldId="259"/>
        </pc:sldMkLst>
      </pc:sldChg>
      <pc:sldChg chg="delSp del">
        <pc:chgData name="Minh Đình" userId="836bd1e508d52677" providerId="LiveId" clId="{D3FC1DAC-9DAF-4E26-9BCF-C473F919E407}" dt="2024-09-05T16:38:32.191" v="1446" actId="47"/>
        <pc:sldMkLst>
          <pc:docMk/>
          <pc:sldMk cId="2912988929" sldId="260"/>
        </pc:sldMkLst>
      </pc:sldChg>
      <pc:sldChg chg="del">
        <pc:chgData name="Minh Đình" userId="836bd1e508d52677" providerId="LiveId" clId="{D3FC1DAC-9DAF-4E26-9BCF-C473F919E407}" dt="2024-09-05T16:38:18.961" v="1417" actId="47"/>
        <pc:sldMkLst>
          <pc:docMk/>
          <pc:sldMk cId="610353939" sldId="261"/>
        </pc:sldMkLst>
      </pc:sldChg>
      <pc:sldChg chg="del">
        <pc:chgData name="Minh Đình" userId="836bd1e508d52677" providerId="LiveId" clId="{D3FC1DAC-9DAF-4E26-9BCF-C473F919E407}" dt="2024-09-05T16:37:45.914" v="1416" actId="47"/>
        <pc:sldMkLst>
          <pc:docMk/>
          <pc:sldMk cId="1967633584" sldId="262"/>
        </pc:sldMkLst>
      </pc:sldChg>
      <pc:sldChg chg="del">
        <pc:chgData name="Minh Đình" userId="836bd1e508d52677" providerId="LiveId" clId="{D3FC1DAC-9DAF-4E26-9BCF-C473F919E407}" dt="2024-09-05T16:38:19.173" v="1418" actId="47"/>
        <pc:sldMkLst>
          <pc:docMk/>
          <pc:sldMk cId="3904948485" sldId="263"/>
        </pc:sldMkLst>
      </pc:sldChg>
      <pc:sldChg chg="del">
        <pc:chgData name="Minh Đình" userId="836bd1e508d52677" providerId="LiveId" clId="{D3FC1DAC-9DAF-4E26-9BCF-C473F919E407}" dt="2024-09-05T16:38:19.558" v="1419" actId="47"/>
        <pc:sldMkLst>
          <pc:docMk/>
          <pc:sldMk cId="3404263136" sldId="264"/>
        </pc:sldMkLst>
      </pc:sldChg>
      <pc:sldChg chg="del">
        <pc:chgData name="Minh Đình" userId="836bd1e508d52677" providerId="LiveId" clId="{D3FC1DAC-9DAF-4E26-9BCF-C473F919E407}" dt="2024-09-05T16:38:19.747" v="1420" actId="47"/>
        <pc:sldMkLst>
          <pc:docMk/>
          <pc:sldMk cId="3766027718" sldId="265"/>
        </pc:sldMkLst>
      </pc:sldChg>
      <pc:sldChg chg="del">
        <pc:chgData name="Minh Đình" userId="836bd1e508d52677" providerId="LiveId" clId="{D3FC1DAC-9DAF-4E26-9BCF-C473F919E407}" dt="2024-09-05T16:38:19.986" v="1421" actId="47"/>
        <pc:sldMkLst>
          <pc:docMk/>
          <pc:sldMk cId="2748488782" sldId="266"/>
        </pc:sldMkLst>
      </pc:sldChg>
      <pc:sldChg chg="del">
        <pc:chgData name="Minh Đình" userId="836bd1e508d52677" providerId="LiveId" clId="{D3FC1DAC-9DAF-4E26-9BCF-C473F919E407}" dt="2024-09-05T16:38:20.050" v="1422" actId="47"/>
        <pc:sldMkLst>
          <pc:docMk/>
          <pc:sldMk cId="22823622" sldId="267"/>
        </pc:sldMkLst>
      </pc:sldChg>
      <pc:sldChg chg="del">
        <pc:chgData name="Minh Đình" userId="836bd1e508d52677" providerId="LiveId" clId="{D3FC1DAC-9DAF-4E26-9BCF-C473F919E407}" dt="2024-09-05T16:38:20.264" v="1423" actId="47"/>
        <pc:sldMkLst>
          <pc:docMk/>
          <pc:sldMk cId="767395912" sldId="268"/>
        </pc:sldMkLst>
      </pc:sldChg>
      <pc:sldChg chg="del">
        <pc:chgData name="Minh Đình" userId="836bd1e508d52677" providerId="LiveId" clId="{D3FC1DAC-9DAF-4E26-9BCF-C473F919E407}" dt="2024-09-05T16:38:20.331" v="1424" actId="47"/>
        <pc:sldMkLst>
          <pc:docMk/>
          <pc:sldMk cId="974486449" sldId="269"/>
        </pc:sldMkLst>
      </pc:sldChg>
      <pc:sldChg chg="del">
        <pc:chgData name="Minh Đình" userId="836bd1e508d52677" providerId="LiveId" clId="{D3FC1DAC-9DAF-4E26-9BCF-C473F919E407}" dt="2024-09-05T16:38:20.550" v="1425" actId="47"/>
        <pc:sldMkLst>
          <pc:docMk/>
          <pc:sldMk cId="1691653636" sldId="270"/>
        </pc:sldMkLst>
      </pc:sldChg>
      <pc:sldChg chg="del">
        <pc:chgData name="Minh Đình" userId="836bd1e508d52677" providerId="LiveId" clId="{D3FC1DAC-9DAF-4E26-9BCF-C473F919E407}" dt="2024-09-05T16:38:20.809" v="1427" actId="47"/>
        <pc:sldMkLst>
          <pc:docMk/>
          <pc:sldMk cId="811246154" sldId="271"/>
        </pc:sldMkLst>
      </pc:sldChg>
      <pc:sldChg chg="del">
        <pc:chgData name="Minh Đình" userId="836bd1e508d52677" providerId="LiveId" clId="{D3FC1DAC-9DAF-4E26-9BCF-C473F919E407}" dt="2024-09-05T16:38:22.072" v="1433" actId="47"/>
        <pc:sldMkLst>
          <pc:docMk/>
          <pc:sldMk cId="284976611" sldId="272"/>
        </pc:sldMkLst>
      </pc:sldChg>
      <pc:sldChg chg="del">
        <pc:chgData name="Minh Đình" userId="836bd1e508d52677" providerId="LiveId" clId="{D3FC1DAC-9DAF-4E26-9BCF-C473F919E407}" dt="2024-09-05T16:38:20.625" v="1426" actId="47"/>
        <pc:sldMkLst>
          <pc:docMk/>
          <pc:sldMk cId="2796873521" sldId="273"/>
        </pc:sldMkLst>
      </pc:sldChg>
      <pc:sldChg chg="del">
        <pc:chgData name="Minh Đình" userId="836bd1e508d52677" providerId="LiveId" clId="{D3FC1DAC-9DAF-4E26-9BCF-C473F919E407}" dt="2024-09-05T16:38:21.596" v="1430" actId="47"/>
        <pc:sldMkLst>
          <pc:docMk/>
          <pc:sldMk cId="3370097097" sldId="274"/>
        </pc:sldMkLst>
      </pc:sldChg>
      <pc:sldChg chg="del">
        <pc:chgData name="Minh Đình" userId="836bd1e508d52677" providerId="LiveId" clId="{D3FC1DAC-9DAF-4E26-9BCF-C473F919E407}" dt="2024-09-05T16:38:21.174" v="1428" actId="47"/>
        <pc:sldMkLst>
          <pc:docMk/>
          <pc:sldMk cId="1740062919" sldId="275"/>
        </pc:sldMkLst>
      </pc:sldChg>
      <pc:sldChg chg="del">
        <pc:chgData name="Minh Đình" userId="836bd1e508d52677" providerId="LiveId" clId="{D3FC1DAC-9DAF-4E26-9BCF-C473F919E407}" dt="2024-09-05T16:38:21.704" v="1431" actId="47"/>
        <pc:sldMkLst>
          <pc:docMk/>
          <pc:sldMk cId="3071658624" sldId="276"/>
        </pc:sldMkLst>
      </pc:sldChg>
      <pc:sldChg chg="del">
        <pc:chgData name="Minh Đình" userId="836bd1e508d52677" providerId="LiveId" clId="{D3FC1DAC-9DAF-4E26-9BCF-C473F919E407}" dt="2024-09-05T16:38:22.230" v="1434" actId="47"/>
        <pc:sldMkLst>
          <pc:docMk/>
          <pc:sldMk cId="238947915" sldId="277"/>
        </pc:sldMkLst>
      </pc:sldChg>
      <pc:sldChg chg="del">
        <pc:chgData name="Minh Đình" userId="836bd1e508d52677" providerId="LiveId" clId="{D3FC1DAC-9DAF-4E26-9BCF-C473F919E407}" dt="2024-09-05T16:38:22.428" v="1435" actId="47"/>
        <pc:sldMkLst>
          <pc:docMk/>
          <pc:sldMk cId="1140129264" sldId="278"/>
        </pc:sldMkLst>
      </pc:sldChg>
      <pc:sldChg chg="del">
        <pc:chgData name="Minh Đình" userId="836bd1e508d52677" providerId="LiveId" clId="{D3FC1DAC-9DAF-4E26-9BCF-C473F919E407}" dt="2024-09-05T16:38:23.229" v="1438" actId="47"/>
        <pc:sldMkLst>
          <pc:docMk/>
          <pc:sldMk cId="3771279957" sldId="279"/>
        </pc:sldMkLst>
      </pc:sldChg>
      <pc:sldChg chg="del">
        <pc:chgData name="Minh Đình" userId="836bd1e508d52677" providerId="LiveId" clId="{D3FC1DAC-9DAF-4E26-9BCF-C473F919E407}" dt="2024-09-05T16:38:23.377" v="1439" actId="47"/>
        <pc:sldMkLst>
          <pc:docMk/>
          <pc:sldMk cId="3861452339" sldId="280"/>
        </pc:sldMkLst>
      </pc:sldChg>
      <pc:sldChg chg="del">
        <pc:chgData name="Minh Đình" userId="836bd1e508d52677" providerId="LiveId" clId="{D3FC1DAC-9DAF-4E26-9BCF-C473F919E407}" dt="2024-09-05T16:38:23.562" v="1440" actId="47"/>
        <pc:sldMkLst>
          <pc:docMk/>
          <pc:sldMk cId="950941139" sldId="281"/>
        </pc:sldMkLst>
      </pc:sldChg>
      <pc:sldChg chg="del">
        <pc:chgData name="Minh Đình" userId="836bd1e508d52677" providerId="LiveId" clId="{D3FC1DAC-9DAF-4E26-9BCF-C473F919E407}" dt="2024-09-05T16:38:22.865" v="1436" actId="47"/>
        <pc:sldMkLst>
          <pc:docMk/>
          <pc:sldMk cId="2967780640" sldId="282"/>
        </pc:sldMkLst>
      </pc:sldChg>
      <pc:sldChg chg="del">
        <pc:chgData name="Minh Đình" userId="836bd1e508d52677" providerId="LiveId" clId="{D3FC1DAC-9DAF-4E26-9BCF-C473F919E407}" dt="2024-09-05T16:38:23.747" v="1441" actId="47"/>
        <pc:sldMkLst>
          <pc:docMk/>
          <pc:sldMk cId="616751478" sldId="283"/>
        </pc:sldMkLst>
      </pc:sldChg>
      <pc:sldChg chg="del">
        <pc:chgData name="Minh Đình" userId="836bd1e508d52677" providerId="LiveId" clId="{D3FC1DAC-9DAF-4E26-9BCF-C473F919E407}" dt="2024-09-05T16:38:21.559" v="1429" actId="47"/>
        <pc:sldMkLst>
          <pc:docMk/>
          <pc:sldMk cId="198803338" sldId="284"/>
        </pc:sldMkLst>
      </pc:sldChg>
      <pc:sldChg chg="del">
        <pc:chgData name="Minh Đình" userId="836bd1e508d52677" providerId="LiveId" clId="{D3FC1DAC-9DAF-4E26-9BCF-C473F919E407}" dt="2024-09-05T16:38:21.970" v="1432" actId="47"/>
        <pc:sldMkLst>
          <pc:docMk/>
          <pc:sldMk cId="3779123254" sldId="285"/>
        </pc:sldMkLst>
      </pc:sldChg>
      <pc:sldChg chg="del">
        <pc:chgData name="Minh Đình" userId="836bd1e508d52677" providerId="LiveId" clId="{D3FC1DAC-9DAF-4E26-9BCF-C473F919E407}" dt="2024-09-05T16:38:23.028" v="1437" actId="47"/>
        <pc:sldMkLst>
          <pc:docMk/>
          <pc:sldMk cId="3722698626" sldId="286"/>
        </pc:sldMkLst>
      </pc:sldChg>
      <pc:sldChg chg="del">
        <pc:chgData name="Minh Đình" userId="836bd1e508d52677" providerId="LiveId" clId="{D3FC1DAC-9DAF-4E26-9BCF-C473F919E407}" dt="2024-09-05T16:38:24.699" v="1443" actId="47"/>
        <pc:sldMkLst>
          <pc:docMk/>
          <pc:sldMk cId="2053841181" sldId="287"/>
        </pc:sldMkLst>
      </pc:sldChg>
      <pc:sldChg chg="del">
        <pc:chgData name="Minh Đình" userId="836bd1e508d52677" providerId="LiveId" clId="{D3FC1DAC-9DAF-4E26-9BCF-C473F919E407}" dt="2024-09-05T16:38:25.376" v="1444" actId="47"/>
        <pc:sldMkLst>
          <pc:docMk/>
          <pc:sldMk cId="1045413417" sldId="288"/>
        </pc:sldMkLst>
      </pc:sldChg>
      <pc:sldChg chg="del">
        <pc:chgData name="Minh Đình" userId="836bd1e508d52677" providerId="LiveId" clId="{D3FC1DAC-9DAF-4E26-9BCF-C473F919E407}" dt="2024-09-05T16:38:24.451" v="1442" actId="47"/>
        <pc:sldMkLst>
          <pc:docMk/>
          <pc:sldMk cId="812647908" sldId="289"/>
        </pc:sldMkLst>
      </pc:sldChg>
      <pc:sldChg chg="addSp delSp modSp add mod">
        <pc:chgData name="Minh Đình" userId="836bd1e508d52677" providerId="LiveId" clId="{D3FC1DAC-9DAF-4E26-9BCF-C473F919E407}" dt="2024-09-05T17:04:07.363" v="3425" actId="1076"/>
        <pc:sldMkLst>
          <pc:docMk/>
          <pc:sldMk cId="2362030471" sldId="291"/>
        </pc:sldMkLst>
      </pc:sldChg>
      <pc:sldChg chg="addSp delSp modSp add mod">
        <pc:chgData name="Minh Đình" userId="836bd1e508d52677" providerId="LiveId" clId="{D3FC1DAC-9DAF-4E26-9BCF-C473F919E407}" dt="2024-09-05T17:07:08.260" v="3450" actId="1076"/>
        <pc:sldMkLst>
          <pc:docMk/>
          <pc:sldMk cId="2846738660" sldId="292"/>
        </pc:sldMkLst>
      </pc:sldChg>
      <pc:sldChg chg="addSp delSp modSp add mod">
        <pc:chgData name="Minh Đình" userId="836bd1e508d52677" providerId="LiveId" clId="{D3FC1DAC-9DAF-4E26-9BCF-C473F919E407}" dt="2024-09-05T17:00:32.541" v="3416" actId="1036"/>
        <pc:sldMkLst>
          <pc:docMk/>
          <pc:sldMk cId="3319919972" sldId="293"/>
        </pc:sldMkLst>
      </pc:sldChg>
      <pc:sldMasterChg chg="delSp modSp mod">
        <pc:chgData name="Minh Đình" userId="836bd1e508d52677" providerId="LiveId" clId="{D3FC1DAC-9DAF-4E26-9BCF-C473F919E407}" dt="2024-09-05T16:22:52.562" v="173" actId="20577"/>
        <pc:sldMasterMkLst>
          <pc:docMk/>
          <pc:sldMasterMk cId="901545815" sldId="2147483648"/>
        </pc:sldMasterMkLst>
      </pc:sldMasterChg>
    </pc:docChg>
  </pc:docChgLst>
  <pc:docChgLst>
    <pc:chgData name="Minh Đình" userId="836bd1e508d52677" providerId="LiveId" clId="{BC4FECA1-4CF7-4E9E-94CB-50ACBD82B91C}"/>
    <pc:docChg chg="undo custSel addSld delSld modSld sldOrd">
      <pc:chgData name="Minh Đình" userId="836bd1e508d52677" providerId="LiveId" clId="{BC4FECA1-4CF7-4E9E-94CB-50ACBD82B91C}" dt="2024-10-04T06:01:54.671" v="1637" actId="20577"/>
      <pc:docMkLst>
        <pc:docMk/>
      </pc:docMkLst>
      <pc:sldChg chg="addSp delSp modSp mod">
        <pc:chgData name="Minh Đình" userId="836bd1e508d52677" providerId="LiveId" clId="{BC4FECA1-4CF7-4E9E-94CB-50ACBD82B91C}" dt="2024-09-27T09:33:20.868" v="80" actId="1076"/>
        <pc:sldMkLst>
          <pc:docMk/>
          <pc:sldMk cId="345753689" sldId="256"/>
        </pc:sldMkLst>
      </pc:sldChg>
      <pc:sldChg chg="delSp del">
        <pc:chgData name="Minh Đình" userId="836bd1e508d52677" providerId="LiveId" clId="{BC4FECA1-4CF7-4E9E-94CB-50ACBD82B91C}" dt="2024-09-29T15:36:51.015" v="83" actId="47"/>
        <pc:sldMkLst>
          <pc:docMk/>
          <pc:sldMk cId="4007310481" sldId="259"/>
        </pc:sldMkLst>
      </pc:sldChg>
      <pc:sldChg chg="addSp delSp modSp mod">
        <pc:chgData name="Minh Đình" userId="836bd1e508d52677" providerId="LiveId" clId="{BC4FECA1-4CF7-4E9E-94CB-50ACBD82B91C}" dt="2024-10-03T08:43:25.729" v="1501" actId="1076"/>
        <pc:sldMkLst>
          <pc:docMk/>
          <pc:sldMk cId="2362030471" sldId="291"/>
        </pc:sldMkLst>
      </pc:sldChg>
      <pc:sldChg chg="del">
        <pc:chgData name="Minh Đình" userId="836bd1e508d52677" providerId="LiveId" clId="{BC4FECA1-4CF7-4E9E-94CB-50ACBD82B91C}" dt="2024-09-29T15:36:51.824" v="84" actId="47"/>
        <pc:sldMkLst>
          <pc:docMk/>
          <pc:sldMk cId="1919586846" sldId="294"/>
        </pc:sldMkLst>
      </pc:sldChg>
      <pc:sldChg chg="del">
        <pc:chgData name="Minh Đình" userId="836bd1e508d52677" providerId="LiveId" clId="{BC4FECA1-4CF7-4E9E-94CB-50ACBD82B91C}" dt="2024-09-29T15:36:52.711" v="85" actId="47"/>
        <pc:sldMkLst>
          <pc:docMk/>
          <pc:sldMk cId="3404705246" sldId="295"/>
        </pc:sldMkLst>
      </pc:sldChg>
      <pc:sldChg chg="del">
        <pc:chgData name="Minh Đình" userId="836bd1e508d52677" providerId="LiveId" clId="{BC4FECA1-4CF7-4E9E-94CB-50ACBD82B91C}" dt="2024-09-29T15:37:10.219" v="134" actId="47"/>
        <pc:sldMkLst>
          <pc:docMk/>
          <pc:sldMk cId="2664797403" sldId="296"/>
        </pc:sldMkLst>
      </pc:sldChg>
      <pc:sldChg chg="del">
        <pc:chgData name="Minh Đình" userId="836bd1e508d52677" providerId="LiveId" clId="{BC4FECA1-4CF7-4E9E-94CB-50ACBD82B91C}" dt="2024-09-29T15:37:11.013" v="135" actId="47"/>
        <pc:sldMkLst>
          <pc:docMk/>
          <pc:sldMk cId="4218536994" sldId="297"/>
        </pc:sldMkLst>
      </pc:sldChg>
      <pc:sldChg chg="del">
        <pc:chgData name="Minh Đình" userId="836bd1e508d52677" providerId="LiveId" clId="{BC4FECA1-4CF7-4E9E-94CB-50ACBD82B91C}" dt="2024-09-29T15:37:12.200" v="136" actId="47"/>
        <pc:sldMkLst>
          <pc:docMk/>
          <pc:sldMk cId="2452277117" sldId="298"/>
        </pc:sldMkLst>
      </pc:sldChg>
      <pc:sldChg chg="del">
        <pc:chgData name="Minh Đình" userId="836bd1e508d52677" providerId="LiveId" clId="{BC4FECA1-4CF7-4E9E-94CB-50ACBD82B91C}" dt="2024-09-29T15:37:13.047" v="137" actId="47"/>
        <pc:sldMkLst>
          <pc:docMk/>
          <pc:sldMk cId="2722962975" sldId="299"/>
        </pc:sldMkLst>
      </pc:sldChg>
      <pc:sldChg chg="modSp mod">
        <pc:chgData name="Minh Đình" userId="836bd1e508d52677" providerId="LiveId" clId="{BC4FECA1-4CF7-4E9E-94CB-50ACBD82B91C}" dt="2024-10-04T05:58:27.146" v="1503" actId="20577"/>
        <pc:sldMkLst>
          <pc:docMk/>
          <pc:sldMk cId="3017430305" sldId="300"/>
        </pc:sldMkLst>
      </pc:sldChg>
      <pc:sldChg chg="del">
        <pc:chgData name="Minh Đình" userId="836bd1e508d52677" providerId="LiveId" clId="{BC4FECA1-4CF7-4E9E-94CB-50ACBD82B91C}" dt="2024-09-29T17:12:28.381" v="1312" actId="47"/>
        <pc:sldMkLst>
          <pc:docMk/>
          <pc:sldMk cId="2871641466" sldId="301"/>
        </pc:sldMkLst>
      </pc:sldChg>
      <pc:sldChg chg="addSp delSp modSp add mod">
        <pc:chgData name="Minh Đình" userId="836bd1e508d52677" providerId="LiveId" clId="{BC4FECA1-4CF7-4E9E-94CB-50ACBD82B91C}" dt="2024-09-29T16:29:37.789" v="313" actId="1076"/>
        <pc:sldMkLst>
          <pc:docMk/>
          <pc:sldMk cId="2269098972" sldId="302"/>
        </pc:sldMkLst>
      </pc:sldChg>
      <pc:sldChg chg="addSp delSp modSp add mod">
        <pc:chgData name="Minh Đình" userId="836bd1e508d52677" providerId="LiveId" clId="{BC4FECA1-4CF7-4E9E-94CB-50ACBD82B91C}" dt="2024-09-29T16:43:10.376" v="496" actId="1076"/>
        <pc:sldMkLst>
          <pc:docMk/>
          <pc:sldMk cId="4244859296" sldId="303"/>
        </pc:sldMkLst>
      </pc:sldChg>
      <pc:sldChg chg="add ord">
        <pc:chgData name="Minh Đình" userId="836bd1e508d52677" providerId="LiveId" clId="{BC4FECA1-4CF7-4E9E-94CB-50ACBD82B91C}" dt="2024-09-29T16:43:34.509" v="498"/>
        <pc:sldMkLst>
          <pc:docMk/>
          <pc:sldMk cId="1643471160" sldId="304"/>
        </pc:sldMkLst>
      </pc:sldChg>
      <pc:sldChg chg="addSp delSp modSp add mod">
        <pc:chgData name="Minh Đình" userId="836bd1e508d52677" providerId="LiveId" clId="{BC4FECA1-4CF7-4E9E-94CB-50ACBD82B91C}" dt="2024-09-29T16:51:41.855" v="764"/>
        <pc:sldMkLst>
          <pc:docMk/>
          <pc:sldMk cId="2652992976" sldId="305"/>
        </pc:sldMkLst>
      </pc:sldChg>
      <pc:sldChg chg="addSp delSp modSp add mod">
        <pc:chgData name="Minh Đình" userId="836bd1e508d52677" providerId="LiveId" clId="{BC4FECA1-4CF7-4E9E-94CB-50ACBD82B91C}" dt="2024-09-29T17:02:24.285" v="1039" actId="1076"/>
        <pc:sldMkLst>
          <pc:docMk/>
          <pc:sldMk cId="3375108338" sldId="306"/>
        </pc:sldMkLst>
      </pc:sldChg>
      <pc:sldChg chg="addSp delSp modSp add mod ord">
        <pc:chgData name="Minh Đình" userId="836bd1e508d52677" providerId="LiveId" clId="{BC4FECA1-4CF7-4E9E-94CB-50ACBD82B91C}" dt="2024-09-29T16:57:53.115" v="949" actId="1076"/>
        <pc:sldMkLst>
          <pc:docMk/>
          <pc:sldMk cId="4273879889" sldId="307"/>
        </pc:sldMkLst>
      </pc:sldChg>
      <pc:sldChg chg="addSp delSp modSp add mod">
        <pc:chgData name="Minh Đình" userId="836bd1e508d52677" providerId="LiveId" clId="{BC4FECA1-4CF7-4E9E-94CB-50ACBD82B91C}" dt="2024-09-29T17:10:30.502" v="1089" actId="1076"/>
        <pc:sldMkLst>
          <pc:docMk/>
          <pc:sldMk cId="3345196546" sldId="308"/>
        </pc:sldMkLst>
      </pc:sldChg>
      <pc:sldChg chg="addSp delSp modSp add mod">
        <pc:chgData name="Minh Đình" userId="836bd1e508d52677" providerId="LiveId" clId="{BC4FECA1-4CF7-4E9E-94CB-50ACBD82B91C}" dt="2024-10-04T06:01:54.671" v="1637" actId="20577"/>
        <pc:sldMkLst>
          <pc:docMk/>
          <pc:sldMk cId="815565109" sldId="309"/>
        </pc:sldMkLst>
      </pc:sldChg>
    </pc:docChg>
  </pc:docChgLst>
  <pc:docChgLst>
    <pc:chgData name="Minh Đình" userId="836bd1e508d52677" providerId="LiveId" clId="{4B00F065-1916-424D-8F4C-C1D87A604FC1}"/>
    <pc:docChg chg="undo custSel addSld delSld modSld modMainMaster">
      <pc:chgData name="Minh Đình" userId="836bd1e508d52677" providerId="LiveId" clId="{4B00F065-1916-424D-8F4C-C1D87A604FC1}" dt="2024-09-26T16:58:45.303" v="1710" actId="1076"/>
      <pc:docMkLst>
        <pc:docMk/>
      </pc:docMkLst>
      <pc:sldChg chg="addSp delSp modSp mod">
        <pc:chgData name="Minh Đình" userId="836bd1e508d52677" providerId="LiveId" clId="{4B00F065-1916-424D-8F4C-C1D87A604FC1}" dt="2024-09-26T14:36:18.295" v="352" actId="1076"/>
        <pc:sldMkLst>
          <pc:docMk/>
          <pc:sldMk cId="345753689" sldId="256"/>
        </pc:sldMkLst>
      </pc:sldChg>
      <pc:sldChg chg="del">
        <pc:chgData name="Minh Đình" userId="836bd1e508d52677" providerId="LiveId" clId="{4B00F065-1916-424D-8F4C-C1D87A604FC1}" dt="2024-09-26T14:24:23.032" v="215" actId="47"/>
        <pc:sldMkLst>
          <pc:docMk/>
          <pc:sldMk cId="3911317014" sldId="257"/>
        </pc:sldMkLst>
      </pc:sldChg>
      <pc:sldChg chg="addSp delSp modSp mod">
        <pc:chgData name="Minh Đình" userId="836bd1e508d52677" providerId="LiveId" clId="{4B00F065-1916-424D-8F4C-C1D87A604FC1}" dt="2024-09-26T14:58:24.092" v="508" actId="478"/>
        <pc:sldMkLst>
          <pc:docMk/>
          <pc:sldMk cId="4007310481" sldId="259"/>
        </pc:sldMkLst>
      </pc:sldChg>
      <pc:sldChg chg="addSp delSp modSp mod">
        <pc:chgData name="Minh Đình" userId="836bd1e508d52677" providerId="LiveId" clId="{4B00F065-1916-424D-8F4C-C1D87A604FC1}" dt="2024-09-26T16:29:45.856" v="1038" actId="1076"/>
        <pc:sldMkLst>
          <pc:docMk/>
          <pc:sldMk cId="2362030471" sldId="291"/>
        </pc:sldMkLst>
      </pc:sldChg>
      <pc:sldChg chg="del">
        <pc:chgData name="Minh Đình" userId="836bd1e508d52677" providerId="LiveId" clId="{4B00F065-1916-424D-8F4C-C1D87A604FC1}" dt="2024-09-26T16:28:43.768" v="962" actId="47"/>
        <pc:sldMkLst>
          <pc:docMk/>
          <pc:sldMk cId="2846738660" sldId="292"/>
        </pc:sldMkLst>
      </pc:sldChg>
      <pc:sldChg chg="del">
        <pc:chgData name="Minh Đình" userId="836bd1e508d52677" providerId="LiveId" clId="{4B00F065-1916-424D-8F4C-C1D87A604FC1}" dt="2024-09-26T16:28:45.028" v="963" actId="47"/>
        <pc:sldMkLst>
          <pc:docMk/>
          <pc:sldMk cId="3319919972" sldId="293"/>
        </pc:sldMkLst>
      </pc:sldChg>
      <pc:sldChg chg="addSp delSp modSp add mod">
        <pc:chgData name="Minh Đình" userId="836bd1e508d52677" providerId="LiveId" clId="{4B00F065-1916-424D-8F4C-C1D87A604FC1}" dt="2024-09-26T16:13:37.467" v="813" actId="1076"/>
        <pc:sldMkLst>
          <pc:docMk/>
          <pc:sldMk cId="1919586846" sldId="294"/>
        </pc:sldMkLst>
      </pc:sldChg>
      <pc:sldChg chg="addSp delSp modSp add mod">
        <pc:chgData name="Minh Đình" userId="836bd1e508d52677" providerId="LiveId" clId="{4B00F065-1916-424D-8F4C-C1D87A604FC1}" dt="2024-09-26T16:12:37.785" v="807" actId="1076"/>
        <pc:sldMkLst>
          <pc:docMk/>
          <pc:sldMk cId="3404705246" sldId="295"/>
        </pc:sldMkLst>
      </pc:sldChg>
      <pc:sldChg chg="addSp delSp modSp add mod">
        <pc:chgData name="Minh Đình" userId="836bd1e508d52677" providerId="LiveId" clId="{4B00F065-1916-424D-8F4C-C1D87A604FC1}" dt="2024-09-26T16:29:52.762" v="1040" actId="1076"/>
        <pc:sldMkLst>
          <pc:docMk/>
          <pc:sldMk cId="2664797403" sldId="296"/>
        </pc:sldMkLst>
      </pc:sldChg>
      <pc:sldChg chg="addSp delSp modSp add mod">
        <pc:chgData name="Minh Đình" userId="836bd1e508d52677" providerId="LiveId" clId="{4B00F065-1916-424D-8F4C-C1D87A604FC1}" dt="2024-09-26T16:31:20.360" v="1049" actId="1076"/>
        <pc:sldMkLst>
          <pc:docMk/>
          <pc:sldMk cId="4218536994" sldId="297"/>
        </pc:sldMkLst>
      </pc:sldChg>
      <pc:sldChg chg="addSp delSp modSp add mod">
        <pc:chgData name="Minh Đình" userId="836bd1e508d52677" providerId="LiveId" clId="{4B00F065-1916-424D-8F4C-C1D87A604FC1}" dt="2024-09-26T16:38:34.285" v="1205" actId="1076"/>
        <pc:sldMkLst>
          <pc:docMk/>
          <pc:sldMk cId="2452277117" sldId="298"/>
        </pc:sldMkLst>
      </pc:sldChg>
      <pc:sldChg chg="addSp delSp modSp add mod">
        <pc:chgData name="Minh Đình" userId="836bd1e508d52677" providerId="LiveId" clId="{4B00F065-1916-424D-8F4C-C1D87A604FC1}" dt="2024-09-26T16:48:37.980" v="1657"/>
        <pc:sldMkLst>
          <pc:docMk/>
          <pc:sldMk cId="2722962975" sldId="299"/>
        </pc:sldMkLst>
      </pc:sldChg>
      <pc:sldChg chg="addSp delSp modSp add mod">
        <pc:chgData name="Minh Đình" userId="836bd1e508d52677" providerId="LiveId" clId="{4B00F065-1916-424D-8F4C-C1D87A604FC1}" dt="2024-09-26T16:48:30.446" v="1656" actId="1076"/>
        <pc:sldMkLst>
          <pc:docMk/>
          <pc:sldMk cId="3017430305" sldId="300"/>
        </pc:sldMkLst>
      </pc:sldChg>
      <pc:sldChg chg="addSp delSp modSp add mod">
        <pc:chgData name="Minh Đình" userId="836bd1e508d52677" providerId="LiveId" clId="{4B00F065-1916-424D-8F4C-C1D87A604FC1}" dt="2024-09-26T16:58:45.303" v="1710" actId="1076"/>
        <pc:sldMkLst>
          <pc:docMk/>
          <pc:sldMk cId="2871641466" sldId="301"/>
        </pc:sldMkLst>
      </pc:sldChg>
      <pc:sldMasterChg chg="modSp mod">
        <pc:chgData name="Minh Đình" userId="836bd1e508d52677" providerId="LiveId" clId="{4B00F065-1916-424D-8F4C-C1D87A604FC1}" dt="2024-09-26T14:27:47.831" v="344" actId="1036"/>
        <pc:sldMasterMkLst>
          <pc:docMk/>
          <pc:sldMasterMk cId="901545815" sldId="2147483648"/>
        </pc:sldMasterMkLst>
      </pc:sldMasterChg>
    </pc:docChg>
  </pc:docChgLst>
  <pc:docChgLst>
    <pc:chgData name="Minh Đình" userId="836bd1e508d52677" providerId="LiveId" clId="{44F48946-21C2-4B6B-AC99-DCDD4198EFE6}"/>
    <pc:docChg chg="modMainMaster">
      <pc:chgData name="Minh Đình" userId="836bd1e508d52677" providerId="LiveId" clId="{44F48946-21C2-4B6B-AC99-DCDD4198EFE6}" dt="2024-12-16T04:30:28.964" v="0"/>
      <pc:docMkLst>
        <pc:docMk/>
      </pc:docMkLst>
      <pc:sldMasterChg chg="addSp modSp">
        <pc:chgData name="Minh Đình" userId="836bd1e508d52677" providerId="LiveId" clId="{44F48946-21C2-4B6B-AC99-DCDD4198EFE6}" dt="2024-12-16T04:30:28.964" v="0"/>
        <pc:sldMasterMkLst>
          <pc:docMk/>
          <pc:sldMasterMk cId="901545815" sldId="2147483648"/>
        </pc:sldMasterMkLst>
      </pc:sldMasterChg>
    </pc:docChg>
  </pc:docChgLst>
  <pc:docChgLst>
    <pc:chgData name="Minh Đình" userId="836bd1e508d52677" providerId="LiveId" clId="{E3EACA05-72C4-4750-83F6-FB9970E0A79D}"/>
    <pc:docChg chg="undo custSel addSld delSld modSld sldOrd modMainMaster">
      <pc:chgData name="Minh Đình" userId="836bd1e508d52677" providerId="LiveId" clId="{E3EACA05-72C4-4750-83F6-FB9970E0A79D}" dt="2025-02-17T03:43:03.863" v="7314"/>
      <pc:docMkLst>
        <pc:docMk/>
      </pc:docMkLst>
      <pc:sldChg chg="modSp mod">
        <pc:chgData name="Minh Đình" userId="836bd1e508d52677" providerId="LiveId" clId="{E3EACA05-72C4-4750-83F6-FB9970E0A79D}" dt="2025-02-16T13:40:03.220" v="161" actId="1076"/>
        <pc:sldMkLst>
          <pc:docMk/>
          <pc:sldMk cId="345753689" sldId="256"/>
        </pc:sldMkLst>
        <pc:spChg chg="mod">
          <ac:chgData name="Minh Đình" userId="836bd1e508d52677" providerId="LiveId" clId="{E3EACA05-72C4-4750-83F6-FB9970E0A79D}" dt="2025-02-16T13:40:03.220" v="161" actId="1076"/>
          <ac:spMkLst>
            <pc:docMk/>
            <pc:sldMk cId="345753689" sldId="256"/>
            <ac:spMk id="4" creationId="{DB3A15CA-E8F9-8934-82F2-7178AD31101E}"/>
          </ac:spMkLst>
        </pc:spChg>
        <pc:spChg chg="mod">
          <ac:chgData name="Minh Đình" userId="836bd1e508d52677" providerId="LiveId" clId="{E3EACA05-72C4-4750-83F6-FB9970E0A79D}" dt="2025-02-16T13:40:00.513" v="160" actId="1076"/>
          <ac:spMkLst>
            <pc:docMk/>
            <pc:sldMk cId="345753689" sldId="256"/>
            <ac:spMk id="5" creationId="{93CCB468-C979-1CDA-04DA-576C0643CB83}"/>
          </ac:spMkLst>
        </pc:spChg>
      </pc:sldChg>
      <pc:sldChg chg="del">
        <pc:chgData name="Minh Đình" userId="836bd1e508d52677" providerId="LiveId" clId="{E3EACA05-72C4-4750-83F6-FB9970E0A79D}" dt="2025-02-16T14:14:02.939" v="1368" actId="47"/>
        <pc:sldMkLst>
          <pc:docMk/>
          <pc:sldMk cId="4007310481" sldId="259"/>
        </pc:sldMkLst>
      </pc:sldChg>
      <pc:sldChg chg="del">
        <pc:chgData name="Minh Đình" userId="836bd1e508d52677" providerId="LiveId" clId="{E3EACA05-72C4-4750-83F6-FB9970E0A79D}" dt="2025-02-16T14:14:00.433" v="1364" actId="47"/>
        <pc:sldMkLst>
          <pc:docMk/>
          <pc:sldMk cId="2362030471" sldId="291"/>
        </pc:sldMkLst>
      </pc:sldChg>
      <pc:sldChg chg="del">
        <pc:chgData name="Minh Đình" userId="836bd1e508d52677" providerId="LiveId" clId="{E3EACA05-72C4-4750-83F6-FB9970E0A79D}" dt="2025-02-16T14:14:04.695" v="1370" actId="47"/>
        <pc:sldMkLst>
          <pc:docMk/>
          <pc:sldMk cId="1919586846" sldId="294"/>
        </pc:sldMkLst>
      </pc:sldChg>
      <pc:sldChg chg="del">
        <pc:chgData name="Minh Đình" userId="836bd1e508d52677" providerId="LiveId" clId="{E3EACA05-72C4-4750-83F6-FB9970E0A79D}" dt="2025-02-16T14:14:05.520" v="1371" actId="47"/>
        <pc:sldMkLst>
          <pc:docMk/>
          <pc:sldMk cId="1572803093" sldId="302"/>
        </pc:sldMkLst>
      </pc:sldChg>
      <pc:sldChg chg="del">
        <pc:chgData name="Minh Đình" userId="836bd1e508d52677" providerId="LiveId" clId="{E3EACA05-72C4-4750-83F6-FB9970E0A79D}" dt="2025-02-16T14:14:03.689" v="1369" actId="47"/>
        <pc:sldMkLst>
          <pc:docMk/>
          <pc:sldMk cId="1960490621" sldId="308"/>
        </pc:sldMkLst>
      </pc:sldChg>
      <pc:sldChg chg="del">
        <pc:chgData name="Minh Đình" userId="836bd1e508d52677" providerId="LiveId" clId="{E3EACA05-72C4-4750-83F6-FB9970E0A79D}" dt="2025-02-16T14:14:00.535" v="1365" actId="47"/>
        <pc:sldMkLst>
          <pc:docMk/>
          <pc:sldMk cId="4009104408" sldId="310"/>
        </pc:sldMkLst>
      </pc:sldChg>
      <pc:sldChg chg="del">
        <pc:chgData name="Minh Đình" userId="836bd1e508d52677" providerId="LiveId" clId="{E3EACA05-72C4-4750-83F6-FB9970E0A79D}" dt="2025-02-16T14:14:01.227" v="1366" actId="47"/>
        <pc:sldMkLst>
          <pc:docMk/>
          <pc:sldMk cId="1793217200" sldId="311"/>
        </pc:sldMkLst>
      </pc:sldChg>
      <pc:sldChg chg="del">
        <pc:chgData name="Minh Đình" userId="836bd1e508d52677" providerId="LiveId" clId="{E3EACA05-72C4-4750-83F6-FB9970E0A79D}" dt="2025-02-16T14:14:02.050" v="1367" actId="47"/>
        <pc:sldMkLst>
          <pc:docMk/>
          <pc:sldMk cId="2072899727" sldId="312"/>
        </pc:sldMkLst>
      </pc:sldChg>
      <pc:sldChg chg="del">
        <pc:chgData name="Minh Đình" userId="836bd1e508d52677" providerId="LiveId" clId="{E3EACA05-72C4-4750-83F6-FB9970E0A79D}" dt="2025-02-16T14:14:12.629" v="1375" actId="47"/>
        <pc:sldMkLst>
          <pc:docMk/>
          <pc:sldMk cId="2344768289" sldId="314"/>
        </pc:sldMkLst>
      </pc:sldChg>
      <pc:sldChg chg="addSp delSp modSp del mod">
        <pc:chgData name="Minh Đình" userId="836bd1e508d52677" providerId="LiveId" clId="{E3EACA05-72C4-4750-83F6-FB9970E0A79D}" dt="2025-02-16T14:48:23.730" v="1869" actId="47"/>
        <pc:sldMkLst>
          <pc:docMk/>
          <pc:sldMk cId="3508736280" sldId="316"/>
        </pc:sldMkLst>
      </pc:sldChg>
      <pc:sldChg chg="del">
        <pc:chgData name="Minh Đình" userId="836bd1e508d52677" providerId="LiveId" clId="{E3EACA05-72C4-4750-83F6-FB9970E0A79D}" dt="2025-02-16T14:14:06.355" v="1372" actId="47"/>
        <pc:sldMkLst>
          <pc:docMk/>
          <pc:sldMk cId="1419962041" sldId="317"/>
        </pc:sldMkLst>
      </pc:sldChg>
      <pc:sldChg chg="del">
        <pc:chgData name="Minh Đình" userId="836bd1e508d52677" providerId="LiveId" clId="{E3EACA05-72C4-4750-83F6-FB9970E0A79D}" dt="2025-02-16T14:14:07.102" v="1373" actId="47"/>
        <pc:sldMkLst>
          <pc:docMk/>
          <pc:sldMk cId="2541830824" sldId="318"/>
        </pc:sldMkLst>
      </pc:sldChg>
      <pc:sldChg chg="del">
        <pc:chgData name="Minh Đình" userId="836bd1e508d52677" providerId="LiveId" clId="{E3EACA05-72C4-4750-83F6-FB9970E0A79D}" dt="2025-02-16T14:14:07.972" v="1374" actId="47"/>
        <pc:sldMkLst>
          <pc:docMk/>
          <pc:sldMk cId="133603767" sldId="320"/>
        </pc:sldMkLst>
      </pc:sldChg>
      <pc:sldChg chg="del">
        <pc:chgData name="Minh Đình" userId="836bd1e508d52677" providerId="LiveId" clId="{E3EACA05-72C4-4750-83F6-FB9970E0A79D}" dt="2025-02-16T14:14:12.629" v="1375" actId="47"/>
        <pc:sldMkLst>
          <pc:docMk/>
          <pc:sldMk cId="3393598112" sldId="321"/>
        </pc:sldMkLst>
      </pc:sldChg>
      <pc:sldChg chg="del">
        <pc:chgData name="Minh Đình" userId="836bd1e508d52677" providerId="LiveId" clId="{E3EACA05-72C4-4750-83F6-FB9970E0A79D}" dt="2025-02-16T14:14:12.629" v="1375" actId="47"/>
        <pc:sldMkLst>
          <pc:docMk/>
          <pc:sldMk cId="3399347797" sldId="322"/>
        </pc:sldMkLst>
      </pc:sldChg>
      <pc:sldChg chg="del">
        <pc:chgData name="Minh Đình" userId="836bd1e508d52677" providerId="LiveId" clId="{E3EACA05-72C4-4750-83F6-FB9970E0A79D}" dt="2025-02-16T14:14:12.629" v="1375" actId="47"/>
        <pc:sldMkLst>
          <pc:docMk/>
          <pc:sldMk cId="2477581380" sldId="323"/>
        </pc:sldMkLst>
      </pc:sldChg>
      <pc:sldChg chg="del">
        <pc:chgData name="Minh Đình" userId="836bd1e508d52677" providerId="LiveId" clId="{E3EACA05-72C4-4750-83F6-FB9970E0A79D}" dt="2025-02-16T14:14:12.629" v="1375" actId="47"/>
        <pc:sldMkLst>
          <pc:docMk/>
          <pc:sldMk cId="944456446" sldId="324"/>
        </pc:sldMkLst>
      </pc:sldChg>
      <pc:sldChg chg="del">
        <pc:chgData name="Minh Đình" userId="836bd1e508d52677" providerId="LiveId" clId="{E3EACA05-72C4-4750-83F6-FB9970E0A79D}" dt="2025-02-16T14:14:12.629" v="1375" actId="47"/>
        <pc:sldMkLst>
          <pc:docMk/>
          <pc:sldMk cId="2087081991" sldId="326"/>
        </pc:sldMkLst>
      </pc:sldChg>
      <pc:sldChg chg="del">
        <pc:chgData name="Minh Đình" userId="836bd1e508d52677" providerId="LiveId" clId="{E3EACA05-72C4-4750-83F6-FB9970E0A79D}" dt="2025-02-16T14:14:12.629" v="1375" actId="47"/>
        <pc:sldMkLst>
          <pc:docMk/>
          <pc:sldMk cId="1971745173" sldId="327"/>
        </pc:sldMkLst>
      </pc:sldChg>
      <pc:sldChg chg="del">
        <pc:chgData name="Minh Đình" userId="836bd1e508d52677" providerId="LiveId" clId="{E3EACA05-72C4-4750-83F6-FB9970E0A79D}" dt="2025-02-16T14:14:12.629" v="1375" actId="47"/>
        <pc:sldMkLst>
          <pc:docMk/>
          <pc:sldMk cId="3900424672" sldId="328"/>
        </pc:sldMkLst>
      </pc:sldChg>
      <pc:sldChg chg="del">
        <pc:chgData name="Minh Đình" userId="836bd1e508d52677" providerId="LiveId" clId="{E3EACA05-72C4-4750-83F6-FB9970E0A79D}" dt="2025-02-16T14:14:12.629" v="1375" actId="47"/>
        <pc:sldMkLst>
          <pc:docMk/>
          <pc:sldMk cId="90767344" sldId="329"/>
        </pc:sldMkLst>
      </pc:sldChg>
      <pc:sldChg chg="del">
        <pc:chgData name="Minh Đình" userId="836bd1e508d52677" providerId="LiveId" clId="{E3EACA05-72C4-4750-83F6-FB9970E0A79D}" dt="2025-02-16T14:14:12.629" v="1375" actId="47"/>
        <pc:sldMkLst>
          <pc:docMk/>
          <pc:sldMk cId="1545725625" sldId="330"/>
        </pc:sldMkLst>
      </pc:sldChg>
      <pc:sldChg chg="del">
        <pc:chgData name="Minh Đình" userId="836bd1e508d52677" providerId="LiveId" clId="{E3EACA05-72C4-4750-83F6-FB9970E0A79D}" dt="2025-02-16T14:14:12.629" v="1375" actId="47"/>
        <pc:sldMkLst>
          <pc:docMk/>
          <pc:sldMk cId="1132869724" sldId="331"/>
        </pc:sldMkLst>
      </pc:sldChg>
      <pc:sldChg chg="del">
        <pc:chgData name="Minh Đình" userId="836bd1e508d52677" providerId="LiveId" clId="{E3EACA05-72C4-4750-83F6-FB9970E0A79D}" dt="2025-02-16T14:14:12.629" v="1375" actId="47"/>
        <pc:sldMkLst>
          <pc:docMk/>
          <pc:sldMk cId="2227312049" sldId="332"/>
        </pc:sldMkLst>
      </pc:sldChg>
      <pc:sldChg chg="del">
        <pc:chgData name="Minh Đình" userId="836bd1e508d52677" providerId="LiveId" clId="{E3EACA05-72C4-4750-83F6-FB9970E0A79D}" dt="2025-02-16T14:14:12.629" v="1375" actId="47"/>
        <pc:sldMkLst>
          <pc:docMk/>
          <pc:sldMk cId="2968216186" sldId="333"/>
        </pc:sldMkLst>
      </pc:sldChg>
      <pc:sldChg chg="del">
        <pc:chgData name="Minh Đình" userId="836bd1e508d52677" providerId="LiveId" clId="{E3EACA05-72C4-4750-83F6-FB9970E0A79D}" dt="2025-02-16T13:54:12.988" v="374" actId="47"/>
        <pc:sldMkLst>
          <pc:docMk/>
          <pc:sldMk cId="850293865" sldId="334"/>
        </pc:sldMkLst>
      </pc:sldChg>
      <pc:sldChg chg="del">
        <pc:chgData name="Minh Đình" userId="836bd1e508d52677" providerId="LiveId" clId="{E3EACA05-72C4-4750-83F6-FB9970E0A79D}" dt="2025-02-16T14:14:12.629" v="1375" actId="47"/>
        <pc:sldMkLst>
          <pc:docMk/>
          <pc:sldMk cId="3111590433" sldId="335"/>
        </pc:sldMkLst>
      </pc:sldChg>
      <pc:sldChg chg="addSp delSp modSp add mod">
        <pc:chgData name="Minh Đình" userId="836bd1e508d52677" providerId="LiveId" clId="{E3EACA05-72C4-4750-83F6-FB9970E0A79D}" dt="2025-02-16T14:48:37.798" v="1885" actId="20577"/>
        <pc:sldMkLst>
          <pc:docMk/>
          <pc:sldMk cId="2694637366" sldId="336"/>
        </pc:sldMkLst>
      </pc:sldChg>
      <pc:sldChg chg="addSp delSp modSp add mod">
        <pc:chgData name="Minh Đình" userId="836bd1e508d52677" providerId="LiveId" clId="{E3EACA05-72C4-4750-83F6-FB9970E0A79D}" dt="2025-02-16T16:03:32.050" v="4336" actId="1076"/>
        <pc:sldMkLst>
          <pc:docMk/>
          <pc:sldMk cId="3903432784" sldId="337"/>
        </pc:sldMkLst>
      </pc:sldChg>
      <pc:sldChg chg="addSp delSp modSp add mod">
        <pc:chgData name="Minh Đình" userId="836bd1e508d52677" providerId="LiveId" clId="{E3EACA05-72C4-4750-83F6-FB9970E0A79D}" dt="2025-02-16T16:04:30.513" v="4353" actId="1076"/>
        <pc:sldMkLst>
          <pc:docMk/>
          <pc:sldMk cId="512646845" sldId="338"/>
        </pc:sldMkLst>
      </pc:sldChg>
      <pc:sldChg chg="addSp delSp modSp add mod">
        <pc:chgData name="Minh Đình" userId="836bd1e508d52677" providerId="LiveId" clId="{E3EACA05-72C4-4750-83F6-FB9970E0A79D}" dt="2025-02-16T16:10:01.203" v="4677" actId="2711"/>
        <pc:sldMkLst>
          <pc:docMk/>
          <pc:sldMk cId="4151899137" sldId="339"/>
        </pc:sldMkLst>
      </pc:sldChg>
      <pc:sldChg chg="addSp delSp modSp add mod">
        <pc:chgData name="Minh Đình" userId="836bd1e508d52677" providerId="LiveId" clId="{E3EACA05-72C4-4750-83F6-FB9970E0A79D}" dt="2025-02-16T14:53:28.034" v="2041" actId="1076"/>
        <pc:sldMkLst>
          <pc:docMk/>
          <pc:sldMk cId="2354964483" sldId="340"/>
        </pc:sldMkLst>
        <pc:spChg chg="add mod">
          <ac:chgData name="Minh Đình" userId="836bd1e508d52677" providerId="LiveId" clId="{E3EACA05-72C4-4750-83F6-FB9970E0A79D}" dt="2025-02-16T14:42:43.613" v="1792" actId="1076"/>
          <ac:spMkLst>
            <pc:docMk/>
            <pc:sldMk cId="2354964483" sldId="340"/>
            <ac:spMk id="2" creationId="{0AAA35CF-EE04-3072-2794-8E37FEDF4650}"/>
          </ac:spMkLst>
        </pc:spChg>
        <pc:spChg chg="mod">
          <ac:chgData name="Minh Đình" userId="836bd1e508d52677" providerId="LiveId" clId="{E3EACA05-72C4-4750-83F6-FB9970E0A79D}" dt="2025-02-16T14:53:28.034" v="2041" actId="1076"/>
          <ac:spMkLst>
            <pc:docMk/>
            <pc:sldMk cId="2354964483" sldId="340"/>
            <ac:spMk id="10" creationId="{CEF5A8A1-15AE-04A6-E970-7C3A3F4E15CA}"/>
          </ac:spMkLst>
        </pc:spChg>
      </pc:sldChg>
      <pc:sldChg chg="addSp delSp modSp add mod">
        <pc:chgData name="Minh Đình" userId="836bd1e508d52677" providerId="LiveId" clId="{E3EACA05-72C4-4750-83F6-FB9970E0A79D}" dt="2025-02-16T14:53:14.137" v="2038" actId="255"/>
        <pc:sldMkLst>
          <pc:docMk/>
          <pc:sldMk cId="1772134238" sldId="341"/>
        </pc:sldMkLst>
      </pc:sldChg>
      <pc:sldChg chg="modSp add mod">
        <pc:chgData name="Minh Đình" userId="836bd1e508d52677" providerId="LiveId" clId="{E3EACA05-72C4-4750-83F6-FB9970E0A79D}" dt="2025-02-16T14:53:05.900" v="2036" actId="1076"/>
        <pc:sldMkLst>
          <pc:docMk/>
          <pc:sldMk cId="1993788489" sldId="342"/>
        </pc:sldMkLst>
      </pc:sldChg>
      <pc:sldChg chg="addSp delSp modSp add mod">
        <pc:chgData name="Minh Đình" userId="836bd1e508d52677" providerId="LiveId" clId="{E3EACA05-72C4-4750-83F6-FB9970E0A79D}" dt="2025-02-16T14:52:49.942" v="2033" actId="1076"/>
        <pc:sldMkLst>
          <pc:docMk/>
          <pc:sldMk cId="3422989575" sldId="343"/>
        </pc:sldMkLst>
      </pc:sldChg>
      <pc:sldChg chg="addSp delSp modSp add mod">
        <pc:chgData name="Minh Đình" userId="836bd1e508d52677" providerId="LiveId" clId="{E3EACA05-72C4-4750-83F6-FB9970E0A79D}" dt="2025-02-16T15:17:17.377" v="2682"/>
        <pc:sldMkLst>
          <pc:docMk/>
          <pc:sldMk cId="508656084" sldId="344"/>
        </pc:sldMkLst>
      </pc:sldChg>
      <pc:sldChg chg="addSp delSp modSp add mod">
        <pc:chgData name="Minh Đình" userId="836bd1e508d52677" providerId="LiveId" clId="{E3EACA05-72C4-4750-83F6-FB9970E0A79D}" dt="2025-02-16T15:15:54.988" v="2669" actId="20577"/>
        <pc:sldMkLst>
          <pc:docMk/>
          <pc:sldMk cId="3855095751" sldId="345"/>
        </pc:sldMkLst>
      </pc:sldChg>
      <pc:sldChg chg="modSp add mod ord">
        <pc:chgData name="Minh Đình" userId="836bd1e508d52677" providerId="LiveId" clId="{E3EACA05-72C4-4750-83F6-FB9970E0A79D}" dt="2025-02-16T15:10:34.584" v="2364"/>
        <pc:sldMkLst>
          <pc:docMk/>
          <pc:sldMk cId="2033096166" sldId="346"/>
        </pc:sldMkLst>
      </pc:sldChg>
      <pc:sldChg chg="addSp delSp modSp add mod modAnim">
        <pc:chgData name="Minh Đình" userId="836bd1e508d52677" providerId="LiveId" clId="{E3EACA05-72C4-4750-83F6-FB9970E0A79D}" dt="2025-02-16T15:22:24.944" v="2965" actId="2711"/>
        <pc:sldMkLst>
          <pc:docMk/>
          <pc:sldMk cId="4190792281" sldId="347"/>
        </pc:sldMkLst>
      </pc:sldChg>
      <pc:sldChg chg="delSp modSp add mod">
        <pc:chgData name="Minh Đình" userId="836bd1e508d52677" providerId="LiveId" clId="{E3EACA05-72C4-4750-83F6-FB9970E0A79D}" dt="2025-02-16T16:10:41.669" v="4710" actId="1076"/>
        <pc:sldMkLst>
          <pc:docMk/>
          <pc:sldMk cId="988199101" sldId="348"/>
        </pc:sldMkLst>
      </pc:sldChg>
      <pc:sldChg chg="addSp delSp modSp add mod ord">
        <pc:chgData name="Minh Đình" userId="836bd1e508d52677" providerId="LiveId" clId="{E3EACA05-72C4-4750-83F6-FB9970E0A79D}" dt="2025-02-16T16:10:31.507" v="4709" actId="20577"/>
        <pc:sldMkLst>
          <pc:docMk/>
          <pc:sldMk cId="384334566" sldId="349"/>
        </pc:sldMkLst>
      </pc:sldChg>
      <pc:sldChg chg="delSp modSp add mod">
        <pc:chgData name="Minh Đình" userId="836bd1e508d52677" providerId="LiveId" clId="{E3EACA05-72C4-4750-83F6-FB9970E0A79D}" dt="2025-02-16T16:23:49.235" v="4866" actId="2711"/>
        <pc:sldMkLst>
          <pc:docMk/>
          <pc:sldMk cId="280278997" sldId="350"/>
        </pc:sldMkLst>
      </pc:sldChg>
      <pc:sldChg chg="addSp delSp modSp add mod">
        <pc:chgData name="Minh Đình" userId="836bd1e508d52677" providerId="LiveId" clId="{E3EACA05-72C4-4750-83F6-FB9970E0A79D}" dt="2025-02-16T16:36:21.982" v="5025" actId="20577"/>
        <pc:sldMkLst>
          <pc:docMk/>
          <pc:sldMk cId="1183573575" sldId="351"/>
        </pc:sldMkLst>
      </pc:sldChg>
      <pc:sldChg chg="addSp delSp modSp add mod ord">
        <pc:chgData name="Minh Đình" userId="836bd1e508d52677" providerId="LiveId" clId="{E3EACA05-72C4-4750-83F6-FB9970E0A79D}" dt="2025-02-16T16:53:37.741" v="5098"/>
        <pc:sldMkLst>
          <pc:docMk/>
          <pc:sldMk cId="3042721552" sldId="352"/>
        </pc:sldMkLst>
      </pc:sldChg>
      <pc:sldChg chg="addSp delSp modSp add mod">
        <pc:chgData name="Minh Đình" userId="836bd1e508d52677" providerId="LiveId" clId="{E3EACA05-72C4-4750-83F6-FB9970E0A79D}" dt="2025-02-16T17:00:09.210" v="5547"/>
        <pc:sldMkLst>
          <pc:docMk/>
          <pc:sldMk cId="2891411740" sldId="353"/>
        </pc:sldMkLst>
      </pc:sldChg>
      <pc:sldChg chg="addSp delSp modSp add mod">
        <pc:chgData name="Minh Đình" userId="836bd1e508d52677" providerId="LiveId" clId="{E3EACA05-72C4-4750-83F6-FB9970E0A79D}" dt="2025-02-16T17:09:49.289" v="5894" actId="1076"/>
        <pc:sldMkLst>
          <pc:docMk/>
          <pc:sldMk cId="1551123961" sldId="354"/>
        </pc:sldMkLst>
      </pc:sldChg>
      <pc:sldChg chg="addSp delSp modSp add mod ord">
        <pc:chgData name="Minh Đình" userId="836bd1e508d52677" providerId="LiveId" clId="{E3EACA05-72C4-4750-83F6-FB9970E0A79D}" dt="2025-02-16T17:33:06.362" v="6265" actId="1076"/>
        <pc:sldMkLst>
          <pc:docMk/>
          <pc:sldMk cId="697786793" sldId="355"/>
        </pc:sldMkLst>
      </pc:sldChg>
      <pc:sldChg chg="modSp add del mod">
        <pc:chgData name="Minh Đình" userId="836bd1e508d52677" providerId="LiveId" clId="{E3EACA05-72C4-4750-83F6-FB9970E0A79D}" dt="2025-02-16T17:36:35.118" v="6388" actId="47"/>
        <pc:sldMkLst>
          <pc:docMk/>
          <pc:sldMk cId="649946909" sldId="356"/>
        </pc:sldMkLst>
      </pc:sldChg>
      <pc:sldChg chg="addSp delSp modSp add mod">
        <pc:chgData name="Minh Đình" userId="836bd1e508d52677" providerId="LiveId" clId="{E3EACA05-72C4-4750-83F6-FB9970E0A79D}" dt="2025-02-16T17:35:51.129" v="6387" actId="1076"/>
        <pc:sldMkLst>
          <pc:docMk/>
          <pc:sldMk cId="3539241077" sldId="357"/>
        </pc:sldMkLst>
      </pc:sldChg>
      <pc:sldChg chg="addSp delSp modSp add mod">
        <pc:chgData name="Minh Đình" userId="836bd1e508d52677" providerId="LiveId" clId="{E3EACA05-72C4-4750-83F6-FB9970E0A79D}" dt="2025-02-16T17:41:28.734" v="6572" actId="2711"/>
        <pc:sldMkLst>
          <pc:docMk/>
          <pc:sldMk cId="307457502" sldId="358"/>
        </pc:sldMkLst>
      </pc:sldChg>
      <pc:sldChg chg="addSp delSp modSp add mod">
        <pc:chgData name="Minh Đình" userId="836bd1e508d52677" providerId="LiveId" clId="{E3EACA05-72C4-4750-83F6-FB9970E0A79D}" dt="2025-02-16T17:43:59.363" v="6647" actId="20577"/>
        <pc:sldMkLst>
          <pc:docMk/>
          <pc:sldMk cId="3284678584" sldId="359"/>
        </pc:sldMkLst>
      </pc:sldChg>
      <pc:sldChg chg="add del">
        <pc:chgData name="Minh Đình" userId="836bd1e508d52677" providerId="LiveId" clId="{E3EACA05-72C4-4750-83F6-FB9970E0A79D}" dt="2025-02-16T17:42:43.946" v="6584" actId="47"/>
        <pc:sldMkLst>
          <pc:docMk/>
          <pc:sldMk cId="207969865" sldId="360"/>
        </pc:sldMkLst>
      </pc:sldChg>
      <pc:sldChg chg="addSp delSp modSp add mod">
        <pc:chgData name="Minh Đình" userId="836bd1e508d52677" providerId="LiveId" clId="{E3EACA05-72C4-4750-83F6-FB9970E0A79D}" dt="2025-02-16T17:43:22.443" v="6607" actId="1076"/>
        <pc:sldMkLst>
          <pc:docMk/>
          <pc:sldMk cId="1448335423" sldId="360"/>
        </pc:sldMkLst>
      </pc:sldChg>
      <pc:sldChg chg="addSp delSp modSp add mod">
        <pc:chgData name="Minh Đình" userId="836bd1e508d52677" providerId="LiveId" clId="{E3EACA05-72C4-4750-83F6-FB9970E0A79D}" dt="2025-02-16T17:44:45.682" v="6660" actId="1076"/>
        <pc:sldMkLst>
          <pc:docMk/>
          <pc:sldMk cId="2834652512" sldId="361"/>
        </pc:sldMkLst>
      </pc:sldChg>
      <pc:sldChg chg="addSp delSp modSp add mod">
        <pc:chgData name="Minh Đình" userId="836bd1e508d52677" providerId="LiveId" clId="{E3EACA05-72C4-4750-83F6-FB9970E0A79D}" dt="2025-02-17T03:43:03.863" v="7314"/>
        <pc:sldMkLst>
          <pc:docMk/>
          <pc:sldMk cId="1553629133" sldId="362"/>
        </pc:sldMkLst>
      </pc:sldChg>
      <pc:sldChg chg="addSp delSp modSp add mod">
        <pc:chgData name="Minh Đình" userId="836bd1e508d52677" providerId="LiveId" clId="{E3EACA05-72C4-4750-83F6-FB9970E0A79D}" dt="2025-02-17T01:32:42.731" v="7042" actId="478"/>
        <pc:sldMkLst>
          <pc:docMk/>
          <pc:sldMk cId="3845904561" sldId="363"/>
        </pc:sldMkLst>
      </pc:sldChg>
      <pc:sldChg chg="addSp delSp modSp add mod">
        <pc:chgData name="Minh Đình" userId="836bd1e508d52677" providerId="LiveId" clId="{E3EACA05-72C4-4750-83F6-FB9970E0A79D}" dt="2025-02-17T01:35:10.774" v="7192"/>
        <pc:sldMkLst>
          <pc:docMk/>
          <pc:sldMk cId="1427380233" sldId="364"/>
        </pc:sldMkLst>
      </pc:sldChg>
      <pc:sldChg chg="new del">
        <pc:chgData name="Minh Đình" userId="836bd1e508d52677" providerId="LiveId" clId="{E3EACA05-72C4-4750-83F6-FB9970E0A79D}" dt="2025-02-17T01:36:10.847" v="7195" actId="47"/>
        <pc:sldMkLst>
          <pc:docMk/>
          <pc:sldMk cId="2438134070" sldId="365"/>
        </pc:sldMkLst>
      </pc:sldChg>
      <pc:sldChg chg="addSp delSp modSp add mod">
        <pc:chgData name="Minh Đình" userId="836bd1e508d52677" providerId="LiveId" clId="{E3EACA05-72C4-4750-83F6-FB9970E0A79D}" dt="2025-02-17T01:45:48.174" v="7305" actId="1076"/>
        <pc:sldMkLst>
          <pc:docMk/>
          <pc:sldMk cId="1932710158" sldId="366"/>
        </pc:sldMkLst>
      </pc:sldChg>
      <pc:sldChg chg="modSp add mod">
        <pc:chgData name="Minh Đình" userId="836bd1e508d52677" providerId="LiveId" clId="{E3EACA05-72C4-4750-83F6-FB9970E0A79D}" dt="2025-02-17T01:45:37.779" v="7302" actId="1076"/>
        <pc:sldMkLst>
          <pc:docMk/>
          <pc:sldMk cId="510039199" sldId="367"/>
        </pc:sldMkLst>
      </pc:sldChg>
      <pc:sldMasterChg chg="modSp mod">
        <pc:chgData name="Minh Đình" userId="836bd1e508d52677" providerId="LiveId" clId="{E3EACA05-72C4-4750-83F6-FB9970E0A79D}" dt="2025-02-16T13:40:34.426" v="213" actId="20577"/>
        <pc:sldMasterMkLst>
          <pc:docMk/>
          <pc:sldMasterMk cId="901545815" sldId="2147483648"/>
        </pc:sldMasterMkLst>
        <pc:spChg chg="mod">
          <ac:chgData name="Minh Đình" userId="836bd1e508d52677" providerId="LiveId" clId="{E3EACA05-72C4-4750-83F6-FB9970E0A79D}" dt="2025-02-16T13:40:34.426" v="213" actId="20577"/>
          <ac:spMkLst>
            <pc:docMk/>
            <pc:sldMasterMk cId="901545815" sldId="2147483648"/>
            <ac:spMk id="2" creationId="{E77C5897-653A-F2F1-77FE-E1D5D3865A4B}"/>
          </ac:spMkLst>
        </pc:spChg>
      </pc:sldMasterChg>
    </pc:docChg>
  </pc:docChgLst>
  <pc:docChgLst>
    <pc:chgData name="Minh Đình" userId="836bd1e508d52677" providerId="LiveId" clId="{5E619B4A-AE3E-4707-8B2A-E4AD25122968}"/>
    <pc:docChg chg="undo custSel addSld delSld modSld sldOrd">
      <pc:chgData name="Minh Đình" userId="836bd1e508d52677" providerId="LiveId" clId="{5E619B4A-AE3E-4707-8B2A-E4AD25122968}" dt="2025-03-09T13:27:10.216" v="2353" actId="20577"/>
      <pc:docMkLst>
        <pc:docMk/>
      </pc:docMkLst>
      <pc:sldChg chg="modSp mod">
        <pc:chgData name="Minh Đình" userId="836bd1e508d52677" providerId="LiveId" clId="{5E619B4A-AE3E-4707-8B2A-E4AD25122968}" dt="2025-03-02T16:54:25.348" v="451" actId="20577"/>
        <pc:sldMkLst>
          <pc:docMk/>
          <pc:sldMk cId="345753689" sldId="256"/>
        </pc:sldMkLst>
        <pc:spChg chg="mod">
          <ac:chgData name="Minh Đình" userId="836bd1e508d52677" providerId="LiveId" clId="{5E619B4A-AE3E-4707-8B2A-E4AD25122968}" dt="2025-03-02T16:54:25.348" v="451" actId="20577"/>
          <ac:spMkLst>
            <pc:docMk/>
            <pc:sldMk cId="345753689" sldId="256"/>
            <ac:spMk id="4" creationId="{DB3A15CA-E8F9-8934-82F2-7178AD31101E}"/>
          </ac:spMkLst>
        </pc:spChg>
      </pc:sldChg>
      <pc:sldChg chg="del">
        <pc:chgData name="Minh Đình" userId="836bd1e508d52677" providerId="LiveId" clId="{5E619B4A-AE3E-4707-8B2A-E4AD25122968}" dt="2025-03-02T16:53:53.641" v="389" actId="47"/>
        <pc:sldMkLst>
          <pc:docMk/>
          <pc:sldMk cId="2694637366" sldId="336"/>
        </pc:sldMkLst>
      </pc:sldChg>
      <pc:sldChg chg="del">
        <pc:chgData name="Minh Đình" userId="836bd1e508d52677" providerId="LiveId" clId="{5E619B4A-AE3E-4707-8B2A-E4AD25122968}" dt="2025-03-02T16:53:56.906" v="395" actId="47"/>
        <pc:sldMkLst>
          <pc:docMk/>
          <pc:sldMk cId="3903432784" sldId="337"/>
        </pc:sldMkLst>
      </pc:sldChg>
      <pc:sldChg chg="del">
        <pc:chgData name="Minh Đình" userId="836bd1e508d52677" providerId="LiveId" clId="{5E619B4A-AE3E-4707-8B2A-E4AD25122968}" dt="2025-03-02T16:53:57.370" v="396" actId="47"/>
        <pc:sldMkLst>
          <pc:docMk/>
          <pc:sldMk cId="512646845" sldId="338"/>
        </pc:sldMkLst>
      </pc:sldChg>
      <pc:sldChg chg="del">
        <pc:chgData name="Minh Đình" userId="836bd1e508d52677" providerId="LiveId" clId="{5E619B4A-AE3E-4707-8B2A-E4AD25122968}" dt="2025-03-02T16:53:57.843" v="397" actId="47"/>
        <pc:sldMkLst>
          <pc:docMk/>
          <pc:sldMk cId="4151899137" sldId="339"/>
        </pc:sldMkLst>
      </pc:sldChg>
      <pc:sldChg chg="addSp delSp modSp mod modNotesTx">
        <pc:chgData name="Minh Đình" userId="836bd1e508d52677" providerId="LiveId" clId="{5E619B4A-AE3E-4707-8B2A-E4AD25122968}" dt="2025-03-09T13:26:48.408" v="2350" actId="20577"/>
        <pc:sldMkLst>
          <pc:docMk/>
          <pc:sldMk cId="2354964483" sldId="340"/>
        </pc:sldMkLst>
        <pc:spChg chg="mod">
          <ac:chgData name="Minh Đình" userId="836bd1e508d52677" providerId="LiveId" clId="{5E619B4A-AE3E-4707-8B2A-E4AD25122968}" dt="2025-03-02T18:00:33.392" v="1138" actId="20577"/>
          <ac:spMkLst>
            <pc:docMk/>
            <pc:sldMk cId="2354964483" sldId="340"/>
            <ac:spMk id="2" creationId="{0AAA35CF-EE04-3072-2794-8E37FEDF4650}"/>
          </ac:spMkLst>
        </pc:spChg>
        <pc:spChg chg="mod">
          <ac:chgData name="Minh Đình" userId="836bd1e508d52677" providerId="LiveId" clId="{5E619B4A-AE3E-4707-8B2A-E4AD25122968}" dt="2025-03-02T18:57:31.022" v="2094" actId="1076"/>
          <ac:spMkLst>
            <pc:docMk/>
            <pc:sldMk cId="2354964483" sldId="340"/>
            <ac:spMk id="10" creationId="{CEF5A8A1-15AE-04A6-E970-7C3A3F4E15CA}"/>
          </ac:spMkLst>
        </pc:spChg>
      </pc:sldChg>
      <pc:sldChg chg="addSp delSp modSp mod modNotesTx">
        <pc:chgData name="Minh Đình" userId="836bd1e508d52677" providerId="LiveId" clId="{5E619B4A-AE3E-4707-8B2A-E4AD25122968}" dt="2025-03-02T16:56:25.139" v="493" actId="2711"/>
        <pc:sldMkLst>
          <pc:docMk/>
          <pc:sldMk cId="1772134238" sldId="341"/>
        </pc:sldMkLst>
      </pc:sldChg>
      <pc:sldChg chg="del">
        <pc:chgData name="Minh Đình" userId="836bd1e508d52677" providerId="LiveId" clId="{5E619B4A-AE3E-4707-8B2A-E4AD25122968}" dt="2025-03-02T16:48:03.695" v="298" actId="47"/>
        <pc:sldMkLst>
          <pc:docMk/>
          <pc:sldMk cId="1993788489" sldId="342"/>
        </pc:sldMkLst>
      </pc:sldChg>
      <pc:sldChg chg="del">
        <pc:chgData name="Minh Đình" userId="836bd1e508d52677" providerId="LiveId" clId="{5E619B4A-AE3E-4707-8B2A-E4AD25122968}" dt="2025-03-02T16:53:54.419" v="390" actId="47"/>
        <pc:sldMkLst>
          <pc:docMk/>
          <pc:sldMk cId="3422989575" sldId="343"/>
        </pc:sldMkLst>
      </pc:sldChg>
      <pc:sldChg chg="del">
        <pc:chgData name="Minh Đình" userId="836bd1e508d52677" providerId="LiveId" clId="{5E619B4A-AE3E-4707-8B2A-E4AD25122968}" dt="2025-03-02T16:53:54.974" v="391" actId="47"/>
        <pc:sldMkLst>
          <pc:docMk/>
          <pc:sldMk cId="508656084" sldId="344"/>
        </pc:sldMkLst>
      </pc:sldChg>
      <pc:sldChg chg="del">
        <pc:chgData name="Minh Đình" userId="836bd1e508d52677" providerId="LiveId" clId="{5E619B4A-AE3E-4707-8B2A-E4AD25122968}" dt="2025-03-02T16:53:55.967" v="393" actId="47"/>
        <pc:sldMkLst>
          <pc:docMk/>
          <pc:sldMk cId="3855095751" sldId="345"/>
        </pc:sldMkLst>
      </pc:sldChg>
      <pc:sldChg chg="del">
        <pc:chgData name="Minh Đình" userId="836bd1e508d52677" providerId="LiveId" clId="{5E619B4A-AE3E-4707-8B2A-E4AD25122968}" dt="2025-03-02T16:53:55.452" v="392" actId="47"/>
        <pc:sldMkLst>
          <pc:docMk/>
          <pc:sldMk cId="2033096166" sldId="346"/>
        </pc:sldMkLst>
      </pc:sldChg>
      <pc:sldChg chg="del">
        <pc:chgData name="Minh Đình" userId="836bd1e508d52677" providerId="LiveId" clId="{5E619B4A-AE3E-4707-8B2A-E4AD25122968}" dt="2025-03-02T16:53:56.456" v="394" actId="47"/>
        <pc:sldMkLst>
          <pc:docMk/>
          <pc:sldMk cId="4190792281" sldId="347"/>
        </pc:sldMkLst>
      </pc:sldChg>
      <pc:sldChg chg="del">
        <pc:chgData name="Minh Đình" userId="836bd1e508d52677" providerId="LiveId" clId="{5E619B4A-AE3E-4707-8B2A-E4AD25122968}" dt="2025-03-02T16:53:58.772" v="399" actId="47"/>
        <pc:sldMkLst>
          <pc:docMk/>
          <pc:sldMk cId="988199101" sldId="348"/>
        </pc:sldMkLst>
      </pc:sldChg>
      <pc:sldChg chg="del">
        <pc:chgData name="Minh Đình" userId="836bd1e508d52677" providerId="LiveId" clId="{5E619B4A-AE3E-4707-8B2A-E4AD25122968}" dt="2025-03-02T16:53:58.310" v="398" actId="47"/>
        <pc:sldMkLst>
          <pc:docMk/>
          <pc:sldMk cId="384334566" sldId="349"/>
        </pc:sldMkLst>
      </pc:sldChg>
      <pc:sldChg chg="del">
        <pc:chgData name="Minh Đình" userId="836bd1e508d52677" providerId="LiveId" clId="{5E619B4A-AE3E-4707-8B2A-E4AD25122968}" dt="2025-03-02T16:54:00.118" v="402" actId="47"/>
        <pc:sldMkLst>
          <pc:docMk/>
          <pc:sldMk cId="280278997" sldId="350"/>
        </pc:sldMkLst>
      </pc:sldChg>
      <pc:sldChg chg="del">
        <pc:chgData name="Minh Đình" userId="836bd1e508d52677" providerId="LiveId" clId="{5E619B4A-AE3E-4707-8B2A-E4AD25122968}" dt="2025-03-02T16:54:00.554" v="403" actId="47"/>
        <pc:sldMkLst>
          <pc:docMk/>
          <pc:sldMk cId="1183573575" sldId="351"/>
        </pc:sldMkLst>
      </pc:sldChg>
      <pc:sldChg chg="del">
        <pc:chgData name="Minh Đình" userId="836bd1e508d52677" providerId="LiveId" clId="{5E619B4A-AE3E-4707-8B2A-E4AD25122968}" dt="2025-03-02T16:53:59.154" v="400" actId="47"/>
        <pc:sldMkLst>
          <pc:docMk/>
          <pc:sldMk cId="3042721552" sldId="352"/>
        </pc:sldMkLst>
      </pc:sldChg>
      <pc:sldChg chg="del">
        <pc:chgData name="Minh Đình" userId="836bd1e508d52677" providerId="LiveId" clId="{5E619B4A-AE3E-4707-8B2A-E4AD25122968}" dt="2025-03-02T16:53:59.630" v="401" actId="47"/>
        <pc:sldMkLst>
          <pc:docMk/>
          <pc:sldMk cId="2891411740" sldId="353"/>
        </pc:sldMkLst>
      </pc:sldChg>
      <pc:sldChg chg="del">
        <pc:chgData name="Minh Đình" userId="836bd1e508d52677" providerId="LiveId" clId="{5E619B4A-AE3E-4707-8B2A-E4AD25122968}" dt="2025-03-02T16:54:03.492" v="410" actId="47"/>
        <pc:sldMkLst>
          <pc:docMk/>
          <pc:sldMk cId="1551123961" sldId="354"/>
        </pc:sldMkLst>
      </pc:sldChg>
      <pc:sldChg chg="del">
        <pc:chgData name="Minh Đình" userId="836bd1e508d52677" providerId="LiveId" clId="{5E619B4A-AE3E-4707-8B2A-E4AD25122968}" dt="2025-03-02T16:54:00.973" v="404" actId="47"/>
        <pc:sldMkLst>
          <pc:docMk/>
          <pc:sldMk cId="697786793" sldId="355"/>
        </pc:sldMkLst>
      </pc:sldChg>
      <pc:sldChg chg="del">
        <pc:chgData name="Minh Đình" userId="836bd1e508d52677" providerId="LiveId" clId="{5E619B4A-AE3E-4707-8B2A-E4AD25122968}" dt="2025-03-02T16:54:01.396" v="405" actId="47"/>
        <pc:sldMkLst>
          <pc:docMk/>
          <pc:sldMk cId="3539241077" sldId="357"/>
        </pc:sldMkLst>
      </pc:sldChg>
      <pc:sldChg chg="del">
        <pc:chgData name="Minh Đình" userId="836bd1e508d52677" providerId="LiveId" clId="{5E619B4A-AE3E-4707-8B2A-E4AD25122968}" dt="2025-03-02T16:54:01.874" v="406" actId="47"/>
        <pc:sldMkLst>
          <pc:docMk/>
          <pc:sldMk cId="307457502" sldId="358"/>
        </pc:sldMkLst>
      </pc:sldChg>
      <pc:sldChg chg="del">
        <pc:chgData name="Minh Đình" userId="836bd1e508d52677" providerId="LiveId" clId="{5E619B4A-AE3E-4707-8B2A-E4AD25122968}" dt="2025-03-02T16:54:02.728" v="408" actId="47"/>
        <pc:sldMkLst>
          <pc:docMk/>
          <pc:sldMk cId="3284678584" sldId="359"/>
        </pc:sldMkLst>
      </pc:sldChg>
      <pc:sldChg chg="del">
        <pc:chgData name="Minh Đình" userId="836bd1e508d52677" providerId="LiveId" clId="{5E619B4A-AE3E-4707-8B2A-E4AD25122968}" dt="2025-03-02T16:54:02.304" v="407" actId="47"/>
        <pc:sldMkLst>
          <pc:docMk/>
          <pc:sldMk cId="1448335423" sldId="360"/>
        </pc:sldMkLst>
      </pc:sldChg>
      <pc:sldChg chg="del">
        <pc:chgData name="Minh Đình" userId="836bd1e508d52677" providerId="LiveId" clId="{5E619B4A-AE3E-4707-8B2A-E4AD25122968}" dt="2025-03-02T16:54:03.081" v="409" actId="47"/>
        <pc:sldMkLst>
          <pc:docMk/>
          <pc:sldMk cId="2834652512" sldId="361"/>
        </pc:sldMkLst>
      </pc:sldChg>
      <pc:sldChg chg="del">
        <pc:chgData name="Minh Đình" userId="836bd1e508d52677" providerId="LiveId" clId="{5E619B4A-AE3E-4707-8B2A-E4AD25122968}" dt="2025-03-02T16:54:03.851" v="411" actId="47"/>
        <pc:sldMkLst>
          <pc:docMk/>
          <pc:sldMk cId="1553629133" sldId="362"/>
        </pc:sldMkLst>
      </pc:sldChg>
      <pc:sldChg chg="del">
        <pc:chgData name="Minh Đình" userId="836bd1e508d52677" providerId="LiveId" clId="{5E619B4A-AE3E-4707-8B2A-E4AD25122968}" dt="2025-03-02T16:54:04.115" v="412" actId="47"/>
        <pc:sldMkLst>
          <pc:docMk/>
          <pc:sldMk cId="3845904561" sldId="363"/>
        </pc:sldMkLst>
      </pc:sldChg>
      <pc:sldChg chg="del">
        <pc:chgData name="Minh Đình" userId="836bd1e508d52677" providerId="LiveId" clId="{5E619B4A-AE3E-4707-8B2A-E4AD25122968}" dt="2025-03-02T16:54:04.644" v="413" actId="47"/>
        <pc:sldMkLst>
          <pc:docMk/>
          <pc:sldMk cId="1427380233" sldId="364"/>
        </pc:sldMkLst>
      </pc:sldChg>
      <pc:sldChg chg="del">
        <pc:chgData name="Minh Đình" userId="836bd1e508d52677" providerId="LiveId" clId="{5E619B4A-AE3E-4707-8B2A-E4AD25122968}" dt="2025-03-02T16:54:05.156" v="414" actId="47"/>
        <pc:sldMkLst>
          <pc:docMk/>
          <pc:sldMk cId="1932710158" sldId="366"/>
        </pc:sldMkLst>
      </pc:sldChg>
      <pc:sldChg chg="del">
        <pc:chgData name="Minh Đình" userId="836bd1e508d52677" providerId="LiveId" clId="{5E619B4A-AE3E-4707-8B2A-E4AD25122968}" dt="2025-03-02T16:54:05.731" v="415" actId="47"/>
        <pc:sldMkLst>
          <pc:docMk/>
          <pc:sldMk cId="510039199" sldId="367"/>
        </pc:sldMkLst>
      </pc:sldChg>
      <pc:sldChg chg="addSp delSp modSp add mod modNotesTx">
        <pc:chgData name="Minh Đình" userId="836bd1e508d52677" providerId="LiveId" clId="{5E619B4A-AE3E-4707-8B2A-E4AD25122968}" dt="2025-03-09T13:27:03.496" v="2352" actId="20577"/>
        <pc:sldMkLst>
          <pc:docMk/>
          <pc:sldMk cId="47521917" sldId="368"/>
        </pc:sldMkLst>
      </pc:sldChg>
      <pc:sldChg chg="modSp add mod ord">
        <pc:chgData name="Minh Đình" userId="836bd1e508d52677" providerId="LiveId" clId="{5E619B4A-AE3E-4707-8B2A-E4AD25122968}" dt="2025-03-02T16:56:19.217" v="492" actId="2711"/>
        <pc:sldMkLst>
          <pc:docMk/>
          <pc:sldMk cId="1450605718" sldId="369"/>
        </pc:sldMkLst>
      </pc:sldChg>
      <pc:sldChg chg="addSp delSp modSp add mod">
        <pc:chgData name="Minh Đình" userId="836bd1e508d52677" providerId="LiveId" clId="{5E619B4A-AE3E-4707-8B2A-E4AD25122968}" dt="2025-03-02T16:59:06.251" v="567" actId="1038"/>
        <pc:sldMkLst>
          <pc:docMk/>
          <pc:sldMk cId="183769797" sldId="370"/>
        </pc:sldMkLst>
      </pc:sldChg>
      <pc:sldChg chg="addSp delSp modSp add mod">
        <pc:chgData name="Minh Đình" userId="836bd1e508d52677" providerId="LiveId" clId="{5E619B4A-AE3E-4707-8B2A-E4AD25122968}" dt="2025-03-02T17:11:10.279" v="675" actId="1076"/>
        <pc:sldMkLst>
          <pc:docMk/>
          <pc:sldMk cId="2447001071" sldId="371"/>
        </pc:sldMkLst>
      </pc:sldChg>
      <pc:sldChg chg="addSp delSp modSp add mod modNotesTx">
        <pc:chgData name="Minh Đình" userId="836bd1e508d52677" providerId="LiveId" clId="{5E619B4A-AE3E-4707-8B2A-E4AD25122968}" dt="2025-03-09T13:27:10.216" v="2353" actId="20577"/>
        <pc:sldMkLst>
          <pc:docMk/>
          <pc:sldMk cId="1368633705" sldId="372"/>
        </pc:sldMkLst>
      </pc:sldChg>
      <pc:sldChg chg="addSp delSp modSp add mod">
        <pc:chgData name="Minh Đình" userId="836bd1e508d52677" providerId="LiveId" clId="{5E619B4A-AE3E-4707-8B2A-E4AD25122968}" dt="2025-03-02T19:01:51.698" v="2146" actId="1076"/>
        <pc:sldMkLst>
          <pc:docMk/>
          <pc:sldMk cId="700550381" sldId="373"/>
        </pc:sldMkLst>
      </pc:sldChg>
      <pc:sldChg chg="addSp delSp modSp add mod">
        <pc:chgData name="Minh Đình" userId="836bd1e508d52677" providerId="LiveId" clId="{5E619B4A-AE3E-4707-8B2A-E4AD25122968}" dt="2025-03-02T18:06:36.712" v="1334" actId="1076"/>
        <pc:sldMkLst>
          <pc:docMk/>
          <pc:sldMk cId="854266647" sldId="374"/>
        </pc:sldMkLst>
        <pc:spChg chg="mod">
          <ac:chgData name="Minh Đình" userId="836bd1e508d52677" providerId="LiveId" clId="{5E619B4A-AE3E-4707-8B2A-E4AD25122968}" dt="2025-03-02T18:06:36.712" v="1334" actId="1076"/>
          <ac:spMkLst>
            <pc:docMk/>
            <pc:sldMk cId="854266647" sldId="374"/>
            <ac:spMk id="2" creationId="{F5DA1C98-5BC6-7807-C02E-397561EB30F7}"/>
          </ac:spMkLst>
        </pc:spChg>
        <pc:spChg chg="add mod">
          <ac:chgData name="Minh Đình" userId="836bd1e508d52677" providerId="LiveId" clId="{5E619B4A-AE3E-4707-8B2A-E4AD25122968}" dt="2025-03-02T18:06:36.712" v="1334" actId="1076"/>
          <ac:spMkLst>
            <pc:docMk/>
            <pc:sldMk cId="854266647" sldId="374"/>
            <ac:spMk id="3" creationId="{197977B1-4144-965E-C46B-0FB3B93282A0}"/>
          </ac:spMkLst>
        </pc:spChg>
      </pc:sldChg>
      <pc:sldChg chg="addSp delSp modSp add mod modNotesTx">
        <pc:chgData name="Minh Đình" userId="836bd1e508d52677" providerId="LiveId" clId="{5E619B4A-AE3E-4707-8B2A-E4AD25122968}" dt="2025-03-09T13:26:54.181" v="2351" actId="20577"/>
        <pc:sldMkLst>
          <pc:docMk/>
          <pc:sldMk cId="1738058566" sldId="375"/>
        </pc:sldMkLst>
      </pc:sldChg>
      <pc:sldChg chg="addSp delSp modSp add mod ord">
        <pc:chgData name="Minh Đình" userId="836bd1e508d52677" providerId="LiveId" clId="{5E619B4A-AE3E-4707-8B2A-E4AD25122968}" dt="2025-03-02T18:05:38.820" v="1232" actId="20577"/>
        <pc:sldMkLst>
          <pc:docMk/>
          <pc:sldMk cId="1107718113" sldId="376"/>
        </pc:sldMkLst>
      </pc:sldChg>
      <pc:sldChg chg="delSp modSp add mod ord">
        <pc:chgData name="Minh Đình" userId="836bd1e508d52677" providerId="LiveId" clId="{5E619B4A-AE3E-4707-8B2A-E4AD25122968}" dt="2025-03-02T18:21:24.742" v="1465" actId="1076"/>
        <pc:sldMkLst>
          <pc:docMk/>
          <pc:sldMk cId="387862811" sldId="377"/>
        </pc:sldMkLst>
      </pc:sldChg>
      <pc:sldChg chg="addSp delSp modSp add mod">
        <pc:chgData name="Minh Đình" userId="836bd1e508d52677" providerId="LiveId" clId="{5E619B4A-AE3E-4707-8B2A-E4AD25122968}" dt="2025-03-02T18:21:16.387" v="1462" actId="1076"/>
        <pc:sldMkLst>
          <pc:docMk/>
          <pc:sldMk cId="2286214966" sldId="378"/>
        </pc:sldMkLst>
      </pc:sldChg>
      <pc:sldChg chg="addSp delSp modSp add del mod modNotesTx">
        <pc:chgData name="Minh Đình" userId="836bd1e508d52677" providerId="LiveId" clId="{5E619B4A-AE3E-4707-8B2A-E4AD25122968}" dt="2025-03-02T18:23:47.936" v="1491" actId="47"/>
        <pc:sldMkLst>
          <pc:docMk/>
          <pc:sldMk cId="397372777" sldId="379"/>
        </pc:sldMkLst>
      </pc:sldChg>
      <pc:sldChg chg="addSp modSp add mod">
        <pc:chgData name="Minh Đình" userId="836bd1e508d52677" providerId="LiveId" clId="{5E619B4A-AE3E-4707-8B2A-E4AD25122968}" dt="2025-03-02T19:01:56.526" v="2148" actId="1076"/>
        <pc:sldMkLst>
          <pc:docMk/>
          <pc:sldMk cId="462821449" sldId="379"/>
        </pc:sldMkLst>
      </pc:sldChg>
      <pc:sldChg chg="delSp add del mod">
        <pc:chgData name="Minh Đình" userId="836bd1e508d52677" providerId="LiveId" clId="{5E619B4A-AE3E-4707-8B2A-E4AD25122968}" dt="2025-03-02T18:22:21.954" v="1468" actId="47"/>
        <pc:sldMkLst>
          <pc:docMk/>
          <pc:sldMk cId="3324082990" sldId="379"/>
        </pc:sldMkLst>
      </pc:sldChg>
      <pc:sldChg chg="addSp delSp modSp add mod modNotesTx">
        <pc:chgData name="Minh Đình" userId="836bd1e508d52677" providerId="LiveId" clId="{5E619B4A-AE3E-4707-8B2A-E4AD25122968}" dt="2025-03-02T18:38:49.784" v="1674" actId="1076"/>
        <pc:sldMkLst>
          <pc:docMk/>
          <pc:sldMk cId="181938697" sldId="380"/>
        </pc:sldMkLst>
      </pc:sldChg>
      <pc:sldChg chg="delSp modSp add mod">
        <pc:chgData name="Minh Đình" userId="836bd1e508d52677" providerId="LiveId" clId="{5E619B4A-AE3E-4707-8B2A-E4AD25122968}" dt="2025-03-02T18:40:34.281" v="1700" actId="1076"/>
        <pc:sldMkLst>
          <pc:docMk/>
          <pc:sldMk cId="3135278998" sldId="381"/>
        </pc:sldMkLst>
      </pc:sldChg>
      <pc:sldChg chg="addSp delSp modSp add mod">
        <pc:chgData name="Minh Đình" userId="836bd1e508d52677" providerId="LiveId" clId="{5E619B4A-AE3E-4707-8B2A-E4AD25122968}" dt="2025-03-02T18:45:19.608" v="1715" actId="2711"/>
        <pc:sldMkLst>
          <pc:docMk/>
          <pc:sldMk cId="1999630149" sldId="382"/>
        </pc:sldMkLst>
      </pc:sldChg>
      <pc:sldChg chg="addSp delSp modSp add mod">
        <pc:chgData name="Minh Đình" userId="836bd1e508d52677" providerId="LiveId" clId="{5E619B4A-AE3E-4707-8B2A-E4AD25122968}" dt="2025-03-02T18:49:12.053" v="1899" actId="2711"/>
        <pc:sldMkLst>
          <pc:docMk/>
          <pc:sldMk cId="141990240" sldId="383"/>
        </pc:sldMkLst>
      </pc:sldChg>
      <pc:sldChg chg="addSp delSp modSp add mod">
        <pc:chgData name="Minh Đình" userId="836bd1e508d52677" providerId="LiveId" clId="{5E619B4A-AE3E-4707-8B2A-E4AD25122968}" dt="2025-03-02T18:51:21.204" v="1918" actId="1076"/>
        <pc:sldMkLst>
          <pc:docMk/>
          <pc:sldMk cId="2644314936" sldId="384"/>
        </pc:sldMkLst>
      </pc:sldChg>
      <pc:sldChg chg="delSp modSp add mod">
        <pc:chgData name="Minh Đình" userId="836bd1e508d52677" providerId="LiveId" clId="{5E619B4A-AE3E-4707-8B2A-E4AD25122968}" dt="2025-03-02T18:53:07.059" v="2038" actId="2711"/>
        <pc:sldMkLst>
          <pc:docMk/>
          <pc:sldMk cId="2800536516" sldId="385"/>
        </pc:sldMkLst>
      </pc:sldChg>
      <pc:sldChg chg="delSp modSp add mod modNotesTx">
        <pc:chgData name="Minh Đình" userId="836bd1e508d52677" providerId="LiveId" clId="{5E619B4A-AE3E-4707-8B2A-E4AD25122968}" dt="2025-03-02T18:55:54.990" v="2077" actId="20577"/>
        <pc:sldMkLst>
          <pc:docMk/>
          <pc:sldMk cId="3270912619" sldId="386"/>
        </pc:sldMkLst>
      </pc:sldChg>
      <pc:sldChg chg="addSp delSp modSp add mod">
        <pc:chgData name="Minh Đình" userId="836bd1e508d52677" providerId="LiveId" clId="{5E619B4A-AE3E-4707-8B2A-E4AD25122968}" dt="2025-03-03T02:18:16.434" v="2309" actId="2711"/>
        <pc:sldMkLst>
          <pc:docMk/>
          <pc:sldMk cId="3795350928" sldId="387"/>
        </pc:sldMkLst>
      </pc:sldChg>
      <pc:sldChg chg="addSp delSp modSp add mod">
        <pc:chgData name="Minh Đình" userId="836bd1e508d52677" providerId="LiveId" clId="{5E619B4A-AE3E-4707-8B2A-E4AD25122968}" dt="2025-03-03T02:22:22.525" v="2349" actId="1076"/>
        <pc:sldMkLst>
          <pc:docMk/>
          <pc:sldMk cId="3617816281" sldId="388"/>
        </pc:sldMkLst>
      </pc:sldChg>
    </pc:docChg>
  </pc:docChgLst>
  <pc:docChgLst>
    <pc:chgData name="Minh Đình" userId="836bd1e508d52677" providerId="LiveId" clId="{D8269AC2-045B-4BFC-9DC1-EDF9052473DB}"/>
    <pc:docChg chg="undo custSel addSld delSld modSld sldOrd addMainMaster delMainMaster modMainMaster">
      <pc:chgData name="Minh Đình" userId="836bd1e508d52677" providerId="LiveId" clId="{D8269AC2-045B-4BFC-9DC1-EDF9052473DB}" dt="2024-05-28T16:38:18.437" v="7789" actId="20577"/>
      <pc:docMkLst>
        <pc:docMk/>
      </pc:docMkLst>
      <pc:sldChg chg="addSp delSp modSp new mod modTransition chgLayout modNotesTx">
        <pc:chgData name="Minh Đình" userId="836bd1e508d52677" providerId="LiveId" clId="{D8269AC2-045B-4BFC-9DC1-EDF9052473DB}" dt="2024-05-28T14:05:23.990" v="7302" actId="478"/>
        <pc:sldMkLst>
          <pc:docMk/>
          <pc:sldMk cId="345753689" sldId="256"/>
        </pc:sldMkLst>
      </pc:sldChg>
      <pc:sldChg chg="addSp delSp modSp new mod modTransition">
        <pc:chgData name="Minh Đình" userId="836bd1e508d52677" providerId="LiveId" clId="{D8269AC2-045B-4BFC-9DC1-EDF9052473DB}" dt="2024-05-24T11:37:21.130" v="4861" actId="20577"/>
        <pc:sldMkLst>
          <pc:docMk/>
          <pc:sldMk cId="3911317014" sldId="257"/>
        </pc:sldMkLst>
      </pc:sldChg>
      <pc:sldChg chg="addSp delSp modSp new mod modTransition">
        <pc:chgData name="Minh Đình" userId="836bd1e508d52677" providerId="LiveId" clId="{D8269AC2-045B-4BFC-9DC1-EDF9052473DB}" dt="2024-05-23T13:55:57.061" v="3595" actId="1582"/>
        <pc:sldMkLst>
          <pc:docMk/>
          <pc:sldMk cId="1722033778" sldId="258"/>
        </pc:sldMkLst>
      </pc:sldChg>
      <pc:sldChg chg="new del">
        <pc:chgData name="Minh Đình" userId="836bd1e508d52677" providerId="LiveId" clId="{D8269AC2-045B-4BFC-9DC1-EDF9052473DB}" dt="2024-05-21T15:29:16.162" v="570" actId="47"/>
        <pc:sldMkLst>
          <pc:docMk/>
          <pc:sldMk cId="3480460136" sldId="258"/>
        </pc:sldMkLst>
      </pc:sldChg>
      <pc:sldChg chg="addSp delSp modSp add mod modTransition">
        <pc:chgData name="Minh Đình" userId="836bd1e508d52677" providerId="LiveId" clId="{D8269AC2-045B-4BFC-9DC1-EDF9052473DB}" dt="2024-05-23T13:48:42.975" v="3454" actId="208"/>
        <pc:sldMkLst>
          <pc:docMk/>
          <pc:sldMk cId="4007310481" sldId="259"/>
        </pc:sldMkLst>
      </pc:sldChg>
      <pc:sldChg chg="addSp delSp modSp add mod modTransition">
        <pc:chgData name="Minh Đình" userId="836bd1e508d52677" providerId="LiveId" clId="{D8269AC2-045B-4BFC-9DC1-EDF9052473DB}" dt="2024-05-23T13:49:08.299" v="3482" actId="1076"/>
        <pc:sldMkLst>
          <pc:docMk/>
          <pc:sldMk cId="2912988929" sldId="260"/>
        </pc:sldMkLst>
      </pc:sldChg>
      <pc:sldChg chg="addSp delSp modSp add mod modTransition">
        <pc:chgData name="Minh Đình" userId="836bd1e508d52677" providerId="LiveId" clId="{D8269AC2-045B-4BFC-9DC1-EDF9052473DB}" dt="2024-05-28T16:25:06.425" v="7726" actId="14100"/>
        <pc:sldMkLst>
          <pc:docMk/>
          <pc:sldMk cId="610353939" sldId="261"/>
        </pc:sldMkLst>
      </pc:sldChg>
      <pc:sldChg chg="addSp delSp modSp add mod ord modTransition">
        <pc:chgData name="Minh Đình" userId="836bd1e508d52677" providerId="LiveId" clId="{D8269AC2-045B-4BFC-9DC1-EDF9052473DB}" dt="2024-05-28T16:14:03.128" v="7608" actId="20577"/>
        <pc:sldMkLst>
          <pc:docMk/>
          <pc:sldMk cId="1967633584" sldId="262"/>
        </pc:sldMkLst>
      </pc:sldChg>
      <pc:sldChg chg="addSp delSp modSp add mod modTransition">
        <pc:chgData name="Minh Đình" userId="836bd1e508d52677" providerId="LiveId" clId="{D8269AC2-045B-4BFC-9DC1-EDF9052473DB}" dt="2024-05-23T14:06:43.132" v="3679" actId="1076"/>
        <pc:sldMkLst>
          <pc:docMk/>
          <pc:sldMk cId="3904948485" sldId="263"/>
        </pc:sldMkLst>
      </pc:sldChg>
      <pc:sldChg chg="addSp delSp modSp add mod modTransition">
        <pc:chgData name="Minh Đình" userId="836bd1e508d52677" providerId="LiveId" clId="{D8269AC2-045B-4BFC-9DC1-EDF9052473DB}" dt="2024-05-23T13:57:47.596" v="3656" actId="14100"/>
        <pc:sldMkLst>
          <pc:docMk/>
          <pc:sldMk cId="3404263136" sldId="264"/>
        </pc:sldMkLst>
      </pc:sldChg>
      <pc:sldChg chg="addSp delSp modSp add mod modTransition">
        <pc:chgData name="Minh Đình" userId="836bd1e508d52677" providerId="LiveId" clId="{D8269AC2-045B-4BFC-9DC1-EDF9052473DB}" dt="2024-05-28T10:54:05.050" v="7285" actId="20577"/>
        <pc:sldMkLst>
          <pc:docMk/>
          <pc:sldMk cId="3766027718" sldId="265"/>
        </pc:sldMkLst>
      </pc:sldChg>
      <pc:sldChg chg="addSp delSp modSp add mod">
        <pc:chgData name="Minh Đình" userId="836bd1e508d52677" providerId="LiveId" clId="{D8269AC2-045B-4BFC-9DC1-EDF9052473DB}" dt="2024-05-23T14:37:41.132" v="4063" actId="1076"/>
        <pc:sldMkLst>
          <pc:docMk/>
          <pc:sldMk cId="2748488782" sldId="266"/>
        </pc:sldMkLst>
      </pc:sldChg>
      <pc:sldChg chg="addSp delSp modSp add mod modNotesTx">
        <pc:chgData name="Minh Đình" userId="836bd1e508d52677" providerId="LiveId" clId="{D8269AC2-045B-4BFC-9DC1-EDF9052473DB}" dt="2024-05-23T15:23:40.641" v="4201"/>
        <pc:sldMkLst>
          <pc:docMk/>
          <pc:sldMk cId="22823622" sldId="267"/>
        </pc:sldMkLst>
      </pc:sldChg>
      <pc:sldChg chg="add del">
        <pc:chgData name="Minh Đình" userId="836bd1e508d52677" providerId="LiveId" clId="{D8269AC2-045B-4BFC-9DC1-EDF9052473DB}" dt="2024-05-23T14:37:55.978" v="4065" actId="47"/>
        <pc:sldMkLst>
          <pc:docMk/>
          <pc:sldMk cId="1198036689" sldId="267"/>
        </pc:sldMkLst>
      </pc:sldChg>
      <pc:sldChg chg="addSp delSp modSp add mod">
        <pc:chgData name="Minh Đình" userId="836bd1e508d52677" providerId="LiveId" clId="{D8269AC2-045B-4BFC-9DC1-EDF9052473DB}" dt="2024-05-28T10:58:14.527" v="7301" actId="1076"/>
        <pc:sldMkLst>
          <pc:docMk/>
          <pc:sldMk cId="767395912" sldId="268"/>
        </pc:sldMkLst>
      </pc:sldChg>
      <pc:sldChg chg="addSp delSp modSp add mod modNotesTx">
        <pc:chgData name="Minh Đình" userId="836bd1e508d52677" providerId="LiveId" clId="{D8269AC2-045B-4BFC-9DC1-EDF9052473DB}" dt="2024-05-24T09:27:16.508" v="4295" actId="114"/>
        <pc:sldMkLst>
          <pc:docMk/>
          <pc:sldMk cId="974486449" sldId="269"/>
        </pc:sldMkLst>
      </pc:sldChg>
      <pc:sldChg chg="addSp delSp modSp add mod">
        <pc:chgData name="Minh Đình" userId="836bd1e508d52677" providerId="LiveId" clId="{D8269AC2-045B-4BFC-9DC1-EDF9052473DB}" dt="2024-05-24T09:29:12.718" v="4307" actId="1076"/>
        <pc:sldMkLst>
          <pc:docMk/>
          <pc:sldMk cId="1691653636" sldId="270"/>
        </pc:sldMkLst>
      </pc:sldChg>
      <pc:sldChg chg="addSp delSp modSp add mod ord modNotesTx">
        <pc:chgData name="Minh Đình" userId="836bd1e508d52677" providerId="LiveId" clId="{D8269AC2-045B-4BFC-9DC1-EDF9052473DB}" dt="2024-05-27T14:38:42.636" v="5991"/>
        <pc:sldMkLst>
          <pc:docMk/>
          <pc:sldMk cId="811246154" sldId="271"/>
        </pc:sldMkLst>
      </pc:sldChg>
      <pc:sldChg chg="addSp delSp modSp add mod ord">
        <pc:chgData name="Minh Đình" userId="836bd1e508d52677" providerId="LiveId" clId="{D8269AC2-045B-4BFC-9DC1-EDF9052473DB}" dt="2024-05-27T15:41:32.931" v="6204"/>
        <pc:sldMkLst>
          <pc:docMk/>
          <pc:sldMk cId="284976611" sldId="272"/>
        </pc:sldMkLst>
      </pc:sldChg>
      <pc:sldChg chg="addSp delSp modSp add mod">
        <pc:chgData name="Minh Đình" userId="836bd1e508d52677" providerId="LiveId" clId="{D8269AC2-045B-4BFC-9DC1-EDF9052473DB}" dt="2024-05-24T11:16:56.317" v="4658" actId="1036"/>
        <pc:sldMkLst>
          <pc:docMk/>
          <pc:sldMk cId="2796873521" sldId="273"/>
        </pc:sldMkLst>
      </pc:sldChg>
      <pc:sldChg chg="addSp delSp modSp add mod">
        <pc:chgData name="Minh Đình" userId="836bd1e508d52677" providerId="LiveId" clId="{D8269AC2-045B-4BFC-9DC1-EDF9052473DB}" dt="2024-05-27T15:48:53.046" v="6211" actId="478"/>
        <pc:sldMkLst>
          <pc:docMk/>
          <pc:sldMk cId="3370097097" sldId="274"/>
        </pc:sldMkLst>
      </pc:sldChg>
      <pc:sldChg chg="addSp delSp modSp add mod ord modNotesTx">
        <pc:chgData name="Minh Đình" userId="836bd1e508d52677" providerId="LiveId" clId="{D8269AC2-045B-4BFC-9DC1-EDF9052473DB}" dt="2024-05-27T14:44:40.682" v="6090" actId="14100"/>
        <pc:sldMkLst>
          <pc:docMk/>
          <pc:sldMk cId="1740062919" sldId="275"/>
        </pc:sldMkLst>
      </pc:sldChg>
      <pc:sldChg chg="addSp delSp modSp add mod">
        <pc:chgData name="Minh Đình" userId="836bd1e508d52677" providerId="LiveId" clId="{D8269AC2-045B-4BFC-9DC1-EDF9052473DB}" dt="2024-05-27T15:48:48.734" v="6209" actId="478"/>
        <pc:sldMkLst>
          <pc:docMk/>
          <pc:sldMk cId="3071658624" sldId="276"/>
        </pc:sldMkLst>
      </pc:sldChg>
      <pc:sldChg chg="addSp delSp modSp add mod">
        <pc:chgData name="Minh Đình" userId="836bd1e508d52677" providerId="LiveId" clId="{D8269AC2-045B-4BFC-9DC1-EDF9052473DB}" dt="2024-05-24T11:41:13.180" v="4923" actId="1076"/>
        <pc:sldMkLst>
          <pc:docMk/>
          <pc:sldMk cId="238947915" sldId="277"/>
        </pc:sldMkLst>
      </pc:sldChg>
      <pc:sldChg chg="addSp delSp modSp new mod">
        <pc:chgData name="Minh Đình" userId="836bd1e508d52677" providerId="LiveId" clId="{D8269AC2-045B-4BFC-9DC1-EDF9052473DB}" dt="2024-05-26T16:28:38.707" v="5804"/>
        <pc:sldMkLst>
          <pc:docMk/>
          <pc:sldMk cId="1140129264" sldId="278"/>
        </pc:sldMkLst>
      </pc:sldChg>
      <pc:sldChg chg="addSp modSp add mod">
        <pc:chgData name="Minh Đình" userId="836bd1e508d52677" providerId="LiveId" clId="{D8269AC2-045B-4BFC-9DC1-EDF9052473DB}" dt="2024-05-24T12:36:15.202" v="5162" actId="2711"/>
        <pc:sldMkLst>
          <pc:docMk/>
          <pc:sldMk cId="3771279957" sldId="279"/>
        </pc:sldMkLst>
      </pc:sldChg>
      <pc:sldChg chg="addSp delSp modSp add mod">
        <pc:chgData name="Minh Đình" userId="836bd1e508d52677" providerId="LiveId" clId="{D8269AC2-045B-4BFC-9DC1-EDF9052473DB}" dt="2024-05-28T10:06:40.580" v="7105" actId="1076"/>
        <pc:sldMkLst>
          <pc:docMk/>
          <pc:sldMk cId="3861452339" sldId="280"/>
        </pc:sldMkLst>
      </pc:sldChg>
      <pc:sldChg chg="addSp delSp modSp add mod">
        <pc:chgData name="Minh Đình" userId="836bd1e508d52677" providerId="LiveId" clId="{D8269AC2-045B-4BFC-9DC1-EDF9052473DB}" dt="2024-05-28T16:36:46.242" v="7786" actId="20577"/>
        <pc:sldMkLst>
          <pc:docMk/>
          <pc:sldMk cId="950941139" sldId="281"/>
        </pc:sldMkLst>
      </pc:sldChg>
      <pc:sldChg chg="addSp delSp modSp add mod">
        <pc:chgData name="Minh Đình" userId="836bd1e508d52677" providerId="LiveId" clId="{D8269AC2-045B-4BFC-9DC1-EDF9052473DB}" dt="2024-05-26T16:29:48.325" v="5844" actId="1076"/>
        <pc:sldMkLst>
          <pc:docMk/>
          <pc:sldMk cId="2967780640" sldId="282"/>
        </pc:sldMkLst>
      </pc:sldChg>
      <pc:sldChg chg="addSp delSp modSp add mod modAnim">
        <pc:chgData name="Minh Đình" userId="836bd1e508d52677" providerId="LiveId" clId="{D8269AC2-045B-4BFC-9DC1-EDF9052473DB}" dt="2024-05-26T16:31:29.977" v="5865" actId="1076"/>
        <pc:sldMkLst>
          <pc:docMk/>
          <pc:sldMk cId="616751478" sldId="283"/>
        </pc:sldMkLst>
      </pc:sldChg>
      <pc:sldChg chg="addSp delSp add del mod">
        <pc:chgData name="Minh Đình" userId="836bd1e508d52677" providerId="LiveId" clId="{D8269AC2-045B-4BFC-9DC1-EDF9052473DB}" dt="2024-05-26T16:29:01.059" v="5831"/>
        <pc:sldMkLst>
          <pc:docMk/>
          <pc:sldMk cId="1847139466" sldId="283"/>
        </pc:sldMkLst>
      </pc:sldChg>
      <pc:sldChg chg="addSp delSp modSp add mod">
        <pc:chgData name="Minh Đình" userId="836bd1e508d52677" providerId="LiveId" clId="{D8269AC2-045B-4BFC-9DC1-EDF9052473DB}" dt="2024-05-28T15:57:25.798" v="7377" actId="20577"/>
        <pc:sldMkLst>
          <pc:docMk/>
          <pc:sldMk cId="198803338" sldId="284"/>
        </pc:sldMkLst>
      </pc:sldChg>
      <pc:sldChg chg="addSp delSp modSp add mod">
        <pc:chgData name="Minh Đình" userId="836bd1e508d52677" providerId="LiveId" clId="{D8269AC2-045B-4BFC-9DC1-EDF9052473DB}" dt="2024-05-28T16:01:20.611" v="7396" actId="207"/>
        <pc:sldMkLst>
          <pc:docMk/>
          <pc:sldMk cId="3779123254" sldId="285"/>
        </pc:sldMkLst>
      </pc:sldChg>
      <pc:sldChg chg="modSp mod">
        <pc:chgData name="Minh Đình" userId="836bd1e508d52677" providerId="LiveId" clId="{D8269AC2-045B-4BFC-9DC1-EDF9052473DB}" dt="2024-05-28T10:08:27.103" v="7133" actId="20577"/>
        <pc:sldMkLst>
          <pc:docMk/>
          <pc:sldMk cId="3722698626" sldId="286"/>
        </pc:sldMkLst>
      </pc:sldChg>
      <pc:sldChg chg="addSp delSp modSp new mod">
        <pc:chgData name="Minh Đình" userId="836bd1e508d52677" providerId="LiveId" clId="{D8269AC2-045B-4BFC-9DC1-EDF9052473DB}" dt="2024-05-28T16:38:18.437" v="7789" actId="20577"/>
        <pc:sldMkLst>
          <pc:docMk/>
          <pc:sldMk cId="2053841181" sldId="287"/>
        </pc:sldMkLst>
      </pc:sldChg>
      <pc:sldChg chg="delSp modSp add mod">
        <pc:chgData name="Minh Đình" userId="836bd1e508d52677" providerId="LiveId" clId="{D8269AC2-045B-4BFC-9DC1-EDF9052473DB}" dt="2024-05-28T14:42:47.847" v="7304" actId="1076"/>
        <pc:sldMkLst>
          <pc:docMk/>
          <pc:sldMk cId="1045413417" sldId="288"/>
        </pc:sldMkLst>
      </pc:sldChg>
      <pc:sldChg chg="addSp delSp modSp add mod">
        <pc:chgData name="Minh Đình" userId="836bd1e508d52677" providerId="LiveId" clId="{D8269AC2-045B-4BFC-9DC1-EDF9052473DB}" dt="2024-05-28T10:02:54.352" v="7072" actId="1076"/>
        <pc:sldMkLst>
          <pc:docMk/>
          <pc:sldMk cId="812647908" sldId="289"/>
        </pc:sldMkLst>
      </pc:sldChg>
      <pc:sldChg chg="addSp delSp modSp add mod">
        <pc:chgData name="Minh Đình" userId="836bd1e508d52677" providerId="LiveId" clId="{D8269AC2-045B-4BFC-9DC1-EDF9052473DB}" dt="2024-05-28T10:03:53.189" v="7088" actId="1076"/>
        <pc:sldMkLst>
          <pc:docMk/>
          <pc:sldMk cId="314175993" sldId="290"/>
        </pc:sldMkLst>
      </pc:sldChg>
      <pc:sldMasterChg chg="addSp delSp modSp mod addSldLayout delSldLayout modSldLayout">
        <pc:chgData name="Minh Đình" userId="836bd1e508d52677" providerId="LiveId" clId="{D8269AC2-045B-4BFC-9DC1-EDF9052473DB}" dt="2024-05-23T13:39:36.153" v="3268" actId="1036"/>
        <pc:sldMasterMkLst>
          <pc:docMk/>
          <pc:sldMasterMk cId="901545815" sldId="2147483648"/>
        </pc:sldMasterMkLst>
        <pc:sldLayoutChg chg="addSp delSp modSp mod setBg">
          <pc:chgData name="Minh Đình" userId="836bd1e508d52677" providerId="LiveId" clId="{D8269AC2-045B-4BFC-9DC1-EDF9052473DB}" dt="2024-05-22T10:32:22.068" v="792" actId="478"/>
          <pc:sldLayoutMkLst>
            <pc:docMk/>
            <pc:sldMasterMk cId="901545815" sldId="2147483648"/>
            <pc:sldLayoutMk cId="2285719357" sldId="2147483649"/>
          </pc:sldLayoutMkLst>
        </pc:sldLayoutChg>
        <pc:sldLayoutChg chg="delSp mod">
          <pc:chgData name="Minh Đình" userId="836bd1e508d52677" providerId="LiveId" clId="{D8269AC2-045B-4BFC-9DC1-EDF9052473DB}" dt="2024-05-22T10:32:27.084" v="795" actId="478"/>
          <pc:sldLayoutMkLst>
            <pc:docMk/>
            <pc:sldMasterMk cId="901545815" sldId="2147483648"/>
            <pc:sldLayoutMk cId="1146928141" sldId="2147483650"/>
          </pc:sldLayoutMkLst>
        </pc:sldLayoutChg>
        <pc:sldLayoutChg chg="new del mod">
          <pc:chgData name="Minh Đình" userId="836bd1e508d52677" providerId="LiveId" clId="{D8269AC2-045B-4BFC-9DC1-EDF9052473DB}" dt="2024-05-21T15:08:34.512" v="26" actId="11236"/>
          <pc:sldLayoutMkLst>
            <pc:docMk/>
            <pc:sldMasterMk cId="901545815" sldId="2147483648"/>
            <pc:sldLayoutMk cId="3839378159" sldId="2147483660"/>
          </pc:sldLayoutMkLst>
        </pc:sldLayoutChg>
        <pc:sldLayoutChg chg="new del mod">
          <pc:chgData name="Minh Đình" userId="836bd1e508d52677" providerId="LiveId" clId="{D8269AC2-045B-4BFC-9DC1-EDF9052473DB}" dt="2024-05-21T15:21:37.485" v="270" actId="11236"/>
          <pc:sldLayoutMkLst>
            <pc:docMk/>
            <pc:sldMasterMk cId="901545815" sldId="2147483648"/>
            <pc:sldLayoutMk cId="4065314896" sldId="2147483660"/>
          </pc:sldLayoutMkLst>
        </pc:sldLayoutChg>
      </pc:sldMasterChg>
      <pc:sldMasterChg chg="new del mod addSldLayout delSldLayout">
        <pc:chgData name="Minh Đình" userId="836bd1e508d52677" providerId="LiveId" clId="{D8269AC2-045B-4BFC-9DC1-EDF9052473DB}" dt="2024-05-21T15:05:26.091" v="3" actId="6938"/>
        <pc:sldMasterMkLst>
          <pc:docMk/>
          <pc:sldMasterMk cId="2978924479" sldId="2147483660"/>
        </pc:sldMasterMkLst>
        <pc:sldLayoutChg chg="new del replId">
          <pc:chgData name="Minh Đình" userId="836bd1e508d52677" providerId="LiveId" clId="{D8269AC2-045B-4BFC-9DC1-EDF9052473DB}" dt="2024-05-21T15:05:26.091" v="3" actId="6938"/>
          <pc:sldLayoutMkLst>
            <pc:docMk/>
            <pc:sldMasterMk cId="2978924479" sldId="2147483660"/>
            <pc:sldLayoutMk cId="1440865641" sldId="2147483661"/>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970954096" sldId="2147483662"/>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81018290" sldId="2147483663"/>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1639210604" sldId="2147483664"/>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752334895" sldId="2147483665"/>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627391385" sldId="2147483666"/>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2131078976" sldId="2147483667"/>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577487748" sldId="2147483668"/>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3268048231" sldId="2147483669"/>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04001556" sldId="2147483670"/>
          </pc:sldLayoutMkLst>
        </pc:sldLayoutChg>
        <pc:sldLayoutChg chg="new del replId">
          <pc:chgData name="Minh Đình" userId="836bd1e508d52677" providerId="LiveId" clId="{D8269AC2-045B-4BFC-9DC1-EDF9052473DB}" dt="2024-05-21T15:05:26.091" v="3" actId="6938"/>
          <pc:sldLayoutMkLst>
            <pc:docMk/>
            <pc:sldMasterMk cId="2978924479" sldId="2147483660"/>
            <pc:sldLayoutMk cId="4264046280" sldId="214748367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5D22D5-67AE-7373-3230-81048FB44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705D38-0F62-0034-3F24-4F1677BDE9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A5B708-785D-4B6B-AB00-E10C3916B9DB}" type="datetimeFigureOut">
              <a:rPr lang="en-US" smtClean="0"/>
              <a:t>24-Mar-25</a:t>
            </a:fld>
            <a:endParaRPr lang="en-US"/>
          </a:p>
        </p:txBody>
      </p:sp>
      <p:sp>
        <p:nvSpPr>
          <p:cNvPr id="4" name="Footer Placeholder 3">
            <a:extLst>
              <a:ext uri="{FF2B5EF4-FFF2-40B4-BE49-F238E27FC236}">
                <a16:creationId xmlns:a16="http://schemas.microsoft.com/office/drawing/2014/main" id="{C9900F23-6376-CA9C-7E2B-3F022725B3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9A43DE-DA26-71B0-0302-7DA460CC9A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8E7808-D9F7-45E6-B583-B52021C182BB}" type="slidenum">
              <a:rPr lang="en-US" smtClean="0"/>
              <a:t>‹#›</a:t>
            </a:fld>
            <a:endParaRPr lang="en-US"/>
          </a:p>
        </p:txBody>
      </p:sp>
    </p:spTree>
    <p:extLst>
      <p:ext uri="{BB962C8B-B14F-4D97-AF65-F5344CB8AC3E}">
        <p14:creationId xmlns:p14="http://schemas.microsoft.com/office/powerpoint/2010/main" val="36966466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BC5C2-1317-4FA4-A81F-0011D2E940A6}" type="datetimeFigureOut">
              <a:rPr lang="en-US" smtClean="0"/>
              <a:t>24-Mar-25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B1F58-AC68-46E8-808A-40B5D90CA113}" type="slidenum">
              <a:rPr lang="en-US" smtClean="0"/>
              <a:t>‹#›</a:t>
            </a:fld>
            <a:endParaRPr lang="en-US"/>
          </a:p>
        </p:txBody>
      </p:sp>
    </p:spTree>
    <p:extLst>
      <p:ext uri="{BB962C8B-B14F-4D97-AF65-F5344CB8AC3E}">
        <p14:creationId xmlns:p14="http://schemas.microsoft.com/office/powerpoint/2010/main" val="1551697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E9B1F58-AC68-46E8-808A-40B5D90CA113}" type="slidenum">
              <a:rPr lang="en-US" smtClean="0"/>
              <a:t>1</a:t>
            </a:fld>
            <a:endParaRPr lang="en-US"/>
          </a:p>
        </p:txBody>
      </p:sp>
    </p:spTree>
    <p:extLst>
      <p:ext uri="{BB962C8B-B14F-4D97-AF65-F5344CB8AC3E}">
        <p14:creationId xmlns:p14="http://schemas.microsoft.com/office/powerpoint/2010/main" val="3785676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545E-0970-2D38-18CB-3132F4A17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ECC98-61B8-CE46-D5B8-01EFC7F51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ACAD7-6078-31D7-FC88-E452C94F8E25}"/>
              </a:ext>
            </a:extLst>
          </p:cNvPr>
          <p:cNvSpPr>
            <a:spLocks noGrp="1"/>
          </p:cNvSpPr>
          <p:nvPr>
            <p:ph type="body" idx="1"/>
          </p:nvPr>
        </p:nvSpPr>
        <p:spPr/>
        <p:txBody>
          <a:bodyPr/>
          <a:lstStyle/>
          <a:p>
            <a:pPr>
              <a:buFont typeface="Arial" panose="020B0604020202020204" pitchFamily="34" charset="0"/>
              <a:buChar char="•"/>
            </a:pPr>
            <a:endParaRPr lang="vi-VN" dirty="0"/>
          </a:p>
        </p:txBody>
      </p:sp>
      <p:sp>
        <p:nvSpPr>
          <p:cNvPr id="4" name="Slide Number Placeholder 3">
            <a:extLst>
              <a:ext uri="{FF2B5EF4-FFF2-40B4-BE49-F238E27FC236}">
                <a16:creationId xmlns:a16="http://schemas.microsoft.com/office/drawing/2014/main" id="{37E370B5-FCC8-B73C-38B9-EFAFFBC25C90}"/>
              </a:ext>
            </a:extLst>
          </p:cNvPr>
          <p:cNvSpPr>
            <a:spLocks noGrp="1"/>
          </p:cNvSpPr>
          <p:nvPr>
            <p:ph type="sldNum" sz="quarter" idx="5"/>
          </p:nvPr>
        </p:nvSpPr>
        <p:spPr/>
        <p:txBody>
          <a:bodyPr/>
          <a:lstStyle/>
          <a:p>
            <a:fld id="{7E9B1F58-AC68-46E8-808A-40B5D90CA113}" type="slidenum">
              <a:rPr lang="en-US" smtClean="0"/>
              <a:t>2</a:t>
            </a:fld>
            <a:endParaRPr lang="en-US"/>
          </a:p>
        </p:txBody>
      </p:sp>
    </p:spTree>
    <p:extLst>
      <p:ext uri="{BB962C8B-B14F-4D97-AF65-F5344CB8AC3E}">
        <p14:creationId xmlns:p14="http://schemas.microsoft.com/office/powerpoint/2010/main" val="2108753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A0A97-82A4-33E5-317B-FE6791DAE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29CEB-5BD4-A941-E7FF-73C8DD346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71AE9-813A-E006-0825-2C8B119FF6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943BCE-52DD-A600-B439-CF6EC96E7CED}"/>
              </a:ext>
            </a:extLst>
          </p:cNvPr>
          <p:cNvSpPr>
            <a:spLocks noGrp="1"/>
          </p:cNvSpPr>
          <p:nvPr>
            <p:ph type="sldNum" sz="quarter" idx="5"/>
          </p:nvPr>
        </p:nvSpPr>
        <p:spPr/>
        <p:txBody>
          <a:bodyPr/>
          <a:lstStyle/>
          <a:p>
            <a:fld id="{7E9B1F58-AC68-46E8-808A-40B5D90CA113}" type="slidenum">
              <a:rPr lang="en-US" smtClean="0"/>
              <a:t>3</a:t>
            </a:fld>
            <a:endParaRPr lang="en-US"/>
          </a:p>
        </p:txBody>
      </p:sp>
    </p:spTree>
    <p:extLst>
      <p:ext uri="{BB962C8B-B14F-4D97-AF65-F5344CB8AC3E}">
        <p14:creationId xmlns:p14="http://schemas.microsoft.com/office/powerpoint/2010/main" val="2399866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7512-830C-8ECB-E268-F209F826F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FE1DE-7983-5F8B-C755-8A2347826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29A53-2A25-224D-3597-4D0B8DC530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6CA340-0C1F-E469-8B26-EABDDE6DCCDD}"/>
              </a:ext>
            </a:extLst>
          </p:cNvPr>
          <p:cNvSpPr>
            <a:spLocks noGrp="1"/>
          </p:cNvSpPr>
          <p:nvPr>
            <p:ph type="sldNum" sz="quarter" idx="5"/>
          </p:nvPr>
        </p:nvSpPr>
        <p:spPr/>
        <p:txBody>
          <a:bodyPr/>
          <a:lstStyle/>
          <a:p>
            <a:fld id="{7E9B1F58-AC68-46E8-808A-40B5D90CA113}" type="slidenum">
              <a:rPr lang="en-US" smtClean="0"/>
              <a:t>4</a:t>
            </a:fld>
            <a:endParaRPr lang="en-US"/>
          </a:p>
        </p:txBody>
      </p:sp>
    </p:spTree>
    <p:extLst>
      <p:ext uri="{BB962C8B-B14F-4D97-AF65-F5344CB8AC3E}">
        <p14:creationId xmlns:p14="http://schemas.microsoft.com/office/powerpoint/2010/main" val="46482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9E64A-0126-CDDD-7D0B-8A6995D40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1FD00-3813-10AA-11B1-6DEF0F4402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81B6D-1ACD-BB26-53B6-EA2E935D0734}"/>
              </a:ext>
            </a:extLst>
          </p:cNvPr>
          <p:cNvSpPr>
            <a:spLocks noGrp="1"/>
          </p:cNvSpPr>
          <p:nvPr>
            <p:ph type="body" idx="1"/>
          </p:nvPr>
        </p:nvSpPr>
        <p:spPr/>
        <p:txBody>
          <a:bodyPr/>
          <a:lstStyle/>
          <a:p>
            <a:pPr>
              <a:buNone/>
            </a:pPr>
            <a:endParaRPr lang="vi-VN" dirty="0"/>
          </a:p>
        </p:txBody>
      </p:sp>
      <p:sp>
        <p:nvSpPr>
          <p:cNvPr id="4" name="Slide Number Placeholder 3">
            <a:extLst>
              <a:ext uri="{FF2B5EF4-FFF2-40B4-BE49-F238E27FC236}">
                <a16:creationId xmlns:a16="http://schemas.microsoft.com/office/drawing/2014/main" id="{BFCA3CCA-34D7-81B9-288F-B26DA0F6D88B}"/>
              </a:ext>
            </a:extLst>
          </p:cNvPr>
          <p:cNvSpPr>
            <a:spLocks noGrp="1"/>
          </p:cNvSpPr>
          <p:nvPr>
            <p:ph type="sldNum" sz="quarter" idx="5"/>
          </p:nvPr>
        </p:nvSpPr>
        <p:spPr/>
        <p:txBody>
          <a:bodyPr/>
          <a:lstStyle/>
          <a:p>
            <a:fld id="{7E9B1F58-AC68-46E8-808A-40B5D90CA113}" type="slidenum">
              <a:rPr lang="en-US" smtClean="0"/>
              <a:t>5</a:t>
            </a:fld>
            <a:endParaRPr lang="en-US"/>
          </a:p>
        </p:txBody>
      </p:sp>
    </p:spTree>
    <p:extLst>
      <p:ext uri="{BB962C8B-B14F-4D97-AF65-F5344CB8AC3E}">
        <p14:creationId xmlns:p14="http://schemas.microsoft.com/office/powerpoint/2010/main" val="1398907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BC49-E676-E4B7-3D56-80A32A4F4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67FD1-0D68-36E0-B016-C70DFE14D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57A72-6B9C-C6E1-6889-23F1E34177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8E2A6-F06A-185C-D022-4A2DE870FC49}"/>
              </a:ext>
            </a:extLst>
          </p:cNvPr>
          <p:cNvSpPr>
            <a:spLocks noGrp="1"/>
          </p:cNvSpPr>
          <p:nvPr>
            <p:ph type="sldNum" sz="quarter" idx="5"/>
          </p:nvPr>
        </p:nvSpPr>
        <p:spPr/>
        <p:txBody>
          <a:bodyPr/>
          <a:lstStyle/>
          <a:p>
            <a:fld id="{7E9B1F58-AC68-46E8-808A-40B5D90CA113}" type="slidenum">
              <a:rPr lang="en-US" smtClean="0"/>
              <a:t>6</a:t>
            </a:fld>
            <a:endParaRPr lang="en-US"/>
          </a:p>
        </p:txBody>
      </p:sp>
    </p:spTree>
    <p:extLst>
      <p:ext uri="{BB962C8B-B14F-4D97-AF65-F5344CB8AC3E}">
        <p14:creationId xmlns:p14="http://schemas.microsoft.com/office/powerpoint/2010/main" val="2160753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DBA5A-F8EE-0888-6966-534D5E35A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80D83-E856-A776-8B30-5BDF46461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34BD7-1888-4BF4-A105-4B31E1660F91}"/>
              </a:ext>
            </a:extLst>
          </p:cNvPr>
          <p:cNvSpPr>
            <a:spLocks noGrp="1"/>
          </p:cNvSpPr>
          <p:nvPr>
            <p:ph type="body" idx="1"/>
          </p:nvPr>
        </p:nvSpPr>
        <p:spPr/>
        <p:txBody>
          <a:bodyPr/>
          <a:lstStyle/>
          <a:p>
            <a:pPr>
              <a:buNone/>
            </a:pPr>
            <a:endParaRPr lang="vi-VN" dirty="0"/>
          </a:p>
        </p:txBody>
      </p:sp>
      <p:sp>
        <p:nvSpPr>
          <p:cNvPr id="4" name="Slide Number Placeholder 3">
            <a:extLst>
              <a:ext uri="{FF2B5EF4-FFF2-40B4-BE49-F238E27FC236}">
                <a16:creationId xmlns:a16="http://schemas.microsoft.com/office/drawing/2014/main" id="{ACCE7151-65C6-BDB5-7D3C-3F2B8C7CE4DF}"/>
              </a:ext>
            </a:extLst>
          </p:cNvPr>
          <p:cNvSpPr>
            <a:spLocks noGrp="1"/>
          </p:cNvSpPr>
          <p:nvPr>
            <p:ph type="sldNum" sz="quarter" idx="5"/>
          </p:nvPr>
        </p:nvSpPr>
        <p:spPr/>
        <p:txBody>
          <a:bodyPr/>
          <a:lstStyle/>
          <a:p>
            <a:fld id="{7E9B1F58-AC68-46E8-808A-40B5D90CA113}" type="slidenum">
              <a:rPr lang="en-US" smtClean="0"/>
              <a:t>7</a:t>
            </a:fld>
            <a:endParaRPr lang="en-US"/>
          </a:p>
        </p:txBody>
      </p:sp>
    </p:spTree>
    <p:extLst>
      <p:ext uri="{BB962C8B-B14F-4D97-AF65-F5344CB8AC3E}">
        <p14:creationId xmlns:p14="http://schemas.microsoft.com/office/powerpoint/2010/main" val="21326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5FE31-9D88-982C-ED22-1648D2873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60E14-571A-4CC5-D5C8-3A2101F99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55918-2AB8-66F9-F000-4037584E21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4CB1CC-A3F2-F1D3-501D-087B742FB24D}"/>
              </a:ext>
            </a:extLst>
          </p:cNvPr>
          <p:cNvSpPr>
            <a:spLocks noGrp="1"/>
          </p:cNvSpPr>
          <p:nvPr>
            <p:ph type="sldNum" sz="quarter" idx="5"/>
          </p:nvPr>
        </p:nvSpPr>
        <p:spPr/>
        <p:txBody>
          <a:bodyPr/>
          <a:lstStyle/>
          <a:p>
            <a:fld id="{7E9B1F58-AC68-46E8-808A-40B5D90CA113}" type="slidenum">
              <a:rPr lang="en-US" smtClean="0"/>
              <a:t>8</a:t>
            </a:fld>
            <a:endParaRPr lang="en-US"/>
          </a:p>
        </p:txBody>
      </p:sp>
    </p:spTree>
    <p:extLst>
      <p:ext uri="{BB962C8B-B14F-4D97-AF65-F5344CB8AC3E}">
        <p14:creationId xmlns:p14="http://schemas.microsoft.com/office/powerpoint/2010/main" val="2113304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1CBE2-4A22-9DF1-D354-A5FD215F9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79E4B-F22A-F03D-1257-27086BF7EF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D2493-117C-B14E-14BB-5B75AB418A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4EFBE0-AE54-B5C8-E5DE-8C22D39D026F}"/>
              </a:ext>
            </a:extLst>
          </p:cNvPr>
          <p:cNvSpPr>
            <a:spLocks noGrp="1"/>
          </p:cNvSpPr>
          <p:nvPr>
            <p:ph type="sldNum" sz="quarter" idx="5"/>
          </p:nvPr>
        </p:nvSpPr>
        <p:spPr/>
        <p:txBody>
          <a:bodyPr/>
          <a:lstStyle/>
          <a:p>
            <a:fld id="{7E9B1F58-AC68-46E8-808A-40B5D90CA113}" type="slidenum">
              <a:rPr lang="en-US" smtClean="0"/>
              <a:t>9</a:t>
            </a:fld>
            <a:endParaRPr lang="en-US"/>
          </a:p>
        </p:txBody>
      </p:sp>
    </p:spTree>
    <p:extLst>
      <p:ext uri="{BB962C8B-B14F-4D97-AF65-F5344CB8AC3E}">
        <p14:creationId xmlns:p14="http://schemas.microsoft.com/office/powerpoint/2010/main" val="3124690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A76E3-FCBA-1075-77BF-CB55E8DFC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F0A07-D2D1-5FB7-4DBF-D5B78ADC3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2A373-57A5-8DAA-DF9B-835A18B8F2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18D3D-B1D2-808E-CD3C-4E95FDD2B39C}"/>
              </a:ext>
            </a:extLst>
          </p:cNvPr>
          <p:cNvSpPr>
            <a:spLocks noGrp="1"/>
          </p:cNvSpPr>
          <p:nvPr>
            <p:ph type="sldNum" sz="quarter" idx="5"/>
          </p:nvPr>
        </p:nvSpPr>
        <p:spPr/>
        <p:txBody>
          <a:bodyPr/>
          <a:lstStyle/>
          <a:p>
            <a:fld id="{7E9B1F58-AC68-46E8-808A-40B5D90CA113}" type="slidenum">
              <a:rPr lang="en-US" smtClean="0"/>
              <a:t>10</a:t>
            </a:fld>
            <a:endParaRPr lang="en-US"/>
          </a:p>
        </p:txBody>
      </p:sp>
    </p:spTree>
    <p:extLst>
      <p:ext uri="{BB962C8B-B14F-4D97-AF65-F5344CB8AC3E}">
        <p14:creationId xmlns:p14="http://schemas.microsoft.com/office/powerpoint/2010/main" val="3194629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DAA0E-654C-7698-A3AE-44C610368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22193-0C7C-7C74-F6CE-ECFC71797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CD60E-DE91-B0BE-0B1D-C99604F75C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C782E-258C-057D-A4EC-7596DE2D7B2D}"/>
              </a:ext>
            </a:extLst>
          </p:cNvPr>
          <p:cNvSpPr>
            <a:spLocks noGrp="1"/>
          </p:cNvSpPr>
          <p:nvPr>
            <p:ph type="sldNum" sz="quarter" idx="5"/>
          </p:nvPr>
        </p:nvSpPr>
        <p:spPr/>
        <p:txBody>
          <a:bodyPr/>
          <a:lstStyle/>
          <a:p>
            <a:fld id="{7E9B1F58-AC68-46E8-808A-40B5D90CA113}" type="slidenum">
              <a:rPr lang="en-US" smtClean="0"/>
              <a:t>11</a:t>
            </a:fld>
            <a:endParaRPr lang="en-US"/>
          </a:p>
        </p:txBody>
      </p:sp>
    </p:spTree>
    <p:extLst>
      <p:ext uri="{BB962C8B-B14F-4D97-AF65-F5344CB8AC3E}">
        <p14:creationId xmlns:p14="http://schemas.microsoft.com/office/powerpoint/2010/main" val="432667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0C8F7-CCAD-12A4-9A23-EEE60C0BC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1B300-9AB2-96A4-C7B3-A4EE7A919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F0404-9E19-D88D-A7E5-9519DA31F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5B2B4-E41D-483C-488E-E56A21799944}"/>
              </a:ext>
            </a:extLst>
          </p:cNvPr>
          <p:cNvSpPr>
            <a:spLocks noGrp="1"/>
          </p:cNvSpPr>
          <p:nvPr>
            <p:ph type="sldNum" sz="quarter" idx="5"/>
          </p:nvPr>
        </p:nvSpPr>
        <p:spPr/>
        <p:txBody>
          <a:bodyPr/>
          <a:lstStyle/>
          <a:p>
            <a:fld id="{7E9B1F58-AC68-46E8-808A-40B5D90CA113}" type="slidenum">
              <a:rPr lang="en-US" smtClean="0"/>
              <a:t>12</a:t>
            </a:fld>
            <a:endParaRPr lang="en-US"/>
          </a:p>
        </p:txBody>
      </p:sp>
    </p:spTree>
    <p:extLst>
      <p:ext uri="{BB962C8B-B14F-4D97-AF65-F5344CB8AC3E}">
        <p14:creationId xmlns:p14="http://schemas.microsoft.com/office/powerpoint/2010/main" val="3442914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5B88C-6742-1B78-C552-21C491D47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FCAB9-0ABA-8A31-10B6-D13333214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8DB14-1320-C3A2-4F84-9E72542EF1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3A4A6F-3281-7313-7B29-78F4337AAAC1}"/>
              </a:ext>
            </a:extLst>
          </p:cNvPr>
          <p:cNvSpPr>
            <a:spLocks noGrp="1"/>
          </p:cNvSpPr>
          <p:nvPr>
            <p:ph type="sldNum" sz="quarter" idx="5"/>
          </p:nvPr>
        </p:nvSpPr>
        <p:spPr/>
        <p:txBody>
          <a:bodyPr/>
          <a:lstStyle/>
          <a:p>
            <a:fld id="{7E9B1F58-AC68-46E8-808A-40B5D90CA113}" type="slidenum">
              <a:rPr lang="en-US" smtClean="0"/>
              <a:t>13</a:t>
            </a:fld>
            <a:endParaRPr lang="en-US"/>
          </a:p>
        </p:txBody>
      </p:sp>
    </p:spTree>
    <p:extLst>
      <p:ext uri="{BB962C8B-B14F-4D97-AF65-F5344CB8AC3E}">
        <p14:creationId xmlns:p14="http://schemas.microsoft.com/office/powerpoint/2010/main" val="2924655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6899-22AF-3051-C246-DB69FAD70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42EA7-A096-94F3-4B95-62B59CA1F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C8DFD-E8CE-2D1E-ECE3-2F1DF53DB4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9B85CE-CF64-6AD6-4364-299658A7B1C4}"/>
              </a:ext>
            </a:extLst>
          </p:cNvPr>
          <p:cNvSpPr>
            <a:spLocks noGrp="1"/>
          </p:cNvSpPr>
          <p:nvPr>
            <p:ph type="sldNum" sz="quarter" idx="5"/>
          </p:nvPr>
        </p:nvSpPr>
        <p:spPr/>
        <p:txBody>
          <a:bodyPr/>
          <a:lstStyle/>
          <a:p>
            <a:fld id="{7E9B1F58-AC68-46E8-808A-40B5D90CA113}" type="slidenum">
              <a:rPr lang="en-US" smtClean="0"/>
              <a:t>14</a:t>
            </a:fld>
            <a:endParaRPr lang="en-US"/>
          </a:p>
        </p:txBody>
      </p:sp>
    </p:spTree>
    <p:extLst>
      <p:ext uri="{BB962C8B-B14F-4D97-AF65-F5344CB8AC3E}">
        <p14:creationId xmlns:p14="http://schemas.microsoft.com/office/powerpoint/2010/main" val="3125740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BE10B-26CE-8271-159B-DEC3E0B06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E7D04-01FD-E580-2B8B-0CF3A2969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0FF231-878C-F334-455C-B5FB49FB4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50FED5-D2F0-F941-415D-0FF68BE2BB2C}"/>
              </a:ext>
            </a:extLst>
          </p:cNvPr>
          <p:cNvSpPr>
            <a:spLocks noGrp="1"/>
          </p:cNvSpPr>
          <p:nvPr>
            <p:ph type="sldNum" sz="quarter" idx="5"/>
          </p:nvPr>
        </p:nvSpPr>
        <p:spPr/>
        <p:txBody>
          <a:bodyPr/>
          <a:lstStyle/>
          <a:p>
            <a:fld id="{7E9B1F58-AC68-46E8-808A-40B5D90CA113}" type="slidenum">
              <a:rPr lang="en-US" smtClean="0"/>
              <a:t>15</a:t>
            </a:fld>
            <a:endParaRPr lang="en-US"/>
          </a:p>
        </p:txBody>
      </p:sp>
    </p:spTree>
    <p:extLst>
      <p:ext uri="{BB962C8B-B14F-4D97-AF65-F5344CB8AC3E}">
        <p14:creationId xmlns:p14="http://schemas.microsoft.com/office/powerpoint/2010/main" val="3778256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377AC-200A-13C6-5CFD-B01985666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829D9-2D20-1A2D-3530-96BC99801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930B4B-2E80-35CA-F3CA-D75BCAC8A5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E8BA20-9F9D-1396-9DFE-B98967A2034B}"/>
              </a:ext>
            </a:extLst>
          </p:cNvPr>
          <p:cNvSpPr>
            <a:spLocks noGrp="1"/>
          </p:cNvSpPr>
          <p:nvPr>
            <p:ph type="sldNum" sz="quarter" idx="5"/>
          </p:nvPr>
        </p:nvSpPr>
        <p:spPr/>
        <p:txBody>
          <a:bodyPr/>
          <a:lstStyle/>
          <a:p>
            <a:fld id="{7E9B1F58-AC68-46E8-808A-40B5D90CA113}" type="slidenum">
              <a:rPr lang="en-US" smtClean="0"/>
              <a:t>16</a:t>
            </a:fld>
            <a:endParaRPr lang="en-US"/>
          </a:p>
        </p:txBody>
      </p:sp>
    </p:spTree>
    <p:extLst>
      <p:ext uri="{BB962C8B-B14F-4D97-AF65-F5344CB8AC3E}">
        <p14:creationId xmlns:p14="http://schemas.microsoft.com/office/powerpoint/2010/main" val="175576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F2E9F-500B-2AC2-0C31-E416DDAAF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4328C-1BC7-25C5-C560-8AB8FCAE14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8BDE2-5EFC-96F8-083F-FC8A9BED54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D968A9-2F91-715C-3101-EC50D49DB913}"/>
              </a:ext>
            </a:extLst>
          </p:cNvPr>
          <p:cNvSpPr>
            <a:spLocks noGrp="1"/>
          </p:cNvSpPr>
          <p:nvPr>
            <p:ph type="sldNum" sz="quarter" idx="5"/>
          </p:nvPr>
        </p:nvSpPr>
        <p:spPr/>
        <p:txBody>
          <a:bodyPr/>
          <a:lstStyle/>
          <a:p>
            <a:fld id="{7E9B1F58-AC68-46E8-808A-40B5D90CA113}" type="slidenum">
              <a:rPr lang="en-US" smtClean="0"/>
              <a:t>17</a:t>
            </a:fld>
            <a:endParaRPr lang="en-US"/>
          </a:p>
        </p:txBody>
      </p:sp>
    </p:spTree>
    <p:extLst>
      <p:ext uri="{BB962C8B-B14F-4D97-AF65-F5344CB8AC3E}">
        <p14:creationId xmlns:p14="http://schemas.microsoft.com/office/powerpoint/2010/main" val="3652650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AACC9-E1A2-5633-309D-5637F277C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4B1BA-20D9-613F-62BC-9B637C128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D2357-EBF6-9A30-A90A-6B5B366D29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B88A82-E1E5-B2CF-4DE8-BC6D4EAD78BB}"/>
              </a:ext>
            </a:extLst>
          </p:cNvPr>
          <p:cNvSpPr>
            <a:spLocks noGrp="1"/>
          </p:cNvSpPr>
          <p:nvPr>
            <p:ph type="sldNum" sz="quarter" idx="5"/>
          </p:nvPr>
        </p:nvSpPr>
        <p:spPr/>
        <p:txBody>
          <a:bodyPr/>
          <a:lstStyle/>
          <a:p>
            <a:fld id="{7E9B1F58-AC68-46E8-808A-40B5D90CA113}" type="slidenum">
              <a:rPr lang="en-US" smtClean="0"/>
              <a:t>18</a:t>
            </a:fld>
            <a:endParaRPr lang="en-US"/>
          </a:p>
        </p:txBody>
      </p:sp>
    </p:spTree>
    <p:extLst>
      <p:ext uri="{BB962C8B-B14F-4D97-AF65-F5344CB8AC3E}">
        <p14:creationId xmlns:p14="http://schemas.microsoft.com/office/powerpoint/2010/main" val="4035930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71608-2A90-4D1E-2D75-7065BF46C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0544C-3AFB-7365-46A2-8DA383D50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EDB75-53BC-1D88-A346-0B186BD751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D1F066-704D-38CF-8BB0-D69322A56299}"/>
              </a:ext>
            </a:extLst>
          </p:cNvPr>
          <p:cNvSpPr>
            <a:spLocks noGrp="1"/>
          </p:cNvSpPr>
          <p:nvPr>
            <p:ph type="sldNum" sz="quarter" idx="5"/>
          </p:nvPr>
        </p:nvSpPr>
        <p:spPr/>
        <p:txBody>
          <a:bodyPr/>
          <a:lstStyle/>
          <a:p>
            <a:fld id="{7E9B1F58-AC68-46E8-808A-40B5D90CA113}" type="slidenum">
              <a:rPr lang="en-US" smtClean="0"/>
              <a:t>19</a:t>
            </a:fld>
            <a:endParaRPr lang="en-US"/>
          </a:p>
        </p:txBody>
      </p:sp>
    </p:spTree>
    <p:extLst>
      <p:ext uri="{BB962C8B-B14F-4D97-AF65-F5344CB8AC3E}">
        <p14:creationId xmlns:p14="http://schemas.microsoft.com/office/powerpoint/2010/main" val="20756388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7BCCF-6812-ADFE-50F5-6C4528467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841DF-7B56-F57D-5CAA-C239485C9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66E5EB-3C87-9471-157D-28F4CE548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6B979A-AC0E-B3DE-C402-E021AE6CC0AE}"/>
              </a:ext>
            </a:extLst>
          </p:cNvPr>
          <p:cNvSpPr>
            <a:spLocks noGrp="1"/>
          </p:cNvSpPr>
          <p:nvPr>
            <p:ph type="sldNum" sz="quarter" idx="5"/>
          </p:nvPr>
        </p:nvSpPr>
        <p:spPr/>
        <p:txBody>
          <a:bodyPr/>
          <a:lstStyle/>
          <a:p>
            <a:fld id="{7E9B1F58-AC68-46E8-808A-40B5D90CA113}" type="slidenum">
              <a:rPr lang="en-US" smtClean="0"/>
              <a:t>20</a:t>
            </a:fld>
            <a:endParaRPr lang="en-US"/>
          </a:p>
        </p:txBody>
      </p:sp>
    </p:spTree>
    <p:extLst>
      <p:ext uri="{BB962C8B-B14F-4D97-AF65-F5344CB8AC3E}">
        <p14:creationId xmlns:p14="http://schemas.microsoft.com/office/powerpoint/2010/main" val="301086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71935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6772-2DFA-A0FD-9FD7-AD191D6E71E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4176A5E2-45E7-1731-2FF1-5C548149EE86}"/>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692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0E28E-4C72-AC38-6BA7-2DF4BB3768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B71BED-69FB-F64E-38DC-EA5728390A6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CFFB3B-8350-C9B3-3AD6-1152B413B14C}"/>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5" name="Footer Placeholder 4">
            <a:extLst>
              <a:ext uri="{FF2B5EF4-FFF2-40B4-BE49-F238E27FC236}">
                <a16:creationId xmlns:a16="http://schemas.microsoft.com/office/drawing/2014/main" id="{90420E20-9661-07A1-D628-A34A266B8FA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3929FD2-0772-EC8B-74A5-084CC80D6A3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280528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560F-5482-58B1-E919-C2B0C54A0EB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2758D08-6A58-FF2E-17EB-1D79DD6376AF}"/>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41D292-79A0-9AFC-AE10-56D6C501845C}"/>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CB8BC9-0C9E-3AF8-8199-8C98B0B523B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6" name="Footer Placeholder 5">
            <a:extLst>
              <a:ext uri="{FF2B5EF4-FFF2-40B4-BE49-F238E27FC236}">
                <a16:creationId xmlns:a16="http://schemas.microsoft.com/office/drawing/2014/main" id="{AC80D20F-1760-CD05-B479-30D3C1BD58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15AD3D2-CC78-0A68-A9B9-81D2F2EE0629}"/>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7120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F6685-CD1B-734F-8659-3A0801A4C0E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6DF79B5-5C83-B613-D7F9-76E18986435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C9887B-5786-6285-54A6-355421D44BA6}"/>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3DE4EB-524D-AA6A-D606-4294973D995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C8AAC1-65B6-F623-82A5-3175AA9761B0}"/>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4AB0-9866-9475-19CC-1179BEE4A139}"/>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8" name="Footer Placeholder 7">
            <a:extLst>
              <a:ext uri="{FF2B5EF4-FFF2-40B4-BE49-F238E27FC236}">
                <a16:creationId xmlns:a16="http://schemas.microsoft.com/office/drawing/2014/main" id="{805D1CC9-DCD4-79CE-2497-69F3DF0F967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382F4CD-8285-508E-2B45-F5B2C9A5B383}"/>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081047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F99B-A2F7-186C-0C0F-368C3FD8B1A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B247839A-B8B0-83E0-91B6-D426CA4F9755}"/>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4" name="Footer Placeholder 3">
            <a:extLst>
              <a:ext uri="{FF2B5EF4-FFF2-40B4-BE49-F238E27FC236}">
                <a16:creationId xmlns:a16="http://schemas.microsoft.com/office/drawing/2014/main" id="{523D2850-F287-4343-84AE-94EE97E7D5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09E254B-6C7E-BB86-F627-CF20B347E96C}"/>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4918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45667F-5979-B62B-3C80-D2C01F396928}"/>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3" name="Footer Placeholder 2">
            <a:extLst>
              <a:ext uri="{FF2B5EF4-FFF2-40B4-BE49-F238E27FC236}">
                <a16:creationId xmlns:a16="http://schemas.microsoft.com/office/drawing/2014/main" id="{70752A54-505D-E10A-AD91-0F1B8DE6C8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1C5B76A-9160-3CE7-5569-9FB268749E6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1948713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5D6A-0BD4-9C52-53F0-6B198C46E1F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E23FE7-7FD1-B111-8B41-190C75501D6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10E578-D4C1-2F47-429E-B71195DA688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EB8CC-8CA8-32DA-E0B1-57E67FB6A060}"/>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6" name="Footer Placeholder 5">
            <a:extLst>
              <a:ext uri="{FF2B5EF4-FFF2-40B4-BE49-F238E27FC236}">
                <a16:creationId xmlns:a16="http://schemas.microsoft.com/office/drawing/2014/main" id="{059962E6-0AD5-4D1F-7D36-19A2DCD238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DDB9BF6-3F86-A335-5F76-2F8C63591FFF}"/>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3192697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DCD07-572C-15B9-F31C-B1E4C76490F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0AA8CE-DD51-3D6D-FFA6-97E674BF171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7FFA98-50DC-1B36-E035-129227400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0F2B9-E397-BD54-1343-26D2F565CC4F}"/>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6" name="Footer Placeholder 5">
            <a:extLst>
              <a:ext uri="{FF2B5EF4-FFF2-40B4-BE49-F238E27FC236}">
                <a16:creationId xmlns:a16="http://schemas.microsoft.com/office/drawing/2014/main" id="{89F775A2-13CD-8CA0-9C3B-3DE8956ED96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62F769-ADDA-BFD7-73AA-42BC09C6AE37}"/>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211308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E891-3048-9D27-A509-73C47AF3B6D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309A1-B931-822F-47CE-11EFC3EFD3B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FC3C5-505E-D3C3-B2DC-E608F50DB411}"/>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5" name="Footer Placeholder 4">
            <a:extLst>
              <a:ext uri="{FF2B5EF4-FFF2-40B4-BE49-F238E27FC236}">
                <a16:creationId xmlns:a16="http://schemas.microsoft.com/office/drawing/2014/main" id="{2E134AC1-1929-4AD5-C4DB-6083AE805C2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BEB6E4-CCAC-D271-55D0-83CD92806456}"/>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039626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A8EB9-D0AC-3EBF-73CD-31ABE5019A98}"/>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68CEEC-08E9-80BA-A5FB-D0369978F7B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C485F-3FFC-A9D1-3883-FECBDA7D23E3}"/>
              </a:ext>
            </a:extLst>
          </p:cNvPr>
          <p:cNvSpPr>
            <a:spLocks noGrp="1"/>
          </p:cNvSpPr>
          <p:nvPr>
            <p:ph type="dt" sz="half" idx="10"/>
          </p:nvPr>
        </p:nvSpPr>
        <p:spPr>
          <a:xfrm>
            <a:off x="838200" y="6356350"/>
            <a:ext cx="2743200" cy="365125"/>
          </a:xfrm>
          <a:prstGeom prst="rect">
            <a:avLst/>
          </a:prstGeom>
        </p:spPr>
        <p:txBody>
          <a:bodyPr/>
          <a:lstStyle/>
          <a:p>
            <a:fld id="{A4EFD87A-B4E0-45F5-814C-D62E9F889C9A}" type="datetimeFigureOut">
              <a:rPr lang="en-US" smtClean="0"/>
              <a:t>24-Mar-25</a:t>
            </a:fld>
            <a:endParaRPr lang="en-US"/>
          </a:p>
        </p:txBody>
      </p:sp>
      <p:sp>
        <p:nvSpPr>
          <p:cNvPr id="5" name="Footer Placeholder 4">
            <a:extLst>
              <a:ext uri="{FF2B5EF4-FFF2-40B4-BE49-F238E27FC236}">
                <a16:creationId xmlns:a16="http://schemas.microsoft.com/office/drawing/2014/main" id="{7BD023F2-84F3-B0B4-C921-2906D89B92D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D66FE9-9F6D-3964-463C-A0F54C3BEAD4}"/>
              </a:ext>
            </a:extLst>
          </p:cNvPr>
          <p:cNvSpPr>
            <a:spLocks noGrp="1"/>
          </p:cNvSpPr>
          <p:nvPr>
            <p:ph type="sldNum" sz="quarter" idx="12"/>
          </p:nvPr>
        </p:nvSpPr>
        <p:spPr>
          <a:xfrm>
            <a:off x="8375515" y="6356350"/>
            <a:ext cx="2978285" cy="365125"/>
          </a:xfrm>
          <a:prstGeom prst="rect">
            <a:avLst/>
          </a:prstGeom>
        </p:spPr>
        <p:txBody>
          <a:bodyPr/>
          <a:lstStyle/>
          <a:p>
            <a:fld id="{D515BB97-5B80-40AC-8334-FFB5728A53E5}" type="slidenum">
              <a:rPr lang="en-US" smtClean="0"/>
              <a:t>‹#›</a:t>
            </a:fld>
            <a:endParaRPr lang="en-US"/>
          </a:p>
        </p:txBody>
      </p:sp>
    </p:spTree>
    <p:extLst>
      <p:ext uri="{BB962C8B-B14F-4D97-AF65-F5344CB8AC3E}">
        <p14:creationId xmlns:p14="http://schemas.microsoft.com/office/powerpoint/2010/main" val="417631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blue and black logo&#10;&#10;Description automatically generated">
            <a:extLst>
              <a:ext uri="{FF2B5EF4-FFF2-40B4-BE49-F238E27FC236}">
                <a16:creationId xmlns:a16="http://schemas.microsoft.com/office/drawing/2014/main" id="{6178EA7D-A847-155D-78C9-8A3F37D793F0}"/>
              </a:ext>
            </a:extLst>
          </p:cNvPr>
          <p:cNvPicPr>
            <a:picLocks noChangeAspect="1"/>
          </p:cNvPicPr>
          <p:nvPr userDrawn="1"/>
        </p:nvPicPr>
        <p:blipFill>
          <a:blip r:embed="rId13"/>
          <a:stretch>
            <a:fillRect/>
          </a:stretch>
        </p:blipFill>
        <p:spPr>
          <a:xfrm>
            <a:off x="1212481" y="291471"/>
            <a:ext cx="608153" cy="251021"/>
          </a:xfrm>
          <a:prstGeom prst="rect">
            <a:avLst/>
          </a:prstGeom>
        </p:spPr>
      </p:pic>
      <p:pic>
        <p:nvPicPr>
          <p:cNvPr id="8" name="Picture 2">
            <a:extLst>
              <a:ext uri="{FF2B5EF4-FFF2-40B4-BE49-F238E27FC236}">
                <a16:creationId xmlns:a16="http://schemas.microsoft.com/office/drawing/2014/main" id="{B45AE5D3-C826-6767-6823-69A56661546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41386" y="221446"/>
            <a:ext cx="382127" cy="38212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9E9327F4-F6DE-E142-2752-1B7949167B43}"/>
              </a:ext>
            </a:extLst>
          </p:cNvPr>
          <p:cNvSpPr txBox="1">
            <a:spLocks/>
          </p:cNvSpPr>
          <p:nvPr userDrawn="1"/>
        </p:nvSpPr>
        <p:spPr>
          <a:xfrm>
            <a:off x="1868259" y="417721"/>
            <a:ext cx="2864962" cy="32196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1" dirty="0">
                <a:solidFill>
                  <a:schemeClr val="tx2">
                    <a:lumMod val="75000"/>
                    <a:lumOff val="25000"/>
                  </a:schemeClr>
                </a:solidFill>
                <a:latin typeface="+mj-lt"/>
              </a:rPr>
              <a:t>KHOA ĐIỆN TỬ VIỄN THÔNG</a:t>
            </a:r>
          </a:p>
        </p:txBody>
      </p:sp>
      <p:sp>
        <p:nvSpPr>
          <p:cNvPr id="10" name="Text Placeholder 2">
            <a:extLst>
              <a:ext uri="{FF2B5EF4-FFF2-40B4-BE49-F238E27FC236}">
                <a16:creationId xmlns:a16="http://schemas.microsoft.com/office/drawing/2014/main" id="{D3E14BDB-0F66-4DAD-F574-3E2F18DEBF72}"/>
              </a:ext>
            </a:extLst>
          </p:cNvPr>
          <p:cNvSpPr txBox="1">
            <a:spLocks/>
          </p:cNvSpPr>
          <p:nvPr userDrawn="1"/>
        </p:nvSpPr>
        <p:spPr>
          <a:xfrm>
            <a:off x="1868259" y="172746"/>
            <a:ext cx="2959645" cy="32196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vi-VN" sz="1200" b="0" dirty="0">
                <a:solidFill>
                  <a:schemeClr val="tx2">
                    <a:lumMod val="75000"/>
                    <a:lumOff val="25000"/>
                  </a:schemeClr>
                </a:solidFill>
                <a:latin typeface="Averta CY" panose="00000500000000000000" pitchFamily="50" charset="0"/>
              </a:rPr>
              <a:t>TRƯỜNG ĐẠI HỌC CÔNG NGHỆ</a:t>
            </a:r>
          </a:p>
        </p:txBody>
      </p:sp>
      <p:cxnSp>
        <p:nvCxnSpPr>
          <p:cNvPr id="11" name="Straight Connector 10">
            <a:extLst>
              <a:ext uri="{FF2B5EF4-FFF2-40B4-BE49-F238E27FC236}">
                <a16:creationId xmlns:a16="http://schemas.microsoft.com/office/drawing/2014/main" id="{40AEB371-4333-BF4F-523E-F5ED312D3761}"/>
              </a:ext>
            </a:extLst>
          </p:cNvPr>
          <p:cNvCxnSpPr>
            <a:cxnSpLocks/>
          </p:cNvCxnSpPr>
          <p:nvPr userDrawn="1"/>
        </p:nvCxnSpPr>
        <p:spPr>
          <a:xfrm>
            <a:off x="-182880" y="752356"/>
            <a:ext cx="12446000"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
        <p:nvSpPr>
          <p:cNvPr id="2" name="Date Placeholder 3">
            <a:extLst>
              <a:ext uri="{FF2B5EF4-FFF2-40B4-BE49-F238E27FC236}">
                <a16:creationId xmlns:a16="http://schemas.microsoft.com/office/drawing/2014/main" id="{E77C5897-653A-F2F1-77FE-E1D5D3865A4B}"/>
              </a:ext>
            </a:extLst>
          </p:cNvPr>
          <p:cNvSpPr txBox="1">
            <a:spLocks/>
          </p:cNvSpPr>
          <p:nvPr userDrawn="1"/>
        </p:nvSpPr>
        <p:spPr>
          <a:xfrm>
            <a:off x="8531157" y="6337623"/>
            <a:ext cx="299406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accent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vi-VN" sz="1300" b="0" i="1" dirty="0">
                <a:solidFill>
                  <a:schemeClr val="tx2">
                    <a:lumMod val="75000"/>
                    <a:lumOff val="25000"/>
                  </a:schemeClr>
                </a:solidFill>
                <a:latin typeface="Averta CY" panose="00000500000000000000" pitchFamily="50" charset="0"/>
              </a:rPr>
              <a:t>Học kỳ II, năm học 2024 - 2025</a:t>
            </a:r>
            <a:endParaRPr lang="en-US" sz="1300" b="0" i="1" dirty="0">
              <a:solidFill>
                <a:schemeClr val="tx2">
                  <a:lumMod val="75000"/>
                  <a:lumOff val="25000"/>
                </a:schemeClr>
              </a:solidFill>
              <a:latin typeface="Averta CY" panose="00000500000000000000" pitchFamily="50" charset="0"/>
            </a:endParaRPr>
          </a:p>
        </p:txBody>
      </p:sp>
      <p:cxnSp>
        <p:nvCxnSpPr>
          <p:cNvPr id="20" name="Straight Connector 19">
            <a:extLst>
              <a:ext uri="{FF2B5EF4-FFF2-40B4-BE49-F238E27FC236}">
                <a16:creationId xmlns:a16="http://schemas.microsoft.com/office/drawing/2014/main" id="{1AA7F6F6-894D-3640-190D-9CE5F4102A4D}"/>
              </a:ext>
            </a:extLst>
          </p:cNvPr>
          <p:cNvCxnSpPr>
            <a:cxnSpLocks/>
          </p:cNvCxnSpPr>
          <p:nvPr userDrawn="1"/>
        </p:nvCxnSpPr>
        <p:spPr>
          <a:xfrm>
            <a:off x="-277792" y="6263727"/>
            <a:ext cx="12674278" cy="0"/>
          </a:xfrm>
          <a:prstGeom prst="line">
            <a:avLst/>
          </a:prstGeom>
          <a:ln w="19050">
            <a:solidFill>
              <a:srgbClr val="E9E9E9"/>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0154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accent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CCB468-C979-1CDA-04DA-576C0643CB83}"/>
              </a:ext>
            </a:extLst>
          </p:cNvPr>
          <p:cNvSpPr txBox="1"/>
          <p:nvPr/>
        </p:nvSpPr>
        <p:spPr>
          <a:xfrm>
            <a:off x="1092073" y="2418448"/>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KỸ THUẬT LẬP TRÌNH NÂNG CAO</a:t>
            </a:r>
          </a:p>
        </p:txBody>
      </p:sp>
      <p:sp>
        <p:nvSpPr>
          <p:cNvPr id="4" name="Rectangle: Rounded Corners 3">
            <a:extLst>
              <a:ext uri="{FF2B5EF4-FFF2-40B4-BE49-F238E27FC236}">
                <a16:creationId xmlns:a16="http://schemas.microsoft.com/office/drawing/2014/main" id="{DB3A15CA-E8F9-8934-82F2-7178AD31101E}"/>
              </a:ext>
            </a:extLst>
          </p:cNvPr>
          <p:cNvSpPr/>
          <p:nvPr/>
        </p:nvSpPr>
        <p:spPr>
          <a:xfrm>
            <a:off x="2372029" y="3429000"/>
            <a:ext cx="7447937" cy="79607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rtlCol="0" anchor="ctr"/>
          <a:lstStyle/>
          <a:p>
            <a:pPr algn="ctr">
              <a:lnSpc>
                <a:spcPct val="150000"/>
              </a:lnSpc>
            </a:pPr>
            <a:r>
              <a:rPr lang="vi-VN" sz="2800" dirty="0">
                <a:latin typeface="Averta CY Semibold" panose="00000700000000000000" pitchFamily="50" charset="0"/>
              </a:rPr>
              <a:t>LAB </a:t>
            </a:r>
            <a:r>
              <a:rPr lang="en-US" sz="2800" dirty="0">
                <a:latin typeface="Averta CY Semibold" panose="00000700000000000000" pitchFamily="50" charset="0"/>
              </a:rPr>
              <a:t>5</a:t>
            </a:r>
            <a:r>
              <a:rPr lang="vi-VN" sz="2800" dirty="0">
                <a:latin typeface="Averta CY Semibold" panose="00000700000000000000" pitchFamily="50" charset="0"/>
              </a:rPr>
              <a:t>. LẬP TRÌNH SONG SONG</a:t>
            </a:r>
            <a:endParaRPr lang="en-US" sz="2800" dirty="0">
              <a:latin typeface="Averta CY Semibold" panose="00000700000000000000" pitchFamily="50" charset="0"/>
            </a:endParaRPr>
          </a:p>
        </p:txBody>
      </p:sp>
    </p:spTree>
    <p:extLst>
      <p:ext uri="{BB962C8B-B14F-4D97-AF65-F5344CB8AC3E}">
        <p14:creationId xmlns:p14="http://schemas.microsoft.com/office/powerpoint/2010/main" val="3457536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CC31E-B94E-2A87-B961-ADA75860F7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28DC55-3378-8EC0-A12E-CB039622D053}"/>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10" name="TextBox 9">
            <a:extLst>
              <a:ext uri="{FF2B5EF4-FFF2-40B4-BE49-F238E27FC236}">
                <a16:creationId xmlns:a16="http://schemas.microsoft.com/office/drawing/2014/main" id="{CEF5A8A1-15AE-04A6-E970-7C3A3F4E15CA}"/>
              </a:ext>
            </a:extLst>
          </p:cNvPr>
          <p:cNvSpPr txBox="1"/>
          <p:nvPr/>
        </p:nvSpPr>
        <p:spPr>
          <a:xfrm>
            <a:off x="521381" y="2470662"/>
            <a:ext cx="5265808" cy="1895006"/>
          </a:xfrm>
          <a:prstGeom prst="rect">
            <a:avLst/>
          </a:prstGeom>
          <a:noFill/>
        </p:spPr>
        <p:txBody>
          <a:bodyPr wrap="square" rtlCol="0">
            <a:spAutoFit/>
          </a:bodyPr>
          <a:lstStyle/>
          <a:p>
            <a:pPr algn="just">
              <a:lnSpc>
                <a:spcPct val="150000"/>
              </a:lnSpc>
            </a:pPr>
            <a:r>
              <a:rPr lang="vi-VN" sz="1600" dirty="0">
                <a:solidFill>
                  <a:srgbClr val="00477F"/>
                </a:solidFill>
                <a:latin typeface="Averta CY Semibold" panose="00000700000000000000" pitchFamily="50" charset="0"/>
              </a:rPr>
              <a:t>Lập trình song song </a:t>
            </a:r>
            <a:r>
              <a:rPr lang="vi-VN" sz="1600" dirty="0">
                <a:solidFill>
                  <a:srgbClr val="00477F"/>
                </a:solidFill>
                <a:latin typeface="Averta Std CY" panose="00000500000000000000" pitchFamily="50" charset="0"/>
              </a:rPr>
              <a:t>là phương pháp giải quyết vấn đề bằng cách chia bài toán thành nhiều phần có thể chạy đồng thời trên nhiều bộ xử lý khác nhau. </a:t>
            </a: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0AAA35CF-EE04-3072-2794-8E37FEDF4650}"/>
              </a:ext>
            </a:extLst>
          </p:cNvPr>
          <p:cNvSpPr/>
          <p:nvPr/>
        </p:nvSpPr>
        <p:spPr>
          <a:xfrm>
            <a:off x="521381" y="1417726"/>
            <a:ext cx="326865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LẬP TRÌNH SONG SONG</a:t>
            </a:r>
            <a:endParaRPr lang="en-US" dirty="0">
              <a:latin typeface="Averta CY Semibold" panose="00000700000000000000" pitchFamily="50" charset="0"/>
            </a:endParaRPr>
          </a:p>
        </p:txBody>
      </p:sp>
      <p:pic>
        <p:nvPicPr>
          <p:cNvPr id="7" name="Picture 6">
            <a:extLst>
              <a:ext uri="{FF2B5EF4-FFF2-40B4-BE49-F238E27FC236}">
                <a16:creationId xmlns:a16="http://schemas.microsoft.com/office/drawing/2014/main" id="{895DC847-E9C4-A050-1A67-481F2411EB99}"/>
              </a:ext>
            </a:extLst>
          </p:cNvPr>
          <p:cNvPicPr>
            <a:picLocks noChangeAspect="1"/>
          </p:cNvPicPr>
          <p:nvPr/>
        </p:nvPicPr>
        <p:blipFill>
          <a:blip r:embed="rId3"/>
          <a:stretch>
            <a:fillRect/>
          </a:stretch>
        </p:blipFill>
        <p:spPr>
          <a:xfrm>
            <a:off x="6088379" y="2470662"/>
            <a:ext cx="5582240" cy="3071136"/>
          </a:xfrm>
          <a:prstGeom prst="rect">
            <a:avLst/>
          </a:prstGeom>
        </p:spPr>
      </p:pic>
      <p:sp>
        <p:nvSpPr>
          <p:cNvPr id="9" name="TextBox 8">
            <a:extLst>
              <a:ext uri="{FF2B5EF4-FFF2-40B4-BE49-F238E27FC236}">
                <a16:creationId xmlns:a16="http://schemas.microsoft.com/office/drawing/2014/main" id="{8EC67400-1943-C4AE-48DF-F4661C6908F3}"/>
              </a:ext>
            </a:extLst>
          </p:cNvPr>
          <p:cNvSpPr txBox="1"/>
          <p:nvPr/>
        </p:nvSpPr>
        <p:spPr>
          <a:xfrm>
            <a:off x="521381" y="3914600"/>
            <a:ext cx="6331240" cy="1525674"/>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Lập trình song song có các lợi ích chính:</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Cải thiện hiệu suất</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Sử dụng tài nguyên tốt hơn</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Xử lý các bài toán phức tạp</a:t>
            </a:r>
            <a:endParaRPr lang="en-US" sz="1600" dirty="0">
              <a:solidFill>
                <a:srgbClr val="00477F"/>
              </a:solidFill>
              <a:latin typeface="Averta Std CY" panose="00000500000000000000" pitchFamily="50" charset="0"/>
            </a:endParaRPr>
          </a:p>
        </p:txBody>
      </p:sp>
    </p:spTree>
    <p:extLst>
      <p:ext uri="{BB962C8B-B14F-4D97-AF65-F5344CB8AC3E}">
        <p14:creationId xmlns:p14="http://schemas.microsoft.com/office/powerpoint/2010/main" val="23549644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E799-A868-C7EB-6F18-AE774827EA8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D0F280E-AB4E-22D3-FE38-ABBDF20216ED}"/>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F5DA1C98-5BC6-7807-C02E-397561EB30F7}"/>
              </a:ext>
            </a:extLst>
          </p:cNvPr>
          <p:cNvSpPr/>
          <p:nvPr/>
        </p:nvSpPr>
        <p:spPr>
          <a:xfrm>
            <a:off x="2853698" y="3261720"/>
            <a:ext cx="6484604" cy="86082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100" dirty="0">
                <a:latin typeface="Averta CY Semibold" panose="00000700000000000000" pitchFamily="50" charset="0"/>
              </a:rPr>
              <a:t>MỘT SỐ MÔ HÌNH LẬP TRÌNH SONG SONG</a:t>
            </a:r>
            <a:endParaRPr lang="en-US" sz="2100" dirty="0">
              <a:latin typeface="Averta CY Semibold" panose="00000700000000000000" pitchFamily="50" charset="0"/>
            </a:endParaRPr>
          </a:p>
        </p:txBody>
      </p:sp>
      <p:sp>
        <p:nvSpPr>
          <p:cNvPr id="3" name="TextBox 2">
            <a:extLst>
              <a:ext uri="{FF2B5EF4-FFF2-40B4-BE49-F238E27FC236}">
                <a16:creationId xmlns:a16="http://schemas.microsoft.com/office/drawing/2014/main" id="{197977B1-4144-965E-C46B-0FB3B93282A0}"/>
              </a:ext>
            </a:extLst>
          </p:cNvPr>
          <p:cNvSpPr txBox="1"/>
          <p:nvPr/>
        </p:nvSpPr>
        <p:spPr>
          <a:xfrm>
            <a:off x="1092075" y="2305656"/>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LẬP TRÌNH SONG SONG</a:t>
            </a:r>
          </a:p>
        </p:txBody>
      </p:sp>
    </p:spTree>
    <p:extLst>
      <p:ext uri="{BB962C8B-B14F-4D97-AF65-F5344CB8AC3E}">
        <p14:creationId xmlns:p14="http://schemas.microsoft.com/office/powerpoint/2010/main" val="85426664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BB713-17C7-8119-C5E2-5BB375295E0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EE8F681-BAD8-53E4-C3FA-1500DC571226}"/>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AC02C47F-9529-8E6F-818B-A116E6C51C6F}"/>
              </a:ext>
            </a:extLst>
          </p:cNvPr>
          <p:cNvSpPr/>
          <p:nvPr/>
        </p:nvSpPr>
        <p:spPr>
          <a:xfrm>
            <a:off x="521381" y="1417726"/>
            <a:ext cx="47364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MÔ HÌNH LẬP TRÌNH ĐA LUỒNG</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B32549A0-5A29-9818-C3CF-12736875DFB7}"/>
              </a:ext>
            </a:extLst>
          </p:cNvPr>
          <p:cNvSpPr txBox="1"/>
          <p:nvPr/>
        </p:nvSpPr>
        <p:spPr>
          <a:xfrm>
            <a:off x="521381" y="3187479"/>
            <a:ext cx="7002752" cy="1156342"/>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Một tiến trình chính tạo ra nhiều luồng (thread) — mỗi luồng chạy độc lập trên các phần khác nhau của bài toán nhưng chia sẻ cùng một không gian bộ nhớ toàn cục</a:t>
            </a:r>
          </a:p>
        </p:txBody>
      </p:sp>
      <p:pic>
        <p:nvPicPr>
          <p:cNvPr id="7" name="Picture 6">
            <a:extLst>
              <a:ext uri="{FF2B5EF4-FFF2-40B4-BE49-F238E27FC236}">
                <a16:creationId xmlns:a16="http://schemas.microsoft.com/office/drawing/2014/main" id="{702C1A56-CC26-2121-8F79-C33F74897461}"/>
              </a:ext>
            </a:extLst>
          </p:cNvPr>
          <p:cNvPicPr>
            <a:picLocks noChangeAspect="1"/>
          </p:cNvPicPr>
          <p:nvPr/>
        </p:nvPicPr>
        <p:blipFill>
          <a:blip r:embed="rId3"/>
          <a:stretch>
            <a:fillRect/>
          </a:stretch>
        </p:blipFill>
        <p:spPr>
          <a:xfrm>
            <a:off x="8305261" y="1062785"/>
            <a:ext cx="3185436" cy="4732430"/>
          </a:xfrm>
          <a:prstGeom prst="rect">
            <a:avLst/>
          </a:prstGeom>
        </p:spPr>
      </p:pic>
    </p:spTree>
    <p:extLst>
      <p:ext uri="{BB962C8B-B14F-4D97-AF65-F5344CB8AC3E}">
        <p14:creationId xmlns:p14="http://schemas.microsoft.com/office/powerpoint/2010/main" val="78702354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A00D8-4AE0-349B-39A4-F82FCD730E8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8FDB0CA-8641-0209-AC1E-CE76D2D559EC}"/>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52F7FC08-BF82-851B-B651-627FA4090440}"/>
              </a:ext>
            </a:extLst>
          </p:cNvPr>
          <p:cNvSpPr txBox="1"/>
          <p:nvPr/>
        </p:nvSpPr>
        <p:spPr>
          <a:xfrm>
            <a:off x="521381" y="2308911"/>
            <a:ext cx="7912757" cy="3372333"/>
          </a:xfrm>
          <a:prstGeom prst="rect">
            <a:avLst/>
          </a:prstGeom>
          <a:noFill/>
        </p:spPr>
        <p:txBody>
          <a:bodyPr wrap="square" rtlCol="0">
            <a:spAutoFit/>
          </a:bodyPr>
          <a:lstStyle/>
          <a:p>
            <a:pPr algn="just">
              <a:lnSpc>
                <a:spcPct val="150000"/>
              </a:lnSpc>
            </a:pPr>
            <a:r>
              <a:rPr lang="vi-VN" sz="1600" dirty="0">
                <a:solidFill>
                  <a:srgbClr val="00477F"/>
                </a:solidFill>
                <a:latin typeface="+mj-lt"/>
              </a:rPr>
              <a:t>Ưu điểm:</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Giao tiếp giữa các luồng nhanh chóng</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Hiệu quả cao</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Tận dụng tốt CPU đa nhân: Các luồng chạy song song mà không cần sao chép bộ nhớ.</a:t>
            </a:r>
          </a:p>
          <a:p>
            <a:pPr algn="just">
              <a:lnSpc>
                <a:spcPct val="150000"/>
              </a:lnSpc>
            </a:pPr>
            <a:r>
              <a:rPr lang="vi-VN" sz="1600" dirty="0">
                <a:solidFill>
                  <a:srgbClr val="00477F"/>
                </a:solidFill>
                <a:latin typeface="+mj-lt"/>
              </a:rPr>
              <a:t>Nhược điểm:</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Cân bằng tải: Nếu một số luồng làm nhiều việc hơn luồng khác, hiệu suất giảm.</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Đồng bộ hóa và hiệu suất</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Khả năng mở rộng: Khi số luồng tăng lên, tranh chấp bộ nhớ cũng tăng.</a:t>
            </a:r>
            <a:endParaRPr lang="en-US" sz="1600" dirty="0">
              <a:solidFill>
                <a:srgbClr val="00477F"/>
              </a:solidFill>
              <a:latin typeface="Averta Std CY" panose="00000500000000000000" pitchFamily="50" charset="0"/>
            </a:endParaRPr>
          </a:p>
        </p:txBody>
      </p:sp>
      <p:pic>
        <p:nvPicPr>
          <p:cNvPr id="8" name="Picture 7">
            <a:extLst>
              <a:ext uri="{FF2B5EF4-FFF2-40B4-BE49-F238E27FC236}">
                <a16:creationId xmlns:a16="http://schemas.microsoft.com/office/drawing/2014/main" id="{6048C9F8-2194-CD4F-75AB-7A18885F83E1}"/>
              </a:ext>
            </a:extLst>
          </p:cNvPr>
          <p:cNvPicPr>
            <a:picLocks noChangeAspect="1"/>
          </p:cNvPicPr>
          <p:nvPr/>
        </p:nvPicPr>
        <p:blipFill>
          <a:blip r:embed="rId3"/>
          <a:stretch>
            <a:fillRect/>
          </a:stretch>
        </p:blipFill>
        <p:spPr>
          <a:xfrm>
            <a:off x="8485183" y="1062785"/>
            <a:ext cx="3185436" cy="4732430"/>
          </a:xfrm>
          <a:prstGeom prst="rect">
            <a:avLst/>
          </a:prstGeom>
        </p:spPr>
      </p:pic>
      <p:sp>
        <p:nvSpPr>
          <p:cNvPr id="9" name="Rectangle: Rounded Corners 8">
            <a:extLst>
              <a:ext uri="{FF2B5EF4-FFF2-40B4-BE49-F238E27FC236}">
                <a16:creationId xmlns:a16="http://schemas.microsoft.com/office/drawing/2014/main" id="{09B215C0-7B0C-D7F3-FEA2-9DA9059642EB}"/>
              </a:ext>
            </a:extLst>
          </p:cNvPr>
          <p:cNvSpPr/>
          <p:nvPr/>
        </p:nvSpPr>
        <p:spPr>
          <a:xfrm>
            <a:off x="521381" y="1417726"/>
            <a:ext cx="47364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MÔ HÌNH LẬP TRÌNH ĐA LUỒNG</a:t>
            </a:r>
            <a:endParaRPr lang="en-US" dirty="0">
              <a:latin typeface="Averta CY Semibold" panose="00000700000000000000" pitchFamily="50" charset="0"/>
            </a:endParaRPr>
          </a:p>
        </p:txBody>
      </p:sp>
    </p:spTree>
    <p:extLst>
      <p:ext uri="{BB962C8B-B14F-4D97-AF65-F5344CB8AC3E}">
        <p14:creationId xmlns:p14="http://schemas.microsoft.com/office/powerpoint/2010/main" val="116525658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FCE71-6F3E-461E-A9F6-2A18ED44F10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00A5C2-5299-40E8-4EA0-D075FBB9CAC5}"/>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C9D1B8BB-260E-35B0-D949-C9F428DE93E9}"/>
              </a:ext>
            </a:extLst>
          </p:cNvPr>
          <p:cNvSpPr/>
          <p:nvPr/>
        </p:nvSpPr>
        <p:spPr>
          <a:xfrm>
            <a:off x="521381" y="1417726"/>
            <a:ext cx="785259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MÔ HÌNH LẬP TRÌNH TRUYỀN THÔNG TIN BẰNG THÔNG ĐIỆP</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84D21455-C7FF-A1B8-DBA7-1BE7C897684A}"/>
              </a:ext>
            </a:extLst>
          </p:cNvPr>
          <p:cNvSpPr txBox="1"/>
          <p:nvPr/>
        </p:nvSpPr>
        <p:spPr>
          <a:xfrm>
            <a:off x="589616" y="2749975"/>
            <a:ext cx="5999735" cy="2264338"/>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Mô hình được thiết kế cho hệ thống bộ nhớ phân tán, trong đó mỗi bộ xử lý có bộ nhớ riêng. </a:t>
            </a:r>
          </a:p>
          <a:p>
            <a:pPr algn="just">
              <a:lnSpc>
                <a:spcPct val="150000"/>
              </a:lnSpc>
            </a:pPr>
            <a:r>
              <a:rPr lang="vi-VN" sz="1600" dirty="0">
                <a:solidFill>
                  <a:srgbClr val="00477F"/>
                </a:solidFill>
                <a:latin typeface="Averta Std CY" panose="00000500000000000000" pitchFamily="50" charset="0"/>
              </a:rPr>
              <a:t>Chương trình được chia thành nhiều tác vụ chạy song song trên nhiều bộ xử lý khác nhau. Các tác vụ trao đổi dữ liệu bằng cách gửi và nhận thông điệp qua mạng (ngay cả khi chúng chạy trên cùng một máy).</a:t>
            </a:r>
          </a:p>
        </p:txBody>
      </p:sp>
      <p:pic>
        <p:nvPicPr>
          <p:cNvPr id="3" name="Picture 2" descr="Introduction to Parallel Computing Tutorial | HPC @ LLNL">
            <a:extLst>
              <a:ext uri="{FF2B5EF4-FFF2-40B4-BE49-F238E27FC236}">
                <a16:creationId xmlns:a16="http://schemas.microsoft.com/office/drawing/2014/main" id="{750E9610-B12E-2563-A313-5E7A53CE36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490" y="2538077"/>
            <a:ext cx="3862136" cy="2688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71156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CC55D-7278-EB9C-A03C-F9DE25A242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7E62BD-EE03-8C87-F2CB-1BF1B314DF90}"/>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A7E32733-0E53-45FC-F4F6-3DEA239065B7}"/>
              </a:ext>
            </a:extLst>
          </p:cNvPr>
          <p:cNvSpPr txBox="1"/>
          <p:nvPr/>
        </p:nvSpPr>
        <p:spPr>
          <a:xfrm>
            <a:off x="521381" y="2405164"/>
            <a:ext cx="5831293" cy="2633670"/>
          </a:xfrm>
          <a:prstGeom prst="rect">
            <a:avLst/>
          </a:prstGeom>
          <a:noFill/>
        </p:spPr>
        <p:txBody>
          <a:bodyPr wrap="square" rtlCol="0">
            <a:spAutoFit/>
          </a:bodyPr>
          <a:lstStyle/>
          <a:p>
            <a:pPr algn="just">
              <a:lnSpc>
                <a:spcPct val="150000"/>
              </a:lnSpc>
            </a:pPr>
            <a:r>
              <a:rPr lang="vi-VN" sz="1600" dirty="0">
                <a:solidFill>
                  <a:srgbClr val="00477F"/>
                </a:solidFill>
                <a:latin typeface="+mj-lt"/>
              </a:rPr>
              <a:t>Ưu điểm:</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Khả năng mở rộng cao.</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Không có tình trạng tranh chấp bộ nhớ</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Chịu lỗi tốt.</a:t>
            </a:r>
          </a:p>
          <a:p>
            <a:pPr algn="just">
              <a:lnSpc>
                <a:spcPct val="150000"/>
              </a:lnSpc>
            </a:pPr>
            <a:r>
              <a:rPr lang="vi-VN" sz="1600" dirty="0">
                <a:solidFill>
                  <a:srgbClr val="00477F"/>
                </a:solidFill>
                <a:latin typeface="+mj-lt"/>
              </a:rPr>
              <a:t>Nhược điểm:</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Độ phức tạp trong giao tiếp.</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Khả năng mở rộng phụ thuộc vào giao tiếp,</a:t>
            </a:r>
            <a:endParaRPr lang="en-US" sz="1600" dirty="0">
              <a:solidFill>
                <a:srgbClr val="00477F"/>
              </a:solidFill>
              <a:latin typeface="Averta Std CY" panose="00000500000000000000" pitchFamily="50" charset="0"/>
            </a:endParaRPr>
          </a:p>
        </p:txBody>
      </p:sp>
      <p:sp>
        <p:nvSpPr>
          <p:cNvPr id="2" name="Rectangle: Rounded Corners 1">
            <a:extLst>
              <a:ext uri="{FF2B5EF4-FFF2-40B4-BE49-F238E27FC236}">
                <a16:creationId xmlns:a16="http://schemas.microsoft.com/office/drawing/2014/main" id="{65935AE8-6773-FC9F-C1BC-7276481D1373}"/>
              </a:ext>
            </a:extLst>
          </p:cNvPr>
          <p:cNvSpPr/>
          <p:nvPr/>
        </p:nvSpPr>
        <p:spPr>
          <a:xfrm>
            <a:off x="521381" y="1417726"/>
            <a:ext cx="785259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MÔ HÌNH LẬP TRÌNH TRUYỀN THÔNG TIN BẰNG THÔNG ĐIỆP</a:t>
            </a:r>
            <a:endParaRPr lang="en-US" dirty="0">
              <a:latin typeface="Averta CY Semibold" panose="00000700000000000000" pitchFamily="50" charset="0"/>
            </a:endParaRPr>
          </a:p>
        </p:txBody>
      </p:sp>
      <p:pic>
        <p:nvPicPr>
          <p:cNvPr id="3" name="Picture 2" descr="Introduction to Parallel Computing Tutorial | HPC @ LLNL">
            <a:extLst>
              <a:ext uri="{FF2B5EF4-FFF2-40B4-BE49-F238E27FC236}">
                <a16:creationId xmlns:a16="http://schemas.microsoft.com/office/drawing/2014/main" id="{C79A4F71-B5F1-77AD-501E-292D0C108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490" y="2538077"/>
            <a:ext cx="3862136" cy="2688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17315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7660B-1117-8502-DCC1-B4180A9C10B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725A3C5-1E18-C509-88B4-B04F15E75468}"/>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8858DDDE-71D4-14D5-B95A-77B61DC74823}"/>
              </a:ext>
            </a:extLst>
          </p:cNvPr>
          <p:cNvSpPr/>
          <p:nvPr/>
        </p:nvSpPr>
        <p:spPr>
          <a:xfrm>
            <a:off x="521381" y="1417726"/>
            <a:ext cx="4736419"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MÔ HÌNH LẬP TRÌNH KẾT HỢP</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1068A697-7B15-C68E-1415-0E81866816AC}"/>
              </a:ext>
            </a:extLst>
          </p:cNvPr>
          <p:cNvSpPr txBox="1"/>
          <p:nvPr/>
        </p:nvSpPr>
        <p:spPr>
          <a:xfrm>
            <a:off x="521381" y="3055131"/>
            <a:ext cx="7002752" cy="1895006"/>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Mô hình Hybrid kết hợp hai hoặc nhiều mô hình lập trình song song để tận dụng ưu điểm và giảm bớt nhược điểm của chúng. </a:t>
            </a:r>
          </a:p>
          <a:p>
            <a:pPr algn="just">
              <a:lnSpc>
                <a:spcPct val="150000"/>
              </a:lnSpc>
            </a:pPr>
            <a:r>
              <a:rPr lang="vi-VN" sz="1600" dirty="0">
                <a:solidFill>
                  <a:srgbClr val="00477F"/>
                </a:solidFill>
                <a:latin typeface="Averta Std CY" panose="00000500000000000000" pitchFamily="50" charset="0"/>
              </a:rPr>
              <a:t>Thường được sử dụng trong môi trường tính toán hiệu năng cao (HPC) như siêu máy tính hoặc các cụm máy tính lớn để xử lý các bài toán phức tạp quy mô lớn một cách hiệu quả.</a:t>
            </a:r>
          </a:p>
        </p:txBody>
      </p:sp>
      <p:pic>
        <p:nvPicPr>
          <p:cNvPr id="5" name="Picture 4">
            <a:extLst>
              <a:ext uri="{FF2B5EF4-FFF2-40B4-BE49-F238E27FC236}">
                <a16:creationId xmlns:a16="http://schemas.microsoft.com/office/drawing/2014/main" id="{1391FCF4-F914-B1F8-172D-53B7BF9456C4}"/>
              </a:ext>
            </a:extLst>
          </p:cNvPr>
          <p:cNvPicPr>
            <a:picLocks noChangeAspect="1"/>
          </p:cNvPicPr>
          <p:nvPr/>
        </p:nvPicPr>
        <p:blipFill>
          <a:blip r:embed="rId3"/>
          <a:stretch>
            <a:fillRect/>
          </a:stretch>
        </p:blipFill>
        <p:spPr>
          <a:xfrm>
            <a:off x="7833607" y="1748736"/>
            <a:ext cx="3551228" cy="3886537"/>
          </a:xfrm>
          <a:prstGeom prst="rect">
            <a:avLst/>
          </a:prstGeom>
        </p:spPr>
      </p:pic>
    </p:spTree>
    <p:extLst>
      <p:ext uri="{BB962C8B-B14F-4D97-AF65-F5344CB8AC3E}">
        <p14:creationId xmlns:p14="http://schemas.microsoft.com/office/powerpoint/2010/main" val="398126035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2C99F-A73F-97A0-AD70-3A4512B3B32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1B1E235-7024-9D91-D0BE-16440F1F9D56}"/>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9B21FAE9-6215-D322-DA06-C49751954265}"/>
              </a:ext>
            </a:extLst>
          </p:cNvPr>
          <p:cNvSpPr/>
          <p:nvPr/>
        </p:nvSpPr>
        <p:spPr>
          <a:xfrm>
            <a:off x="2853698" y="3261720"/>
            <a:ext cx="6484604" cy="86082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100" dirty="0">
                <a:latin typeface="Averta CY Semibold" panose="00000700000000000000" pitchFamily="50" charset="0"/>
              </a:rPr>
              <a:t>THIẾT KẾ CHƯƠNG TRÌNH SONG SONG</a:t>
            </a:r>
            <a:endParaRPr lang="en-US" sz="2100" dirty="0">
              <a:latin typeface="Averta CY Semibold" panose="00000700000000000000" pitchFamily="50" charset="0"/>
            </a:endParaRPr>
          </a:p>
        </p:txBody>
      </p:sp>
      <p:sp>
        <p:nvSpPr>
          <p:cNvPr id="3" name="TextBox 2">
            <a:extLst>
              <a:ext uri="{FF2B5EF4-FFF2-40B4-BE49-F238E27FC236}">
                <a16:creationId xmlns:a16="http://schemas.microsoft.com/office/drawing/2014/main" id="{73981575-027E-8A19-ABF3-04F2A8BE0052}"/>
              </a:ext>
            </a:extLst>
          </p:cNvPr>
          <p:cNvSpPr txBox="1"/>
          <p:nvPr/>
        </p:nvSpPr>
        <p:spPr>
          <a:xfrm>
            <a:off x="1092075" y="2305656"/>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LẬP TRÌNH SONG SONG</a:t>
            </a:r>
          </a:p>
        </p:txBody>
      </p:sp>
    </p:spTree>
    <p:extLst>
      <p:ext uri="{BB962C8B-B14F-4D97-AF65-F5344CB8AC3E}">
        <p14:creationId xmlns:p14="http://schemas.microsoft.com/office/powerpoint/2010/main" val="209955818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FE8AB-8CF5-79B7-8CC3-3632EF4141E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F8DA19C-046E-2547-DB50-F3DE2E4EE8D9}"/>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3EA65971-B0C9-50AF-A3BB-73E638BF1815}"/>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THIẾT KẾ CHƯƠNG TRÌNH SONG SONG</a:t>
            </a:r>
            <a:endParaRPr lang="en-US" dirty="0">
              <a:latin typeface="Averta CY Semibold" panose="00000700000000000000" pitchFamily="50" charset="0"/>
            </a:endParaRPr>
          </a:p>
        </p:txBody>
      </p:sp>
      <p:sp>
        <p:nvSpPr>
          <p:cNvPr id="4" name="TextBox 3">
            <a:extLst>
              <a:ext uri="{FF2B5EF4-FFF2-40B4-BE49-F238E27FC236}">
                <a16:creationId xmlns:a16="http://schemas.microsoft.com/office/drawing/2014/main" id="{B13DAFC3-E198-BB66-856C-82728F753134}"/>
              </a:ext>
            </a:extLst>
          </p:cNvPr>
          <p:cNvSpPr txBox="1"/>
          <p:nvPr/>
        </p:nvSpPr>
        <p:spPr>
          <a:xfrm>
            <a:off x="521381" y="2272658"/>
            <a:ext cx="10800335" cy="115634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Tự động song song hóa chương trình tuần tự gặp nhiều hạn chế.</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Cách tiếp cận hiệu quả nhất là viết một thuật toán song song mới.</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Một phương pháp phổ biến để thiết kế chương trình song song là phương pháp Foster, gồm 4 bước chính.</a:t>
            </a:r>
          </a:p>
        </p:txBody>
      </p:sp>
      <p:pic>
        <p:nvPicPr>
          <p:cNvPr id="5122" name="Picture 2" descr="Foster's diagram of the design steps used in a parallelization process. |  Download Scientific Diagram">
            <a:extLst>
              <a:ext uri="{FF2B5EF4-FFF2-40B4-BE49-F238E27FC236}">
                <a16:creationId xmlns:a16="http://schemas.microsoft.com/office/drawing/2014/main" id="{C728E6D7-40BB-07B2-6AD6-7B7965D91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7955" y="3773118"/>
            <a:ext cx="5316090" cy="2076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18557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D100A-80CC-205B-545D-B81091E209A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B4BC114-61A2-1FFC-5424-4A7CF61CADF3}"/>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98843EA3-65BA-1936-70BB-D0873B5A0F73}"/>
              </a:ext>
            </a:extLst>
          </p:cNvPr>
          <p:cNvSpPr txBox="1"/>
          <p:nvPr/>
        </p:nvSpPr>
        <p:spPr>
          <a:xfrm>
            <a:off x="521381" y="2178310"/>
            <a:ext cx="9585144" cy="1525674"/>
          </a:xfrm>
          <a:prstGeom prst="rect">
            <a:avLst/>
          </a:prstGeom>
          <a:noFill/>
        </p:spPr>
        <p:txBody>
          <a:bodyPr wrap="square" rtlCol="0">
            <a:spAutoFit/>
          </a:bodyPr>
          <a:lstStyle/>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Phân chia (Partitioning): Chia bài toán thành các nhiệm vụ nhỏ.</a:t>
            </a:r>
          </a:p>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Giao tiếp (Communication): Xác định cách thức trao đổi dữ liệu giữa các nhiệm vụ.</a:t>
            </a:r>
          </a:p>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Tổng hợp (Agglomeration): Gộp các nhiệm vụ để giảm chi phí giao tiếp.</a:t>
            </a:r>
          </a:p>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Ánh xạ (Mapping): Gán nhiệm vụ cho các luồng/tiến trình để cân bằng tải.</a:t>
            </a:r>
          </a:p>
        </p:txBody>
      </p:sp>
      <p:pic>
        <p:nvPicPr>
          <p:cNvPr id="5122" name="Picture 2" descr="Foster's diagram of the design steps used in a parallelization process. |  Download Scientific Diagram">
            <a:extLst>
              <a:ext uri="{FF2B5EF4-FFF2-40B4-BE49-F238E27FC236}">
                <a16:creationId xmlns:a16="http://schemas.microsoft.com/office/drawing/2014/main" id="{27ED811C-2D7C-393A-854D-2D695A8CB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7955" y="3898801"/>
            <a:ext cx="5316090" cy="20764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4B4D5D75-C39A-11F7-E96C-A85384F81F56}"/>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latin typeface="Averta CY Semibold" panose="00000700000000000000" pitchFamily="50" charset="0"/>
              </a:rPr>
              <a:t>THIẾT KẾ CHƯƠNG TRÌNH SONG SONG</a:t>
            </a:r>
            <a:endParaRPr lang="en-US" dirty="0">
              <a:latin typeface="Averta CY Semibold" panose="00000700000000000000" pitchFamily="50" charset="0"/>
            </a:endParaRPr>
          </a:p>
        </p:txBody>
      </p:sp>
    </p:spTree>
    <p:extLst>
      <p:ext uri="{BB962C8B-B14F-4D97-AF65-F5344CB8AC3E}">
        <p14:creationId xmlns:p14="http://schemas.microsoft.com/office/powerpoint/2010/main" val="321984926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89B09-2B65-3960-C25B-6BB4BF62C49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57C9162-B892-C8AA-D33B-BE4F8EA7D7EC}"/>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C451CD19-974D-EAE9-FCA0-6BB6D2E71849}"/>
              </a:ext>
            </a:extLst>
          </p:cNvPr>
          <p:cNvSpPr txBox="1"/>
          <p:nvPr/>
        </p:nvSpPr>
        <p:spPr>
          <a:xfrm>
            <a:off x="521381" y="2500265"/>
            <a:ext cx="7082577" cy="2633670"/>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Quá trình phân chia trong lập trình song song có hai phương pháp chính:</a:t>
            </a:r>
          </a:p>
          <a:p>
            <a:pPr algn="just">
              <a:lnSpc>
                <a:spcPct val="150000"/>
              </a:lnSpc>
            </a:pPr>
            <a:r>
              <a:rPr lang="vi-VN" sz="1600" dirty="0">
                <a:solidFill>
                  <a:srgbClr val="00477F"/>
                </a:solidFill>
                <a:latin typeface="+mj-lt"/>
              </a:rPr>
              <a:t>Phân chia theo miền dữ liệu (Domain Decomposition):</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Dữ liệu của bài toán được chia thành các phần nhỏ hơn.</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Mỗi tác vụ xử lý một phần dữ liệu riêng biệt.</a:t>
            </a:r>
          </a:p>
          <a:p>
            <a:pPr algn="just">
              <a:lnSpc>
                <a:spcPct val="150000"/>
              </a:lnSpc>
            </a:pPr>
            <a:r>
              <a:rPr lang="vi-VN" sz="1600" dirty="0">
                <a:solidFill>
                  <a:srgbClr val="00477F"/>
                </a:solidFill>
                <a:latin typeface="+mj-lt"/>
              </a:rPr>
              <a:t>Phân chia theo chức năng (Functional Decomposition):</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Bài toán được chia thành các công việc cần thực hiện.</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Mỗi tác vụ thực hiện một phần công việc cụ thể của bài toán.</a:t>
            </a:r>
          </a:p>
        </p:txBody>
      </p:sp>
      <p:sp>
        <p:nvSpPr>
          <p:cNvPr id="3" name="Rectangle: Rounded Corners 2">
            <a:extLst>
              <a:ext uri="{FF2B5EF4-FFF2-40B4-BE49-F238E27FC236}">
                <a16:creationId xmlns:a16="http://schemas.microsoft.com/office/drawing/2014/main" id="{A14960AD-CAC0-BB34-32C6-A0299A19F005}"/>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PHÂN CHIA - PARTITIONING</a:t>
            </a:r>
            <a:endParaRPr lang="en-US" dirty="0">
              <a:latin typeface="Averta CY Semibold" panose="00000700000000000000" pitchFamily="50" charset="0"/>
            </a:endParaRPr>
          </a:p>
        </p:txBody>
      </p:sp>
      <p:pic>
        <p:nvPicPr>
          <p:cNvPr id="5" name="Picture 4">
            <a:extLst>
              <a:ext uri="{FF2B5EF4-FFF2-40B4-BE49-F238E27FC236}">
                <a16:creationId xmlns:a16="http://schemas.microsoft.com/office/drawing/2014/main" id="{EA1AFE71-6CCD-447C-380E-75C6C24274AC}"/>
              </a:ext>
            </a:extLst>
          </p:cNvPr>
          <p:cNvPicPr>
            <a:picLocks noChangeAspect="1"/>
          </p:cNvPicPr>
          <p:nvPr/>
        </p:nvPicPr>
        <p:blipFill>
          <a:blip r:embed="rId3"/>
          <a:stretch>
            <a:fillRect/>
          </a:stretch>
        </p:blipFill>
        <p:spPr>
          <a:xfrm>
            <a:off x="8241321" y="1230042"/>
            <a:ext cx="3063505" cy="1699407"/>
          </a:xfrm>
          <a:prstGeom prst="rect">
            <a:avLst/>
          </a:prstGeom>
        </p:spPr>
      </p:pic>
      <p:pic>
        <p:nvPicPr>
          <p:cNvPr id="8" name="Picture 7">
            <a:extLst>
              <a:ext uri="{FF2B5EF4-FFF2-40B4-BE49-F238E27FC236}">
                <a16:creationId xmlns:a16="http://schemas.microsoft.com/office/drawing/2014/main" id="{4E054C22-7BE9-5B93-6960-67E1F79D8EAD}"/>
              </a:ext>
            </a:extLst>
          </p:cNvPr>
          <p:cNvPicPr>
            <a:picLocks noChangeAspect="1"/>
          </p:cNvPicPr>
          <p:nvPr/>
        </p:nvPicPr>
        <p:blipFill>
          <a:blip r:embed="rId4"/>
          <a:stretch>
            <a:fillRect/>
          </a:stretch>
        </p:blipFill>
        <p:spPr>
          <a:xfrm>
            <a:off x="7875530" y="3470221"/>
            <a:ext cx="3795089" cy="2263336"/>
          </a:xfrm>
          <a:prstGeom prst="rect">
            <a:avLst/>
          </a:prstGeom>
        </p:spPr>
      </p:pic>
    </p:spTree>
    <p:extLst>
      <p:ext uri="{BB962C8B-B14F-4D97-AF65-F5344CB8AC3E}">
        <p14:creationId xmlns:p14="http://schemas.microsoft.com/office/powerpoint/2010/main" val="37394346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4AC2-18BF-D041-1A07-295C9911619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47AEF16-1DCD-DAA3-90B4-D70CD141A155}"/>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297406E8-4151-4D2C-06DD-FA4D558AC6C4}"/>
              </a:ext>
            </a:extLst>
          </p:cNvPr>
          <p:cNvSpPr txBox="1"/>
          <p:nvPr/>
        </p:nvSpPr>
        <p:spPr>
          <a:xfrm>
            <a:off x="521381" y="2741766"/>
            <a:ext cx="7154766" cy="1895006"/>
          </a:xfrm>
          <a:prstGeom prst="rect">
            <a:avLst/>
          </a:prstGeom>
          <a:noFill/>
        </p:spPr>
        <p:txBody>
          <a:bodyPr wrap="square" rtlCol="0">
            <a:spAutoFit/>
          </a:bodyPr>
          <a:lstStyle/>
          <a:p>
            <a:pPr algn="just">
              <a:lnSpc>
                <a:spcPct val="150000"/>
              </a:lnSpc>
            </a:pPr>
            <a:r>
              <a:rPr lang="vi-VN" sz="1600" dirty="0">
                <a:solidFill>
                  <a:srgbClr val="00477F"/>
                </a:solidFill>
                <a:latin typeface="+mj-lt"/>
              </a:rPr>
              <a:t>Trong các chương trình song song thực tế, luôn có một phần mã tuần tự:</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Các thao tác đồng bộ hóa không thể song song hóa hoàn toàn.</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Một số vòng lặp không thể thực hiện song song,.</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Một luồng đơn phải chuẩn bị dữ liệu trước khi sinh ra các tác vụ song song.</a:t>
            </a:r>
          </a:p>
        </p:txBody>
      </p:sp>
      <p:sp>
        <p:nvSpPr>
          <p:cNvPr id="3" name="Rectangle: Rounded Corners 2">
            <a:extLst>
              <a:ext uri="{FF2B5EF4-FFF2-40B4-BE49-F238E27FC236}">
                <a16:creationId xmlns:a16="http://schemas.microsoft.com/office/drawing/2014/main" id="{B7CD8A2B-8B86-6EE3-F767-7B31C8BEEA60}"/>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KHẢ NĂNG MỞ RỘNG (SCALABILTY)</a:t>
            </a:r>
            <a:endParaRPr lang="en-US" dirty="0">
              <a:latin typeface="Averta CY Semibold" panose="00000700000000000000" pitchFamily="50" charset="0"/>
            </a:endParaRPr>
          </a:p>
        </p:txBody>
      </p:sp>
      <p:pic>
        <p:nvPicPr>
          <p:cNvPr id="15" name="Picture 14">
            <a:extLst>
              <a:ext uri="{FF2B5EF4-FFF2-40B4-BE49-F238E27FC236}">
                <a16:creationId xmlns:a16="http://schemas.microsoft.com/office/drawing/2014/main" id="{A393D439-DFE5-AA2D-B3EC-93F305A2C666}"/>
              </a:ext>
            </a:extLst>
          </p:cNvPr>
          <p:cNvPicPr>
            <a:picLocks noChangeAspect="1"/>
          </p:cNvPicPr>
          <p:nvPr/>
        </p:nvPicPr>
        <p:blipFill>
          <a:blip r:embed="rId3"/>
          <a:stretch>
            <a:fillRect/>
          </a:stretch>
        </p:blipFill>
        <p:spPr>
          <a:xfrm>
            <a:off x="9205874" y="2558487"/>
            <a:ext cx="1937751" cy="1741025"/>
          </a:xfrm>
          <a:prstGeom prst="rect">
            <a:avLst/>
          </a:prstGeom>
        </p:spPr>
      </p:pic>
    </p:spTree>
    <p:extLst>
      <p:ext uri="{BB962C8B-B14F-4D97-AF65-F5344CB8AC3E}">
        <p14:creationId xmlns:p14="http://schemas.microsoft.com/office/powerpoint/2010/main" val="341714309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C13A-6155-B29D-9FF8-AE4A480F4F8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694141-F3FC-2CE2-FA76-5A5F17BFEFBD}"/>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09080247-1772-90F2-2532-EC05C1A49AE7}"/>
              </a:ext>
            </a:extLst>
          </p:cNvPr>
          <p:cNvSpPr txBox="1"/>
          <p:nvPr/>
        </p:nvSpPr>
        <p:spPr>
          <a:xfrm>
            <a:off x="521381" y="2244013"/>
            <a:ext cx="8887314" cy="3741665"/>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Khi số lượng bộ xử lý tăng, ta cũng có thể tăng kích thước bài toán một cách tương ứng.</a:t>
            </a:r>
          </a:p>
          <a:p>
            <a:pPr algn="just">
              <a:lnSpc>
                <a:spcPct val="150000"/>
              </a:lnSpc>
            </a:pPr>
            <a:r>
              <a:rPr lang="vi-VN" sz="1600" dirty="0">
                <a:solidFill>
                  <a:srgbClr val="00477F"/>
                </a:solidFill>
                <a:latin typeface="Averta Std CY" panose="00000500000000000000" pitchFamily="50" charset="0"/>
              </a:rPr>
              <a:t>Công thức tính tốc độ mở rộng:</a:t>
            </a:r>
          </a:p>
          <a:p>
            <a:pPr algn="ctr">
              <a:lnSpc>
                <a:spcPct val="150000"/>
              </a:lnSpc>
            </a:pPr>
            <a:r>
              <a:rPr lang="pt-BR" sz="1600" dirty="0">
                <a:solidFill>
                  <a:srgbClr val="00477F"/>
                </a:solidFill>
                <a:latin typeface="+mj-lt"/>
              </a:rPr>
              <a:t>S(N)=N−p(N−1)</a:t>
            </a:r>
            <a:endParaRPr lang="vi-VN" sz="1600" dirty="0">
              <a:solidFill>
                <a:srgbClr val="00477F"/>
              </a:solidFill>
              <a:latin typeface="+mj-lt"/>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S(N)​: tốc độ mở rộng.</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p: phần mã có thể song song hóa.</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N: là số bộ xử lý.</a:t>
            </a:r>
          </a:p>
          <a:p>
            <a:pPr algn="just">
              <a:lnSpc>
                <a:spcPct val="150000"/>
              </a:lnSpc>
            </a:pPr>
            <a:r>
              <a:rPr lang="vi-VN" sz="1600" dirty="0">
                <a:solidFill>
                  <a:srgbClr val="00477F"/>
                </a:solidFill>
                <a:latin typeface="Averta Std CY" panose="00000500000000000000" pitchFamily="50" charset="0"/>
              </a:rPr>
              <a:t>Tương tự định luật Amdahl, định luật này thừa nhận sự tồn tại của phần mã tuần tự nhưng lập luận rằng ảnh hưởng của nó giảm dần khi kích thước bài toán tăng lên.</a:t>
            </a:r>
          </a:p>
          <a:p>
            <a:pPr algn="just">
              <a:lnSpc>
                <a:spcPct val="150000"/>
              </a:lnSpc>
            </a:pPr>
            <a:r>
              <a:rPr lang="vi-VN" sz="1600" dirty="0">
                <a:solidFill>
                  <a:srgbClr val="00477F"/>
                </a:solidFill>
                <a:latin typeface="Averta Std CY" panose="00000500000000000000" pitchFamily="50" charset="0"/>
              </a:rPr>
              <a:t>Tính toán song song có thể mang lại mức tăng hiệu suất đáng kể bằng cách giải quyết các bài toán mà máy tính tuần tự không thể xử lý được do kích thước quá lớn.</a:t>
            </a:r>
          </a:p>
        </p:txBody>
      </p:sp>
      <p:sp>
        <p:nvSpPr>
          <p:cNvPr id="3" name="Rectangle: Rounded Corners 2">
            <a:extLst>
              <a:ext uri="{FF2B5EF4-FFF2-40B4-BE49-F238E27FC236}">
                <a16:creationId xmlns:a16="http://schemas.microsoft.com/office/drawing/2014/main" id="{24CD8338-F287-F99D-1AC7-5F74202D719F}"/>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KHẢ NĂNG MỞ RỘNG (SCALABILTY)</a:t>
            </a:r>
            <a:endParaRPr lang="en-US" dirty="0">
              <a:latin typeface="Averta CY Semibold" panose="00000700000000000000" pitchFamily="50" charset="0"/>
            </a:endParaRPr>
          </a:p>
        </p:txBody>
      </p:sp>
      <p:pic>
        <p:nvPicPr>
          <p:cNvPr id="15" name="Picture 14">
            <a:extLst>
              <a:ext uri="{FF2B5EF4-FFF2-40B4-BE49-F238E27FC236}">
                <a16:creationId xmlns:a16="http://schemas.microsoft.com/office/drawing/2014/main" id="{FEDDD55A-4AA0-DFDB-3408-B7A850B7E029}"/>
              </a:ext>
            </a:extLst>
          </p:cNvPr>
          <p:cNvPicPr>
            <a:picLocks noChangeAspect="1"/>
          </p:cNvPicPr>
          <p:nvPr/>
        </p:nvPicPr>
        <p:blipFill>
          <a:blip r:embed="rId3"/>
          <a:stretch>
            <a:fillRect/>
          </a:stretch>
        </p:blipFill>
        <p:spPr>
          <a:xfrm>
            <a:off x="9578853" y="2823182"/>
            <a:ext cx="1937751" cy="1741025"/>
          </a:xfrm>
          <a:prstGeom prst="rect">
            <a:avLst/>
          </a:prstGeom>
        </p:spPr>
      </p:pic>
    </p:spTree>
    <p:extLst>
      <p:ext uri="{BB962C8B-B14F-4D97-AF65-F5344CB8AC3E}">
        <p14:creationId xmlns:p14="http://schemas.microsoft.com/office/powerpoint/2010/main" val="409642134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3D124-6FA9-CC3E-E734-26DBE792342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C87AF47-1EE9-3DE9-A626-E89E4DF7177F}"/>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78E4F335-00BB-B830-E103-A2B4852AC56B}"/>
              </a:ext>
            </a:extLst>
          </p:cNvPr>
          <p:cNvSpPr/>
          <p:nvPr/>
        </p:nvSpPr>
        <p:spPr>
          <a:xfrm>
            <a:off x="2853698" y="3261720"/>
            <a:ext cx="6484604" cy="86082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100" dirty="0">
                <a:latin typeface="Averta CY Semibold" panose="00000700000000000000" pitchFamily="50" charset="0"/>
              </a:rPr>
              <a:t>NHÂN MA TRẬN SONG SONG</a:t>
            </a:r>
            <a:endParaRPr lang="en-US" sz="2100" dirty="0">
              <a:latin typeface="Averta CY Semibold" panose="00000700000000000000" pitchFamily="50" charset="0"/>
            </a:endParaRPr>
          </a:p>
        </p:txBody>
      </p:sp>
      <p:sp>
        <p:nvSpPr>
          <p:cNvPr id="3" name="TextBox 2">
            <a:extLst>
              <a:ext uri="{FF2B5EF4-FFF2-40B4-BE49-F238E27FC236}">
                <a16:creationId xmlns:a16="http://schemas.microsoft.com/office/drawing/2014/main" id="{260FD077-D0E0-B9CF-CFF3-4E042AE79417}"/>
              </a:ext>
            </a:extLst>
          </p:cNvPr>
          <p:cNvSpPr txBox="1"/>
          <p:nvPr/>
        </p:nvSpPr>
        <p:spPr>
          <a:xfrm>
            <a:off x="1092075" y="2305656"/>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LẬP TRÌNH SONG SONG</a:t>
            </a:r>
          </a:p>
        </p:txBody>
      </p:sp>
    </p:spTree>
    <p:extLst>
      <p:ext uri="{BB962C8B-B14F-4D97-AF65-F5344CB8AC3E}">
        <p14:creationId xmlns:p14="http://schemas.microsoft.com/office/powerpoint/2010/main" val="415987800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ADBE7-45D2-CBDD-269B-E8C7E6913D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98CEE5F-27EE-1790-1518-66CED2F05A4D}"/>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A1C477D2-C4E7-8D7E-8F2E-259CE0CFD55A}"/>
              </a:ext>
            </a:extLst>
          </p:cNvPr>
          <p:cNvSpPr txBox="1"/>
          <p:nvPr/>
        </p:nvSpPr>
        <p:spPr>
          <a:xfrm>
            <a:off x="521381" y="2448101"/>
            <a:ext cx="11245503" cy="2633670"/>
          </a:xfrm>
          <a:prstGeom prst="rect">
            <a:avLst/>
          </a:prstGeom>
          <a:noFill/>
        </p:spPr>
        <p:txBody>
          <a:bodyPr wrap="square" rtlCol="0">
            <a:spAutoFit/>
          </a:bodyPr>
          <a:lstStyle/>
          <a:p>
            <a:pPr algn="just">
              <a:lnSpc>
                <a:spcPct val="150000"/>
              </a:lnSpc>
            </a:pPr>
            <a:r>
              <a:rPr lang="vi-VN" sz="1600" dirty="0">
                <a:solidFill>
                  <a:srgbClr val="00477F"/>
                </a:solidFill>
                <a:latin typeface="Averta Std CY" panose="00000500000000000000" pitchFamily="50" charset="0"/>
              </a:rPr>
              <a:t>Trong cách tiếp cận tuần tự, chúng ta dùng 3 vòng lặp để tính từng phần tử của C</a:t>
            </a: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r>
              <a:rPr lang="vi-VN" sz="1600" dirty="0">
                <a:solidFill>
                  <a:srgbClr val="00477F"/>
                </a:solidFill>
                <a:latin typeface="Averta Std CY" panose="00000500000000000000" pitchFamily="50" charset="0"/>
              </a:rPr>
              <a:t>Độ phức tạp thuật toán: O</a:t>
            </a:r>
            <a:r>
              <a:rPr lang="el-GR" sz="1600" dirty="0">
                <a:solidFill>
                  <a:srgbClr val="00477F"/>
                </a:solidFill>
                <a:latin typeface="Averta Std CY" panose="00000500000000000000" pitchFamily="50" charset="0"/>
              </a:rPr>
              <a:t>(</a:t>
            </a:r>
            <a:r>
              <a:rPr lang="vi-VN" sz="1600" dirty="0">
                <a:solidFill>
                  <a:srgbClr val="00477F"/>
                </a:solidFill>
                <a:latin typeface="Averta Std CY" panose="00000500000000000000" pitchFamily="50" charset="0"/>
              </a:rPr>
              <a:t>n³), nghĩa là khi kích thước ma trận tăng, số phép toán nhân cũng tăng theo n³.</a:t>
            </a:r>
          </a:p>
          <a:p>
            <a:pPr algn="just">
              <a:lnSpc>
                <a:spcPct val="150000"/>
              </a:lnSpc>
            </a:pPr>
            <a:endParaRPr lang="vi-VN" sz="1600" dirty="0">
              <a:solidFill>
                <a:srgbClr val="00477F"/>
              </a:solidFill>
              <a:latin typeface="Averta Std CY" panose="00000500000000000000" pitchFamily="50" charset="0"/>
            </a:endParaRPr>
          </a:p>
        </p:txBody>
      </p:sp>
      <p:sp>
        <p:nvSpPr>
          <p:cNvPr id="3" name="Rectangle: Rounded Corners 2">
            <a:extLst>
              <a:ext uri="{FF2B5EF4-FFF2-40B4-BE49-F238E27FC236}">
                <a16:creationId xmlns:a16="http://schemas.microsoft.com/office/drawing/2014/main" id="{521049E0-5E64-A5A7-04A3-D81F7AE119A5}"/>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NHÂN MA TRẬN TUẦN TỰ</a:t>
            </a:r>
            <a:endParaRPr lang="en-US" dirty="0">
              <a:latin typeface="Averta CY Semibold" panose="00000700000000000000" pitchFamily="50" charset="0"/>
            </a:endParaRPr>
          </a:p>
        </p:txBody>
      </p:sp>
      <p:pic>
        <p:nvPicPr>
          <p:cNvPr id="8" name="Picture 7">
            <a:extLst>
              <a:ext uri="{FF2B5EF4-FFF2-40B4-BE49-F238E27FC236}">
                <a16:creationId xmlns:a16="http://schemas.microsoft.com/office/drawing/2014/main" id="{DB15945B-5B2C-8DF7-C57F-AE048E61974A}"/>
              </a:ext>
            </a:extLst>
          </p:cNvPr>
          <p:cNvPicPr>
            <a:picLocks noChangeAspect="1"/>
          </p:cNvPicPr>
          <p:nvPr/>
        </p:nvPicPr>
        <p:blipFill>
          <a:blip r:embed="rId3"/>
          <a:stretch>
            <a:fillRect/>
          </a:stretch>
        </p:blipFill>
        <p:spPr>
          <a:xfrm>
            <a:off x="853182" y="3200097"/>
            <a:ext cx="3443555" cy="860888"/>
          </a:xfrm>
          <a:prstGeom prst="rect">
            <a:avLst/>
          </a:prstGeom>
        </p:spPr>
      </p:pic>
      <p:pic>
        <p:nvPicPr>
          <p:cNvPr id="10" name="Picture 9">
            <a:extLst>
              <a:ext uri="{FF2B5EF4-FFF2-40B4-BE49-F238E27FC236}">
                <a16:creationId xmlns:a16="http://schemas.microsoft.com/office/drawing/2014/main" id="{AA76B180-0716-8FFD-948E-62C98A8C1A5F}"/>
              </a:ext>
            </a:extLst>
          </p:cNvPr>
          <p:cNvPicPr>
            <a:picLocks noChangeAspect="1"/>
          </p:cNvPicPr>
          <p:nvPr/>
        </p:nvPicPr>
        <p:blipFill>
          <a:blip r:embed="rId4"/>
          <a:stretch>
            <a:fillRect/>
          </a:stretch>
        </p:blipFill>
        <p:spPr>
          <a:xfrm>
            <a:off x="4906341" y="3253385"/>
            <a:ext cx="6641450" cy="807600"/>
          </a:xfrm>
          <a:prstGeom prst="rect">
            <a:avLst/>
          </a:prstGeom>
        </p:spPr>
      </p:pic>
    </p:spTree>
    <p:extLst>
      <p:ext uri="{BB962C8B-B14F-4D97-AF65-F5344CB8AC3E}">
        <p14:creationId xmlns:p14="http://schemas.microsoft.com/office/powerpoint/2010/main" val="423157601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7BB31-5966-3FB2-6DA3-5BE8168F80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FFF6099-4BC8-D4FF-33E7-5A7B38EED462}"/>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C0EFC194-61D9-1596-87BB-7800EB30A932}"/>
              </a:ext>
            </a:extLst>
          </p:cNvPr>
          <p:cNvSpPr txBox="1"/>
          <p:nvPr/>
        </p:nvSpPr>
        <p:spPr>
          <a:xfrm>
            <a:off x="473248" y="2347284"/>
            <a:ext cx="11245503" cy="3741665"/>
          </a:xfrm>
          <a:prstGeom prst="rect">
            <a:avLst/>
          </a:prstGeom>
          <a:noFill/>
        </p:spPr>
        <p:txBody>
          <a:bodyPr wrap="square" rtlCol="0">
            <a:spAutoFit/>
          </a:bodyPr>
          <a:lstStyle/>
          <a:p>
            <a:pPr algn="just">
              <a:lnSpc>
                <a:spcPct val="150000"/>
              </a:lnSpc>
            </a:pPr>
            <a:r>
              <a:rPr lang="vi-VN" sz="1600" dirty="0">
                <a:solidFill>
                  <a:srgbClr val="00477F"/>
                </a:solidFill>
                <a:latin typeface="+mj-lt"/>
              </a:rPr>
              <a:t>Ý tưởng chính: </a:t>
            </a:r>
          </a:p>
          <a:p>
            <a:pPr algn="just">
              <a:lnSpc>
                <a:spcPct val="150000"/>
              </a:lnSpc>
            </a:pPr>
            <a:r>
              <a:rPr lang="vi-VN" sz="1600" dirty="0">
                <a:solidFill>
                  <a:srgbClr val="00477F"/>
                </a:solidFill>
                <a:latin typeface="Averta Std CY" panose="00000500000000000000" pitchFamily="50" charset="0"/>
              </a:rPr>
              <a:t>Sử dụng song song hóa dữ liệu: chia ma trận thành các khối nhỏ và tính toán đồng thời trên nhiều luồng.</a:t>
            </a:r>
          </a:p>
          <a:p>
            <a:pPr algn="just">
              <a:lnSpc>
                <a:spcPct val="150000"/>
              </a:lnSpc>
            </a:pPr>
            <a:r>
              <a:rPr lang="vi-VN" sz="1600" dirty="0">
                <a:solidFill>
                  <a:srgbClr val="00477F"/>
                </a:solidFill>
                <a:latin typeface="Averta Std CY" panose="00000500000000000000" pitchFamily="50" charset="0"/>
              </a:rPr>
              <a:t>Thay vì tính từng phần tử của C một cách tuần tự, ta tính các phần tử khác nhau đồng thời trên các core CPU khác nhau.</a:t>
            </a: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algn="just">
              <a:lnSpc>
                <a:spcPct val="150000"/>
              </a:lnSpc>
            </a:pPr>
            <a:endParaRPr lang="vi-VN" sz="1600" dirty="0">
              <a:solidFill>
                <a:srgbClr val="00477F"/>
              </a:solidFill>
              <a:latin typeface="Averta Std CY" panose="00000500000000000000" pitchFamily="50" charset="0"/>
            </a:endParaRP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Mỗi phần tử trong 𝐶C có thể được tính độc lập bằng cách sử dụng các phần tương ứng của A và B.</a:t>
            </a:r>
          </a:p>
          <a:p>
            <a:pPr marL="285750" indent="-28575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Mỗi khối ma trận con có thể được tính trên một luồng (thread) khác nhau.Giúp tận dụng tối đa các bộ xử lý song song trên CPU.</a:t>
            </a:r>
          </a:p>
        </p:txBody>
      </p:sp>
      <p:sp>
        <p:nvSpPr>
          <p:cNvPr id="3" name="Rectangle: Rounded Corners 2">
            <a:extLst>
              <a:ext uri="{FF2B5EF4-FFF2-40B4-BE49-F238E27FC236}">
                <a16:creationId xmlns:a16="http://schemas.microsoft.com/office/drawing/2014/main" id="{41F0AFED-CFDA-32C4-5970-B6CDCD56F061}"/>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Averta CY Semibold" panose="00000700000000000000" pitchFamily="50" charset="0"/>
              </a:rPr>
              <a:t>SONG SONG HÓA NHÂN MA TRẬN</a:t>
            </a:r>
            <a:endParaRPr lang="en-US" dirty="0">
              <a:latin typeface="Averta CY Semibold" panose="00000700000000000000" pitchFamily="50" charset="0"/>
            </a:endParaRPr>
          </a:p>
        </p:txBody>
      </p:sp>
      <p:pic>
        <p:nvPicPr>
          <p:cNvPr id="2" name="Picture 1">
            <a:extLst>
              <a:ext uri="{FF2B5EF4-FFF2-40B4-BE49-F238E27FC236}">
                <a16:creationId xmlns:a16="http://schemas.microsoft.com/office/drawing/2014/main" id="{406B444B-9F87-E409-A598-8DA593573ED0}"/>
              </a:ext>
            </a:extLst>
          </p:cNvPr>
          <p:cNvPicPr>
            <a:picLocks noChangeAspect="1"/>
          </p:cNvPicPr>
          <p:nvPr/>
        </p:nvPicPr>
        <p:blipFill>
          <a:blip r:embed="rId3"/>
          <a:stretch>
            <a:fillRect/>
          </a:stretch>
        </p:blipFill>
        <p:spPr>
          <a:xfrm>
            <a:off x="521381" y="3985198"/>
            <a:ext cx="2715114" cy="678778"/>
          </a:xfrm>
          <a:prstGeom prst="rect">
            <a:avLst/>
          </a:prstGeom>
        </p:spPr>
      </p:pic>
      <p:pic>
        <p:nvPicPr>
          <p:cNvPr id="5" name="Picture 4">
            <a:extLst>
              <a:ext uri="{FF2B5EF4-FFF2-40B4-BE49-F238E27FC236}">
                <a16:creationId xmlns:a16="http://schemas.microsoft.com/office/drawing/2014/main" id="{E775FDE6-DFD4-87B9-AD9A-50FB9C24BE44}"/>
              </a:ext>
            </a:extLst>
          </p:cNvPr>
          <p:cNvPicPr>
            <a:picLocks noChangeAspect="1"/>
          </p:cNvPicPr>
          <p:nvPr/>
        </p:nvPicPr>
        <p:blipFill>
          <a:blip r:embed="rId4"/>
          <a:stretch>
            <a:fillRect/>
          </a:stretch>
        </p:blipFill>
        <p:spPr>
          <a:xfrm>
            <a:off x="3830520" y="4012827"/>
            <a:ext cx="4938548" cy="600527"/>
          </a:xfrm>
          <a:prstGeom prst="rect">
            <a:avLst/>
          </a:prstGeom>
        </p:spPr>
      </p:pic>
      <p:pic>
        <p:nvPicPr>
          <p:cNvPr id="9" name="Picture 8">
            <a:extLst>
              <a:ext uri="{FF2B5EF4-FFF2-40B4-BE49-F238E27FC236}">
                <a16:creationId xmlns:a16="http://schemas.microsoft.com/office/drawing/2014/main" id="{3FF70F21-1FF2-0401-9BF9-270D5D365E9F}"/>
              </a:ext>
            </a:extLst>
          </p:cNvPr>
          <p:cNvPicPr>
            <a:picLocks noChangeAspect="1"/>
          </p:cNvPicPr>
          <p:nvPr/>
        </p:nvPicPr>
        <p:blipFill>
          <a:blip r:embed="rId5"/>
          <a:stretch>
            <a:fillRect/>
          </a:stretch>
        </p:blipFill>
        <p:spPr>
          <a:xfrm>
            <a:off x="9363093" y="3915807"/>
            <a:ext cx="1878071" cy="794569"/>
          </a:xfrm>
          <a:prstGeom prst="rect">
            <a:avLst/>
          </a:prstGeom>
        </p:spPr>
      </p:pic>
    </p:spTree>
    <p:extLst>
      <p:ext uri="{BB962C8B-B14F-4D97-AF65-F5344CB8AC3E}">
        <p14:creationId xmlns:p14="http://schemas.microsoft.com/office/powerpoint/2010/main" val="336194649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DC80D-B967-F212-8EDF-398421E111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310EAA-DB78-A17C-6860-0FF20CB94567}"/>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2" name="Rectangle: Rounded Corners 1">
            <a:extLst>
              <a:ext uri="{FF2B5EF4-FFF2-40B4-BE49-F238E27FC236}">
                <a16:creationId xmlns:a16="http://schemas.microsoft.com/office/drawing/2014/main" id="{301911E3-8745-63F4-DBCB-5A58CD2C8285}"/>
              </a:ext>
            </a:extLst>
          </p:cNvPr>
          <p:cNvSpPr/>
          <p:nvPr/>
        </p:nvSpPr>
        <p:spPr>
          <a:xfrm>
            <a:off x="2853698" y="3261720"/>
            <a:ext cx="6484604" cy="860824"/>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dirty="0">
                <a:latin typeface="Averta CY Semibold" panose="00000700000000000000" pitchFamily="50" charset="0"/>
              </a:rPr>
              <a:t>QUICK SORT</a:t>
            </a:r>
          </a:p>
        </p:txBody>
      </p:sp>
      <p:sp>
        <p:nvSpPr>
          <p:cNvPr id="3" name="TextBox 2">
            <a:extLst>
              <a:ext uri="{FF2B5EF4-FFF2-40B4-BE49-F238E27FC236}">
                <a16:creationId xmlns:a16="http://schemas.microsoft.com/office/drawing/2014/main" id="{044CE6D7-B906-FC45-DD9E-926EBC597346}"/>
              </a:ext>
            </a:extLst>
          </p:cNvPr>
          <p:cNvSpPr txBox="1"/>
          <p:nvPr/>
        </p:nvSpPr>
        <p:spPr>
          <a:xfrm>
            <a:off x="1092075" y="2305656"/>
            <a:ext cx="10007850" cy="706091"/>
          </a:xfrm>
          <a:prstGeom prst="rect">
            <a:avLst/>
          </a:prstGeom>
          <a:noFill/>
        </p:spPr>
        <p:txBody>
          <a:bodyPr wrap="square" rtlCol="0">
            <a:spAutoFit/>
          </a:bodyPr>
          <a:lstStyle/>
          <a:p>
            <a:pPr algn="ctr">
              <a:lnSpc>
                <a:spcPct val="140000"/>
              </a:lnSpc>
            </a:pPr>
            <a:r>
              <a:rPr lang="vi-VN" sz="3200" b="1" dirty="0">
                <a:solidFill>
                  <a:schemeClr val="tx2">
                    <a:lumMod val="90000"/>
                    <a:lumOff val="10000"/>
                  </a:schemeClr>
                </a:solidFill>
                <a:latin typeface="+mj-lt"/>
              </a:rPr>
              <a:t>LẬP TRÌNH SONG SONG</a:t>
            </a:r>
          </a:p>
        </p:txBody>
      </p:sp>
    </p:spTree>
    <p:extLst>
      <p:ext uri="{BB962C8B-B14F-4D97-AF65-F5344CB8AC3E}">
        <p14:creationId xmlns:p14="http://schemas.microsoft.com/office/powerpoint/2010/main" val="345915850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8BE3F-054E-18F0-63BF-060F69D101D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28D4EAB-D416-C28D-A3CA-19779D4D29BF}"/>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C78B3326-CD5E-B7E9-8EC9-04B2B1C7F05B}"/>
              </a:ext>
            </a:extLst>
          </p:cNvPr>
          <p:cNvSpPr txBox="1"/>
          <p:nvPr/>
        </p:nvSpPr>
        <p:spPr>
          <a:xfrm>
            <a:off x="503295" y="2741766"/>
            <a:ext cx="5313941" cy="2264338"/>
          </a:xfrm>
          <a:prstGeom prst="rect">
            <a:avLst/>
          </a:prstGeom>
          <a:noFill/>
        </p:spPr>
        <p:txBody>
          <a:bodyPr wrap="square" rtlCol="0">
            <a:spAutoFit/>
          </a:bodyPr>
          <a:lstStyle/>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Chọn pivot.</a:t>
            </a:r>
          </a:p>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Chia mảng thành hai phần:</a:t>
            </a:r>
          </a:p>
          <a:p>
            <a:pPr marL="800100" lvl="1" indent="-34290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L (nhỏ hơn pivot).</a:t>
            </a:r>
          </a:p>
          <a:p>
            <a:pPr marL="800100" lvl="1" indent="-34290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R (lớn hơn pivot).</a:t>
            </a:r>
          </a:p>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Đệ quy sắp xếp L và R.</a:t>
            </a:r>
          </a:p>
          <a:p>
            <a:pPr marL="342900" indent="-342900" algn="just">
              <a:lnSpc>
                <a:spcPct val="150000"/>
              </a:lnSpc>
              <a:buFont typeface="+mj-lt"/>
              <a:buAutoNum type="arabicPeriod"/>
            </a:pPr>
            <a:r>
              <a:rPr lang="vi-VN" sz="1600" dirty="0">
                <a:solidFill>
                  <a:srgbClr val="00477F"/>
                </a:solidFill>
                <a:latin typeface="Averta Std CY" panose="00000500000000000000" pitchFamily="50" charset="0"/>
              </a:rPr>
              <a:t>Gộp lại thành L' + pivot + R' (mảng đã sắp xếp)</a:t>
            </a:r>
          </a:p>
        </p:txBody>
      </p:sp>
      <p:sp>
        <p:nvSpPr>
          <p:cNvPr id="3" name="Rectangle: Rounded Corners 2">
            <a:extLst>
              <a:ext uri="{FF2B5EF4-FFF2-40B4-BE49-F238E27FC236}">
                <a16:creationId xmlns:a16="http://schemas.microsoft.com/office/drawing/2014/main" id="{D3E623A2-62DB-6E2C-7BB0-F2EFF2889D22}"/>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verta CY Semibold" panose="00000700000000000000" pitchFamily="50" charset="0"/>
              </a:rPr>
              <a:t>QUICKSORT </a:t>
            </a:r>
            <a:r>
              <a:rPr lang="vi-VN" dirty="0">
                <a:latin typeface="Averta CY Semibold" panose="00000700000000000000" pitchFamily="50" charset="0"/>
              </a:rPr>
              <a:t>TUẦN TỰ</a:t>
            </a:r>
            <a:endParaRPr lang="en-US" dirty="0">
              <a:latin typeface="Averta CY Semibold" panose="00000700000000000000" pitchFamily="50" charset="0"/>
            </a:endParaRPr>
          </a:p>
        </p:txBody>
      </p:sp>
      <p:pic>
        <p:nvPicPr>
          <p:cNvPr id="8" name="Picture 7">
            <a:extLst>
              <a:ext uri="{FF2B5EF4-FFF2-40B4-BE49-F238E27FC236}">
                <a16:creationId xmlns:a16="http://schemas.microsoft.com/office/drawing/2014/main" id="{46F6DD5D-B5AA-CDE1-D480-E25F2B0DA42B}"/>
              </a:ext>
            </a:extLst>
          </p:cNvPr>
          <p:cNvPicPr>
            <a:picLocks noChangeAspect="1"/>
          </p:cNvPicPr>
          <p:nvPr/>
        </p:nvPicPr>
        <p:blipFill>
          <a:blip r:embed="rId3"/>
          <a:stretch>
            <a:fillRect/>
          </a:stretch>
        </p:blipFill>
        <p:spPr>
          <a:xfrm>
            <a:off x="5558589" y="2175999"/>
            <a:ext cx="6130116" cy="3360528"/>
          </a:xfrm>
          <a:prstGeom prst="rect">
            <a:avLst/>
          </a:prstGeom>
        </p:spPr>
      </p:pic>
    </p:spTree>
    <p:extLst>
      <p:ext uri="{BB962C8B-B14F-4D97-AF65-F5344CB8AC3E}">
        <p14:creationId xmlns:p14="http://schemas.microsoft.com/office/powerpoint/2010/main" val="4274623059"/>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35BB3-6D2A-18B9-3594-0E7D26ACB95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715BA18-1051-F33C-20E5-9DDA014CF4B6}"/>
              </a:ext>
            </a:extLst>
          </p:cNvPr>
          <p:cNvSpPr txBox="1"/>
          <p:nvPr/>
        </p:nvSpPr>
        <p:spPr>
          <a:xfrm>
            <a:off x="2390229" y="2079746"/>
            <a:ext cx="184731" cy="458331"/>
          </a:xfrm>
          <a:prstGeom prst="rect">
            <a:avLst/>
          </a:prstGeom>
          <a:noFill/>
        </p:spPr>
        <p:txBody>
          <a:bodyPr wrap="none" rtlCol="0">
            <a:spAutoFit/>
          </a:bodyPr>
          <a:lstStyle/>
          <a:p>
            <a:pPr algn="just">
              <a:lnSpc>
                <a:spcPct val="150000"/>
              </a:lnSpc>
            </a:pPr>
            <a:endParaRPr lang="en-US" dirty="0">
              <a:latin typeface="Averta CY" panose="00000500000000000000" pitchFamily="50" charset="0"/>
            </a:endParaRPr>
          </a:p>
        </p:txBody>
      </p:sp>
      <p:sp>
        <p:nvSpPr>
          <p:cNvPr id="4" name="TextBox 3">
            <a:extLst>
              <a:ext uri="{FF2B5EF4-FFF2-40B4-BE49-F238E27FC236}">
                <a16:creationId xmlns:a16="http://schemas.microsoft.com/office/drawing/2014/main" id="{BBBED001-1425-B749-F129-1DB506ED9E0C}"/>
              </a:ext>
            </a:extLst>
          </p:cNvPr>
          <p:cNvSpPr txBox="1"/>
          <p:nvPr/>
        </p:nvSpPr>
        <p:spPr>
          <a:xfrm>
            <a:off x="521381" y="2079746"/>
            <a:ext cx="9753587" cy="411099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Khi chia mảng thành L và R, sử dụng hai luồng khác nhau để sắp xếp đồng thời hai nửa này.</a:t>
            </a:r>
          </a:p>
          <a:p>
            <a:pPr marL="342900" indent="-34290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Nếu số phần tử ≤ N_thresh, chạy Quicksort tuần tự.</a:t>
            </a:r>
          </a:p>
          <a:p>
            <a:pPr marL="342900" indent="-34290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Nếu số phần tử lớn, tạo luồng mới để xử lý từng phần.</a:t>
            </a:r>
          </a:p>
          <a:p>
            <a:pPr algn="just">
              <a:lnSpc>
                <a:spcPct val="150000"/>
              </a:lnSpc>
            </a:pPr>
            <a:r>
              <a:rPr lang="vi-VN" sz="1600" dirty="0">
                <a:solidFill>
                  <a:srgbClr val="00477F"/>
                </a:solidFill>
                <a:latin typeface="+mj-lt"/>
              </a:rPr>
              <a:t>Các bước thực hiện:</a:t>
            </a:r>
          </a:p>
          <a:p>
            <a:pPr marL="800100" lvl="1" indent="-342900" algn="just">
              <a:lnSpc>
                <a:spcPct val="150000"/>
              </a:lnSpc>
              <a:buFont typeface="+mj-lt"/>
              <a:buAutoNum type="arabicPeriod"/>
            </a:pPr>
            <a:r>
              <a:rPr lang="vi-VN" sz="1600" dirty="0">
                <a:solidFill>
                  <a:srgbClr val="00477F"/>
                </a:solidFill>
                <a:latin typeface="Averta Std CY" panose="00000500000000000000" pitchFamily="50" charset="0"/>
              </a:rPr>
              <a:t>Chọn pivot.</a:t>
            </a:r>
          </a:p>
          <a:p>
            <a:pPr marL="800100" lvl="1" indent="-342900" algn="just">
              <a:lnSpc>
                <a:spcPct val="150000"/>
              </a:lnSpc>
              <a:buFont typeface="+mj-lt"/>
              <a:buAutoNum type="arabicPeriod"/>
            </a:pPr>
            <a:r>
              <a:rPr lang="vi-VN" sz="1600" dirty="0">
                <a:solidFill>
                  <a:srgbClr val="00477F"/>
                </a:solidFill>
                <a:latin typeface="Averta Std CY" panose="00000500000000000000" pitchFamily="50" charset="0"/>
              </a:rPr>
              <a:t>Phân chia mảng thành L và R.</a:t>
            </a:r>
          </a:p>
          <a:p>
            <a:pPr marL="800100" lvl="1" indent="-342900" algn="just">
              <a:lnSpc>
                <a:spcPct val="150000"/>
              </a:lnSpc>
              <a:buFont typeface="+mj-lt"/>
              <a:buAutoNum type="arabicPeriod"/>
            </a:pPr>
            <a:r>
              <a:rPr lang="vi-VN" sz="1600" dirty="0">
                <a:solidFill>
                  <a:srgbClr val="00477F"/>
                </a:solidFill>
                <a:latin typeface="Averta Std CY" panose="00000500000000000000" pitchFamily="50" charset="0"/>
              </a:rPr>
              <a:t>Tạo hai luồng (threads): </a:t>
            </a:r>
          </a:p>
          <a:p>
            <a:pPr marL="1257300" lvl="2" indent="-34290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Một luồng xử lý L, </a:t>
            </a:r>
          </a:p>
          <a:p>
            <a:pPr marL="1257300" lvl="2" indent="-342900" algn="just">
              <a:lnSpc>
                <a:spcPct val="150000"/>
              </a:lnSpc>
              <a:buFont typeface="Arial" panose="020B0604020202020204" pitchFamily="34" charset="0"/>
              <a:buChar char="•"/>
            </a:pPr>
            <a:r>
              <a:rPr lang="vi-VN" sz="1600" dirty="0">
                <a:solidFill>
                  <a:srgbClr val="00477F"/>
                </a:solidFill>
                <a:latin typeface="Averta Std CY" panose="00000500000000000000" pitchFamily="50" charset="0"/>
              </a:rPr>
              <a:t>Một luồng xử lý R.</a:t>
            </a:r>
          </a:p>
          <a:p>
            <a:pPr marL="800100" lvl="1" indent="-342900" algn="just">
              <a:lnSpc>
                <a:spcPct val="150000"/>
              </a:lnSpc>
              <a:buFont typeface="+mj-lt"/>
              <a:buAutoNum type="arabicPeriod"/>
            </a:pPr>
            <a:r>
              <a:rPr lang="vi-VN" sz="1600" dirty="0">
                <a:solidFill>
                  <a:srgbClr val="00477F"/>
                </a:solidFill>
                <a:latin typeface="Averta Std CY" panose="00000500000000000000" pitchFamily="50" charset="0"/>
              </a:rPr>
              <a:t>Chờ (join) các luồng kết thúc.</a:t>
            </a:r>
          </a:p>
          <a:p>
            <a:pPr marL="800100" lvl="1" indent="-342900" algn="just">
              <a:lnSpc>
                <a:spcPct val="150000"/>
              </a:lnSpc>
              <a:buFont typeface="+mj-lt"/>
              <a:buAutoNum type="arabicPeriod"/>
            </a:pPr>
            <a:r>
              <a:rPr lang="vi-VN" sz="1600" dirty="0">
                <a:solidFill>
                  <a:srgbClr val="00477F"/>
                </a:solidFill>
                <a:latin typeface="Averta Std CY" panose="00000500000000000000" pitchFamily="50" charset="0"/>
              </a:rPr>
              <a:t>Gộp lại thành mảng đã sắp xếp.</a:t>
            </a:r>
          </a:p>
        </p:txBody>
      </p:sp>
      <p:sp>
        <p:nvSpPr>
          <p:cNvPr id="3" name="Rectangle: Rounded Corners 2">
            <a:extLst>
              <a:ext uri="{FF2B5EF4-FFF2-40B4-BE49-F238E27FC236}">
                <a16:creationId xmlns:a16="http://schemas.microsoft.com/office/drawing/2014/main" id="{6D530349-98C2-1636-89A5-5D93AA6E63CB}"/>
              </a:ext>
            </a:extLst>
          </p:cNvPr>
          <p:cNvSpPr/>
          <p:nvPr/>
        </p:nvSpPr>
        <p:spPr>
          <a:xfrm>
            <a:off x="521381" y="1417726"/>
            <a:ext cx="5037208" cy="662020"/>
          </a:xfrm>
          <a:prstGeom prst="roundRect">
            <a:avLst>
              <a:gd name="adj" fmla="val 50000"/>
            </a:avLst>
          </a:prstGeom>
          <a:solidFill>
            <a:srgbClr val="0263B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rta CY Semibold" panose="00000700000000000000" pitchFamily="50" charset="0"/>
              </a:rPr>
              <a:t>QUICKSORT </a:t>
            </a:r>
            <a:r>
              <a:rPr lang="vi-VN" dirty="0">
                <a:latin typeface="Averta CY Semibold" panose="00000700000000000000" pitchFamily="50" charset="0"/>
              </a:rPr>
              <a:t>SONG SONG</a:t>
            </a:r>
            <a:endParaRPr lang="en-US" dirty="0">
              <a:latin typeface="Averta CY Semibold" panose="00000700000000000000" pitchFamily="50" charset="0"/>
            </a:endParaRPr>
          </a:p>
        </p:txBody>
      </p:sp>
      <p:pic>
        <p:nvPicPr>
          <p:cNvPr id="14" name="Picture 13">
            <a:extLst>
              <a:ext uri="{FF2B5EF4-FFF2-40B4-BE49-F238E27FC236}">
                <a16:creationId xmlns:a16="http://schemas.microsoft.com/office/drawing/2014/main" id="{7DB62804-4712-7A93-457B-BF1E2C95CF53}"/>
              </a:ext>
            </a:extLst>
          </p:cNvPr>
          <p:cNvPicPr>
            <a:picLocks noChangeAspect="1"/>
          </p:cNvPicPr>
          <p:nvPr/>
        </p:nvPicPr>
        <p:blipFill>
          <a:blip r:embed="rId3"/>
          <a:stretch>
            <a:fillRect/>
          </a:stretch>
        </p:blipFill>
        <p:spPr>
          <a:xfrm>
            <a:off x="5183500" y="3649664"/>
            <a:ext cx="6487119" cy="1878308"/>
          </a:xfrm>
          <a:prstGeom prst="rect">
            <a:avLst/>
          </a:prstGeom>
        </p:spPr>
      </p:pic>
    </p:spTree>
    <p:extLst>
      <p:ext uri="{BB962C8B-B14F-4D97-AF65-F5344CB8AC3E}">
        <p14:creationId xmlns:p14="http://schemas.microsoft.com/office/powerpoint/2010/main" val="115912644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
      <a:majorFont>
        <a:latin typeface="Averta CY Bold"/>
        <a:ea typeface=""/>
        <a:cs typeface=""/>
      </a:majorFont>
      <a:minorFont>
        <a:latin typeface="Averta CY Th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5381</TotalTime>
  <Words>1231</Words>
  <Application>Microsoft Office PowerPoint</Application>
  <PresentationFormat>Widescreen</PresentationFormat>
  <Paragraphs>127</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Averta CY</vt:lpstr>
      <vt:lpstr>Averta CY Bold</vt:lpstr>
      <vt:lpstr>Aptos</vt:lpstr>
      <vt:lpstr>Averta Std CY</vt:lpstr>
      <vt:lpstr>Averta CY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Đình</dc:creator>
  <cp:lastModifiedBy>Minh Đình</cp:lastModifiedBy>
  <cp:revision>40</cp:revision>
  <dcterms:created xsi:type="dcterms:W3CDTF">2024-05-21T15:04:40Z</dcterms:created>
  <dcterms:modified xsi:type="dcterms:W3CDTF">2025-03-24T02:41:15Z</dcterms:modified>
</cp:coreProperties>
</file>