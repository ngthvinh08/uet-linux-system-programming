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8"/>
  </p:notesMasterIdLst>
  <p:handoutMasterIdLst>
    <p:handoutMasterId r:id="rId29"/>
  </p:handoutMasterIdLst>
  <p:sldIdLst>
    <p:sldId id="256" r:id="rId2"/>
    <p:sldId id="340" r:id="rId3"/>
    <p:sldId id="341" r:id="rId4"/>
    <p:sldId id="342" r:id="rId5"/>
    <p:sldId id="336" r:id="rId6"/>
    <p:sldId id="343" r:id="rId7"/>
    <p:sldId id="344" r:id="rId8"/>
    <p:sldId id="346" r:id="rId9"/>
    <p:sldId id="345" r:id="rId10"/>
    <p:sldId id="347" r:id="rId11"/>
    <p:sldId id="337" r:id="rId12"/>
    <p:sldId id="338" r:id="rId13"/>
    <p:sldId id="339" r:id="rId14"/>
    <p:sldId id="349" r:id="rId15"/>
    <p:sldId id="348" r:id="rId16"/>
    <p:sldId id="352" r:id="rId17"/>
    <p:sldId id="353" r:id="rId18"/>
    <p:sldId id="350" r:id="rId19"/>
    <p:sldId id="351" r:id="rId20"/>
    <p:sldId id="355" r:id="rId21"/>
    <p:sldId id="357" r:id="rId22"/>
    <p:sldId id="358" r:id="rId23"/>
    <p:sldId id="360" r:id="rId24"/>
    <p:sldId id="359" r:id="rId25"/>
    <p:sldId id="361" r:id="rId26"/>
    <p:sldId id="354" r:id="rId27"/>
  </p:sldIdLst>
  <p:sldSz cx="12192000" cy="6858000"/>
  <p:notesSz cx="6858000" cy="9144000"/>
  <p:embeddedFontLst>
    <p:embeddedFont>
      <p:font typeface="Averta CY" panose="00000500000000000000" pitchFamily="50" charset="0"/>
      <p:regular r:id="rId30"/>
      <p:italic r:id="rId31"/>
    </p:embeddedFont>
    <p:embeddedFont>
      <p:font typeface="Averta CY Bold" panose="00000800000000000000" pitchFamily="50" charset="0"/>
      <p:bold r:id="rId32"/>
      <p:boldItalic r:id="rId33"/>
    </p:embeddedFont>
    <p:embeddedFont>
      <p:font typeface="Averta CY Semibold" panose="00000700000000000000" pitchFamily="50" charset="0"/>
      <p:bold r:id="rId34"/>
      <p:boldItalic r:id="rId35"/>
    </p:embeddedFont>
    <p:embeddedFont>
      <p:font typeface="Averta Std CY" panose="00000500000000000000" pitchFamily="50" charset="0"/>
      <p:regular r:id="rId36"/>
      <p:italic r:id="rId37"/>
    </p:embeddedFont>
    <p:embeddedFont>
      <p:font typeface="Averta Std CY Extrabold" panose="00000900000000000000" pitchFamily="50" charset="0"/>
      <p:bold r:id="rId38"/>
      <p:boldItalic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77F"/>
    <a:srgbClr val="FFFFFF"/>
    <a:srgbClr val="0263B9"/>
    <a:srgbClr val="E9E9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EACA05-72C4-4750-83F6-FB9970E0A79D}" v="274" dt="2025-02-16T17:44:36.3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5033" autoAdjust="0"/>
  </p:normalViewPr>
  <p:slideViewPr>
    <p:cSldViewPr snapToGrid="0">
      <p:cViewPr>
        <p:scale>
          <a:sx n="80" d="100"/>
          <a:sy n="80" d="100"/>
        </p:scale>
        <p:origin x="773" y="48"/>
      </p:cViewPr>
      <p:guideLst/>
    </p:cSldViewPr>
  </p:slideViewPr>
  <p:notesTextViewPr>
    <p:cViewPr>
      <p:scale>
        <a:sx n="1" d="1"/>
        <a:sy n="1" d="1"/>
      </p:scale>
      <p:origin x="0" y="0"/>
    </p:cViewPr>
  </p:notesTextViewPr>
  <p:notesViewPr>
    <p:cSldViewPr snapToGrid="0">
      <p:cViewPr varScale="1">
        <p:scale>
          <a:sx n="59" d="100"/>
          <a:sy n="59" d="100"/>
        </p:scale>
        <p:origin x="3298" y="8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 Đình" userId="836bd1e508d52677" providerId="LiveId" clId="{D3FC1DAC-9DAF-4E26-9BCF-C473F919E407}"/>
    <pc:docChg chg="undo custSel addSld delSld modSld modMainMaster">
      <pc:chgData name="Minh Đình" userId="836bd1e508d52677" providerId="LiveId" clId="{D3FC1DAC-9DAF-4E26-9BCF-C473F919E407}" dt="2024-09-05T17:07:08.260" v="3450" actId="1076"/>
      <pc:docMkLst>
        <pc:docMk/>
      </pc:docMkLst>
      <pc:sldChg chg="modSp mod">
        <pc:chgData name="Minh Đình" userId="836bd1e508d52677" providerId="LiveId" clId="{D3FC1DAC-9DAF-4E26-9BCF-C473F919E407}" dt="2024-09-05T16:25:31.464" v="284" actId="20577"/>
        <pc:sldMkLst>
          <pc:docMk/>
          <pc:sldMk cId="345753689" sldId="256"/>
        </pc:sldMkLst>
      </pc:sldChg>
      <pc:sldChg chg="delSp modSp mod">
        <pc:chgData name="Minh Đình" userId="836bd1e508d52677" providerId="LiveId" clId="{D3FC1DAC-9DAF-4E26-9BCF-C473F919E407}" dt="2024-09-05T16:27:44.774" v="593"/>
        <pc:sldMkLst>
          <pc:docMk/>
          <pc:sldMk cId="3911317014" sldId="257"/>
        </pc:sldMkLst>
      </pc:sldChg>
      <pc:sldChg chg="del">
        <pc:chgData name="Minh Đình" userId="836bd1e508d52677" providerId="LiveId" clId="{D3FC1DAC-9DAF-4E26-9BCF-C473F919E407}" dt="2024-09-05T16:27:48.246" v="594" actId="47"/>
        <pc:sldMkLst>
          <pc:docMk/>
          <pc:sldMk cId="1722033778" sldId="258"/>
        </pc:sldMkLst>
      </pc:sldChg>
      <pc:sldChg chg="addSp delSp modSp mod">
        <pc:chgData name="Minh Đình" userId="836bd1e508d52677" providerId="LiveId" clId="{D3FC1DAC-9DAF-4E26-9BCF-C473F919E407}" dt="2024-09-05T16:36:57.787" v="1414" actId="1076"/>
        <pc:sldMkLst>
          <pc:docMk/>
          <pc:sldMk cId="4007310481" sldId="259"/>
        </pc:sldMkLst>
      </pc:sldChg>
      <pc:sldChg chg="delSp del">
        <pc:chgData name="Minh Đình" userId="836bd1e508d52677" providerId="LiveId" clId="{D3FC1DAC-9DAF-4E26-9BCF-C473F919E407}" dt="2024-09-05T16:38:32.191" v="1446" actId="47"/>
        <pc:sldMkLst>
          <pc:docMk/>
          <pc:sldMk cId="2912988929" sldId="260"/>
        </pc:sldMkLst>
      </pc:sldChg>
      <pc:sldChg chg="del">
        <pc:chgData name="Minh Đình" userId="836bd1e508d52677" providerId="LiveId" clId="{D3FC1DAC-9DAF-4E26-9BCF-C473F919E407}" dt="2024-09-05T16:38:18.961" v="1417" actId="47"/>
        <pc:sldMkLst>
          <pc:docMk/>
          <pc:sldMk cId="610353939" sldId="261"/>
        </pc:sldMkLst>
      </pc:sldChg>
      <pc:sldChg chg="del">
        <pc:chgData name="Minh Đình" userId="836bd1e508d52677" providerId="LiveId" clId="{D3FC1DAC-9DAF-4E26-9BCF-C473F919E407}" dt="2024-09-05T16:37:45.914" v="1416" actId="47"/>
        <pc:sldMkLst>
          <pc:docMk/>
          <pc:sldMk cId="1967633584" sldId="262"/>
        </pc:sldMkLst>
      </pc:sldChg>
      <pc:sldChg chg="del">
        <pc:chgData name="Minh Đình" userId="836bd1e508d52677" providerId="LiveId" clId="{D3FC1DAC-9DAF-4E26-9BCF-C473F919E407}" dt="2024-09-05T16:38:19.173" v="1418" actId="47"/>
        <pc:sldMkLst>
          <pc:docMk/>
          <pc:sldMk cId="3904948485" sldId="263"/>
        </pc:sldMkLst>
      </pc:sldChg>
      <pc:sldChg chg="del">
        <pc:chgData name="Minh Đình" userId="836bd1e508d52677" providerId="LiveId" clId="{D3FC1DAC-9DAF-4E26-9BCF-C473F919E407}" dt="2024-09-05T16:38:19.558" v="1419" actId="47"/>
        <pc:sldMkLst>
          <pc:docMk/>
          <pc:sldMk cId="3404263136" sldId="264"/>
        </pc:sldMkLst>
      </pc:sldChg>
      <pc:sldChg chg="del">
        <pc:chgData name="Minh Đình" userId="836bd1e508d52677" providerId="LiveId" clId="{D3FC1DAC-9DAF-4E26-9BCF-C473F919E407}" dt="2024-09-05T16:38:19.747" v="1420" actId="47"/>
        <pc:sldMkLst>
          <pc:docMk/>
          <pc:sldMk cId="3766027718" sldId="265"/>
        </pc:sldMkLst>
      </pc:sldChg>
      <pc:sldChg chg="del">
        <pc:chgData name="Minh Đình" userId="836bd1e508d52677" providerId="LiveId" clId="{D3FC1DAC-9DAF-4E26-9BCF-C473F919E407}" dt="2024-09-05T16:38:19.986" v="1421" actId="47"/>
        <pc:sldMkLst>
          <pc:docMk/>
          <pc:sldMk cId="2748488782" sldId="266"/>
        </pc:sldMkLst>
      </pc:sldChg>
      <pc:sldChg chg="del">
        <pc:chgData name="Minh Đình" userId="836bd1e508d52677" providerId="LiveId" clId="{D3FC1DAC-9DAF-4E26-9BCF-C473F919E407}" dt="2024-09-05T16:38:20.050" v="1422" actId="47"/>
        <pc:sldMkLst>
          <pc:docMk/>
          <pc:sldMk cId="22823622" sldId="267"/>
        </pc:sldMkLst>
      </pc:sldChg>
      <pc:sldChg chg="del">
        <pc:chgData name="Minh Đình" userId="836bd1e508d52677" providerId="LiveId" clId="{D3FC1DAC-9DAF-4E26-9BCF-C473F919E407}" dt="2024-09-05T16:38:20.264" v="1423" actId="47"/>
        <pc:sldMkLst>
          <pc:docMk/>
          <pc:sldMk cId="767395912" sldId="268"/>
        </pc:sldMkLst>
      </pc:sldChg>
      <pc:sldChg chg="del">
        <pc:chgData name="Minh Đình" userId="836bd1e508d52677" providerId="LiveId" clId="{D3FC1DAC-9DAF-4E26-9BCF-C473F919E407}" dt="2024-09-05T16:38:20.331" v="1424" actId="47"/>
        <pc:sldMkLst>
          <pc:docMk/>
          <pc:sldMk cId="974486449" sldId="269"/>
        </pc:sldMkLst>
      </pc:sldChg>
      <pc:sldChg chg="del">
        <pc:chgData name="Minh Đình" userId="836bd1e508d52677" providerId="LiveId" clId="{D3FC1DAC-9DAF-4E26-9BCF-C473F919E407}" dt="2024-09-05T16:38:20.550" v="1425" actId="47"/>
        <pc:sldMkLst>
          <pc:docMk/>
          <pc:sldMk cId="1691653636" sldId="270"/>
        </pc:sldMkLst>
      </pc:sldChg>
      <pc:sldChg chg="del">
        <pc:chgData name="Minh Đình" userId="836bd1e508d52677" providerId="LiveId" clId="{D3FC1DAC-9DAF-4E26-9BCF-C473F919E407}" dt="2024-09-05T16:38:20.809" v="1427" actId="47"/>
        <pc:sldMkLst>
          <pc:docMk/>
          <pc:sldMk cId="811246154" sldId="271"/>
        </pc:sldMkLst>
      </pc:sldChg>
      <pc:sldChg chg="del">
        <pc:chgData name="Minh Đình" userId="836bd1e508d52677" providerId="LiveId" clId="{D3FC1DAC-9DAF-4E26-9BCF-C473F919E407}" dt="2024-09-05T16:38:22.072" v="1433" actId="47"/>
        <pc:sldMkLst>
          <pc:docMk/>
          <pc:sldMk cId="284976611" sldId="272"/>
        </pc:sldMkLst>
      </pc:sldChg>
      <pc:sldChg chg="del">
        <pc:chgData name="Minh Đình" userId="836bd1e508d52677" providerId="LiveId" clId="{D3FC1DAC-9DAF-4E26-9BCF-C473F919E407}" dt="2024-09-05T16:38:20.625" v="1426" actId="47"/>
        <pc:sldMkLst>
          <pc:docMk/>
          <pc:sldMk cId="2796873521" sldId="273"/>
        </pc:sldMkLst>
      </pc:sldChg>
      <pc:sldChg chg="del">
        <pc:chgData name="Minh Đình" userId="836bd1e508d52677" providerId="LiveId" clId="{D3FC1DAC-9DAF-4E26-9BCF-C473F919E407}" dt="2024-09-05T16:38:21.596" v="1430" actId="47"/>
        <pc:sldMkLst>
          <pc:docMk/>
          <pc:sldMk cId="3370097097" sldId="274"/>
        </pc:sldMkLst>
      </pc:sldChg>
      <pc:sldChg chg="del">
        <pc:chgData name="Minh Đình" userId="836bd1e508d52677" providerId="LiveId" clId="{D3FC1DAC-9DAF-4E26-9BCF-C473F919E407}" dt="2024-09-05T16:38:21.174" v="1428" actId="47"/>
        <pc:sldMkLst>
          <pc:docMk/>
          <pc:sldMk cId="1740062919" sldId="275"/>
        </pc:sldMkLst>
      </pc:sldChg>
      <pc:sldChg chg="del">
        <pc:chgData name="Minh Đình" userId="836bd1e508d52677" providerId="LiveId" clId="{D3FC1DAC-9DAF-4E26-9BCF-C473F919E407}" dt="2024-09-05T16:38:21.704" v="1431" actId="47"/>
        <pc:sldMkLst>
          <pc:docMk/>
          <pc:sldMk cId="3071658624" sldId="276"/>
        </pc:sldMkLst>
      </pc:sldChg>
      <pc:sldChg chg="del">
        <pc:chgData name="Minh Đình" userId="836bd1e508d52677" providerId="LiveId" clId="{D3FC1DAC-9DAF-4E26-9BCF-C473F919E407}" dt="2024-09-05T16:38:22.230" v="1434" actId="47"/>
        <pc:sldMkLst>
          <pc:docMk/>
          <pc:sldMk cId="238947915" sldId="277"/>
        </pc:sldMkLst>
      </pc:sldChg>
      <pc:sldChg chg="del">
        <pc:chgData name="Minh Đình" userId="836bd1e508d52677" providerId="LiveId" clId="{D3FC1DAC-9DAF-4E26-9BCF-C473F919E407}" dt="2024-09-05T16:38:22.428" v="1435" actId="47"/>
        <pc:sldMkLst>
          <pc:docMk/>
          <pc:sldMk cId="1140129264" sldId="278"/>
        </pc:sldMkLst>
      </pc:sldChg>
      <pc:sldChg chg="del">
        <pc:chgData name="Minh Đình" userId="836bd1e508d52677" providerId="LiveId" clId="{D3FC1DAC-9DAF-4E26-9BCF-C473F919E407}" dt="2024-09-05T16:38:23.229" v="1438" actId="47"/>
        <pc:sldMkLst>
          <pc:docMk/>
          <pc:sldMk cId="3771279957" sldId="279"/>
        </pc:sldMkLst>
      </pc:sldChg>
      <pc:sldChg chg="del">
        <pc:chgData name="Minh Đình" userId="836bd1e508d52677" providerId="LiveId" clId="{D3FC1DAC-9DAF-4E26-9BCF-C473F919E407}" dt="2024-09-05T16:38:23.377" v="1439" actId="47"/>
        <pc:sldMkLst>
          <pc:docMk/>
          <pc:sldMk cId="3861452339" sldId="280"/>
        </pc:sldMkLst>
      </pc:sldChg>
      <pc:sldChg chg="del">
        <pc:chgData name="Minh Đình" userId="836bd1e508d52677" providerId="LiveId" clId="{D3FC1DAC-9DAF-4E26-9BCF-C473F919E407}" dt="2024-09-05T16:38:23.562" v="1440" actId="47"/>
        <pc:sldMkLst>
          <pc:docMk/>
          <pc:sldMk cId="950941139" sldId="281"/>
        </pc:sldMkLst>
      </pc:sldChg>
      <pc:sldChg chg="del">
        <pc:chgData name="Minh Đình" userId="836bd1e508d52677" providerId="LiveId" clId="{D3FC1DAC-9DAF-4E26-9BCF-C473F919E407}" dt="2024-09-05T16:38:22.865" v="1436" actId="47"/>
        <pc:sldMkLst>
          <pc:docMk/>
          <pc:sldMk cId="2967780640" sldId="282"/>
        </pc:sldMkLst>
      </pc:sldChg>
      <pc:sldChg chg="del">
        <pc:chgData name="Minh Đình" userId="836bd1e508d52677" providerId="LiveId" clId="{D3FC1DAC-9DAF-4E26-9BCF-C473F919E407}" dt="2024-09-05T16:38:23.747" v="1441" actId="47"/>
        <pc:sldMkLst>
          <pc:docMk/>
          <pc:sldMk cId="616751478" sldId="283"/>
        </pc:sldMkLst>
      </pc:sldChg>
      <pc:sldChg chg="del">
        <pc:chgData name="Minh Đình" userId="836bd1e508d52677" providerId="LiveId" clId="{D3FC1DAC-9DAF-4E26-9BCF-C473F919E407}" dt="2024-09-05T16:38:21.559" v="1429" actId="47"/>
        <pc:sldMkLst>
          <pc:docMk/>
          <pc:sldMk cId="198803338" sldId="284"/>
        </pc:sldMkLst>
      </pc:sldChg>
      <pc:sldChg chg="del">
        <pc:chgData name="Minh Đình" userId="836bd1e508d52677" providerId="LiveId" clId="{D3FC1DAC-9DAF-4E26-9BCF-C473F919E407}" dt="2024-09-05T16:38:21.970" v="1432" actId="47"/>
        <pc:sldMkLst>
          <pc:docMk/>
          <pc:sldMk cId="3779123254" sldId="285"/>
        </pc:sldMkLst>
      </pc:sldChg>
      <pc:sldChg chg="del">
        <pc:chgData name="Minh Đình" userId="836bd1e508d52677" providerId="LiveId" clId="{D3FC1DAC-9DAF-4E26-9BCF-C473F919E407}" dt="2024-09-05T16:38:23.028" v="1437" actId="47"/>
        <pc:sldMkLst>
          <pc:docMk/>
          <pc:sldMk cId="3722698626" sldId="286"/>
        </pc:sldMkLst>
      </pc:sldChg>
      <pc:sldChg chg="del">
        <pc:chgData name="Minh Đình" userId="836bd1e508d52677" providerId="LiveId" clId="{D3FC1DAC-9DAF-4E26-9BCF-C473F919E407}" dt="2024-09-05T16:38:24.699" v="1443" actId="47"/>
        <pc:sldMkLst>
          <pc:docMk/>
          <pc:sldMk cId="2053841181" sldId="287"/>
        </pc:sldMkLst>
      </pc:sldChg>
      <pc:sldChg chg="del">
        <pc:chgData name="Minh Đình" userId="836bd1e508d52677" providerId="LiveId" clId="{D3FC1DAC-9DAF-4E26-9BCF-C473F919E407}" dt="2024-09-05T16:38:25.376" v="1444" actId="47"/>
        <pc:sldMkLst>
          <pc:docMk/>
          <pc:sldMk cId="1045413417" sldId="288"/>
        </pc:sldMkLst>
      </pc:sldChg>
      <pc:sldChg chg="del">
        <pc:chgData name="Minh Đình" userId="836bd1e508d52677" providerId="LiveId" clId="{D3FC1DAC-9DAF-4E26-9BCF-C473F919E407}" dt="2024-09-05T16:38:24.451" v="1442" actId="47"/>
        <pc:sldMkLst>
          <pc:docMk/>
          <pc:sldMk cId="812647908" sldId="289"/>
        </pc:sldMkLst>
      </pc:sldChg>
      <pc:sldChg chg="addSp delSp modSp add mod">
        <pc:chgData name="Minh Đình" userId="836bd1e508d52677" providerId="LiveId" clId="{D3FC1DAC-9DAF-4E26-9BCF-C473F919E407}" dt="2024-09-05T17:04:07.363" v="3425" actId="1076"/>
        <pc:sldMkLst>
          <pc:docMk/>
          <pc:sldMk cId="2362030471" sldId="291"/>
        </pc:sldMkLst>
      </pc:sldChg>
      <pc:sldChg chg="addSp delSp modSp add mod">
        <pc:chgData name="Minh Đình" userId="836bd1e508d52677" providerId="LiveId" clId="{D3FC1DAC-9DAF-4E26-9BCF-C473F919E407}" dt="2024-09-05T17:07:08.260" v="3450" actId="1076"/>
        <pc:sldMkLst>
          <pc:docMk/>
          <pc:sldMk cId="2846738660" sldId="292"/>
        </pc:sldMkLst>
      </pc:sldChg>
      <pc:sldChg chg="addSp delSp modSp add mod">
        <pc:chgData name="Minh Đình" userId="836bd1e508d52677" providerId="LiveId" clId="{D3FC1DAC-9DAF-4E26-9BCF-C473F919E407}" dt="2024-09-05T17:00:32.541" v="3416" actId="1036"/>
        <pc:sldMkLst>
          <pc:docMk/>
          <pc:sldMk cId="3319919972" sldId="293"/>
        </pc:sldMkLst>
      </pc:sldChg>
      <pc:sldMasterChg chg="delSp modSp mod">
        <pc:chgData name="Minh Đình" userId="836bd1e508d52677" providerId="LiveId" clId="{D3FC1DAC-9DAF-4E26-9BCF-C473F919E407}" dt="2024-09-05T16:22:52.562" v="173" actId="20577"/>
        <pc:sldMasterMkLst>
          <pc:docMk/>
          <pc:sldMasterMk cId="901545815" sldId="2147483648"/>
        </pc:sldMasterMkLst>
      </pc:sldMasterChg>
    </pc:docChg>
  </pc:docChgLst>
  <pc:docChgLst>
    <pc:chgData name="Minh Đình" userId="836bd1e508d52677" providerId="LiveId" clId="{4B00F065-1916-424D-8F4C-C1D87A604FC1}"/>
    <pc:docChg chg="undo custSel addSld delSld modSld modMainMaster">
      <pc:chgData name="Minh Đình" userId="836bd1e508d52677" providerId="LiveId" clId="{4B00F065-1916-424D-8F4C-C1D87A604FC1}" dt="2024-09-26T16:58:45.303" v="1710" actId="1076"/>
      <pc:docMkLst>
        <pc:docMk/>
      </pc:docMkLst>
      <pc:sldChg chg="addSp delSp modSp mod">
        <pc:chgData name="Minh Đình" userId="836bd1e508d52677" providerId="LiveId" clId="{4B00F065-1916-424D-8F4C-C1D87A604FC1}" dt="2024-09-26T14:36:18.295" v="352" actId="1076"/>
        <pc:sldMkLst>
          <pc:docMk/>
          <pc:sldMk cId="345753689" sldId="256"/>
        </pc:sldMkLst>
      </pc:sldChg>
      <pc:sldChg chg="del">
        <pc:chgData name="Minh Đình" userId="836bd1e508d52677" providerId="LiveId" clId="{4B00F065-1916-424D-8F4C-C1D87A604FC1}" dt="2024-09-26T14:24:23.032" v="215" actId="47"/>
        <pc:sldMkLst>
          <pc:docMk/>
          <pc:sldMk cId="3911317014" sldId="257"/>
        </pc:sldMkLst>
      </pc:sldChg>
      <pc:sldChg chg="addSp delSp modSp mod">
        <pc:chgData name="Minh Đình" userId="836bd1e508d52677" providerId="LiveId" clId="{4B00F065-1916-424D-8F4C-C1D87A604FC1}" dt="2024-09-26T14:58:24.092" v="508" actId="478"/>
        <pc:sldMkLst>
          <pc:docMk/>
          <pc:sldMk cId="4007310481" sldId="259"/>
        </pc:sldMkLst>
      </pc:sldChg>
      <pc:sldChg chg="addSp delSp modSp mod">
        <pc:chgData name="Minh Đình" userId="836bd1e508d52677" providerId="LiveId" clId="{4B00F065-1916-424D-8F4C-C1D87A604FC1}" dt="2024-09-26T16:29:45.856" v="1038" actId="1076"/>
        <pc:sldMkLst>
          <pc:docMk/>
          <pc:sldMk cId="2362030471" sldId="291"/>
        </pc:sldMkLst>
      </pc:sldChg>
      <pc:sldChg chg="del">
        <pc:chgData name="Minh Đình" userId="836bd1e508d52677" providerId="LiveId" clId="{4B00F065-1916-424D-8F4C-C1D87A604FC1}" dt="2024-09-26T16:28:43.768" v="962" actId="47"/>
        <pc:sldMkLst>
          <pc:docMk/>
          <pc:sldMk cId="2846738660" sldId="292"/>
        </pc:sldMkLst>
      </pc:sldChg>
      <pc:sldChg chg="del">
        <pc:chgData name="Minh Đình" userId="836bd1e508d52677" providerId="LiveId" clId="{4B00F065-1916-424D-8F4C-C1D87A604FC1}" dt="2024-09-26T16:28:45.028" v="963" actId="47"/>
        <pc:sldMkLst>
          <pc:docMk/>
          <pc:sldMk cId="3319919972" sldId="293"/>
        </pc:sldMkLst>
      </pc:sldChg>
      <pc:sldChg chg="addSp delSp modSp add mod">
        <pc:chgData name="Minh Đình" userId="836bd1e508d52677" providerId="LiveId" clId="{4B00F065-1916-424D-8F4C-C1D87A604FC1}" dt="2024-09-26T16:13:37.467" v="813" actId="1076"/>
        <pc:sldMkLst>
          <pc:docMk/>
          <pc:sldMk cId="1919586846" sldId="294"/>
        </pc:sldMkLst>
      </pc:sldChg>
      <pc:sldChg chg="addSp delSp modSp add mod">
        <pc:chgData name="Minh Đình" userId="836bd1e508d52677" providerId="LiveId" clId="{4B00F065-1916-424D-8F4C-C1D87A604FC1}" dt="2024-09-26T16:12:37.785" v="807" actId="1076"/>
        <pc:sldMkLst>
          <pc:docMk/>
          <pc:sldMk cId="3404705246" sldId="295"/>
        </pc:sldMkLst>
      </pc:sldChg>
      <pc:sldChg chg="addSp delSp modSp add mod">
        <pc:chgData name="Minh Đình" userId="836bd1e508d52677" providerId="LiveId" clId="{4B00F065-1916-424D-8F4C-C1D87A604FC1}" dt="2024-09-26T16:29:52.762" v="1040" actId="1076"/>
        <pc:sldMkLst>
          <pc:docMk/>
          <pc:sldMk cId="2664797403" sldId="296"/>
        </pc:sldMkLst>
      </pc:sldChg>
      <pc:sldChg chg="addSp delSp modSp add mod">
        <pc:chgData name="Minh Đình" userId="836bd1e508d52677" providerId="LiveId" clId="{4B00F065-1916-424D-8F4C-C1D87A604FC1}" dt="2024-09-26T16:31:20.360" v="1049" actId="1076"/>
        <pc:sldMkLst>
          <pc:docMk/>
          <pc:sldMk cId="4218536994" sldId="297"/>
        </pc:sldMkLst>
      </pc:sldChg>
      <pc:sldChg chg="addSp delSp modSp add mod">
        <pc:chgData name="Minh Đình" userId="836bd1e508d52677" providerId="LiveId" clId="{4B00F065-1916-424D-8F4C-C1D87A604FC1}" dt="2024-09-26T16:38:34.285" v="1205" actId="1076"/>
        <pc:sldMkLst>
          <pc:docMk/>
          <pc:sldMk cId="2452277117" sldId="298"/>
        </pc:sldMkLst>
      </pc:sldChg>
      <pc:sldChg chg="addSp delSp modSp add mod">
        <pc:chgData name="Minh Đình" userId="836bd1e508d52677" providerId="LiveId" clId="{4B00F065-1916-424D-8F4C-C1D87A604FC1}" dt="2024-09-26T16:48:37.980" v="1657"/>
        <pc:sldMkLst>
          <pc:docMk/>
          <pc:sldMk cId="2722962975" sldId="299"/>
        </pc:sldMkLst>
      </pc:sldChg>
      <pc:sldChg chg="addSp delSp modSp add mod">
        <pc:chgData name="Minh Đình" userId="836bd1e508d52677" providerId="LiveId" clId="{4B00F065-1916-424D-8F4C-C1D87A604FC1}" dt="2024-09-26T16:48:30.446" v="1656" actId="1076"/>
        <pc:sldMkLst>
          <pc:docMk/>
          <pc:sldMk cId="3017430305" sldId="300"/>
        </pc:sldMkLst>
      </pc:sldChg>
      <pc:sldChg chg="addSp delSp modSp add mod">
        <pc:chgData name="Minh Đình" userId="836bd1e508d52677" providerId="LiveId" clId="{4B00F065-1916-424D-8F4C-C1D87A604FC1}" dt="2024-09-26T16:58:45.303" v="1710" actId="1076"/>
        <pc:sldMkLst>
          <pc:docMk/>
          <pc:sldMk cId="2871641466" sldId="301"/>
        </pc:sldMkLst>
      </pc:sldChg>
      <pc:sldMasterChg chg="modSp mod">
        <pc:chgData name="Minh Đình" userId="836bd1e508d52677" providerId="LiveId" clId="{4B00F065-1916-424D-8F4C-C1D87A604FC1}" dt="2024-09-26T14:27:47.831" v="344" actId="1036"/>
        <pc:sldMasterMkLst>
          <pc:docMk/>
          <pc:sldMasterMk cId="901545815" sldId="2147483648"/>
        </pc:sldMasterMkLst>
      </pc:sldMasterChg>
    </pc:docChg>
  </pc:docChgLst>
  <pc:docChgLst>
    <pc:chgData name="Minh Đình" userId="836bd1e508d52677" providerId="LiveId" clId="{BC4FECA1-4CF7-4E9E-94CB-50ACBD82B91C}"/>
    <pc:docChg chg="undo custSel addSld delSld modSld sldOrd">
      <pc:chgData name="Minh Đình" userId="836bd1e508d52677" providerId="LiveId" clId="{BC4FECA1-4CF7-4E9E-94CB-50ACBD82B91C}" dt="2024-10-04T06:01:54.671" v="1637" actId="20577"/>
      <pc:docMkLst>
        <pc:docMk/>
      </pc:docMkLst>
      <pc:sldChg chg="addSp delSp modSp mod">
        <pc:chgData name="Minh Đình" userId="836bd1e508d52677" providerId="LiveId" clId="{BC4FECA1-4CF7-4E9E-94CB-50ACBD82B91C}" dt="2024-09-27T09:33:20.868" v="80" actId="1076"/>
        <pc:sldMkLst>
          <pc:docMk/>
          <pc:sldMk cId="345753689" sldId="256"/>
        </pc:sldMkLst>
      </pc:sldChg>
      <pc:sldChg chg="delSp del">
        <pc:chgData name="Minh Đình" userId="836bd1e508d52677" providerId="LiveId" clId="{BC4FECA1-4CF7-4E9E-94CB-50ACBD82B91C}" dt="2024-09-29T15:36:51.015" v="83" actId="47"/>
        <pc:sldMkLst>
          <pc:docMk/>
          <pc:sldMk cId="4007310481" sldId="259"/>
        </pc:sldMkLst>
      </pc:sldChg>
      <pc:sldChg chg="addSp delSp modSp mod">
        <pc:chgData name="Minh Đình" userId="836bd1e508d52677" providerId="LiveId" clId="{BC4FECA1-4CF7-4E9E-94CB-50ACBD82B91C}" dt="2024-10-03T08:43:25.729" v="1501" actId="1076"/>
        <pc:sldMkLst>
          <pc:docMk/>
          <pc:sldMk cId="2362030471" sldId="291"/>
        </pc:sldMkLst>
      </pc:sldChg>
      <pc:sldChg chg="del">
        <pc:chgData name="Minh Đình" userId="836bd1e508d52677" providerId="LiveId" clId="{BC4FECA1-4CF7-4E9E-94CB-50ACBD82B91C}" dt="2024-09-29T15:36:51.824" v="84" actId="47"/>
        <pc:sldMkLst>
          <pc:docMk/>
          <pc:sldMk cId="1919586846" sldId="294"/>
        </pc:sldMkLst>
      </pc:sldChg>
      <pc:sldChg chg="del">
        <pc:chgData name="Minh Đình" userId="836bd1e508d52677" providerId="LiveId" clId="{BC4FECA1-4CF7-4E9E-94CB-50ACBD82B91C}" dt="2024-09-29T15:36:52.711" v="85" actId="47"/>
        <pc:sldMkLst>
          <pc:docMk/>
          <pc:sldMk cId="3404705246" sldId="295"/>
        </pc:sldMkLst>
      </pc:sldChg>
      <pc:sldChg chg="del">
        <pc:chgData name="Minh Đình" userId="836bd1e508d52677" providerId="LiveId" clId="{BC4FECA1-4CF7-4E9E-94CB-50ACBD82B91C}" dt="2024-09-29T15:37:10.219" v="134" actId="47"/>
        <pc:sldMkLst>
          <pc:docMk/>
          <pc:sldMk cId="2664797403" sldId="296"/>
        </pc:sldMkLst>
      </pc:sldChg>
      <pc:sldChg chg="del">
        <pc:chgData name="Minh Đình" userId="836bd1e508d52677" providerId="LiveId" clId="{BC4FECA1-4CF7-4E9E-94CB-50ACBD82B91C}" dt="2024-09-29T15:37:11.013" v="135" actId="47"/>
        <pc:sldMkLst>
          <pc:docMk/>
          <pc:sldMk cId="4218536994" sldId="297"/>
        </pc:sldMkLst>
      </pc:sldChg>
      <pc:sldChg chg="del">
        <pc:chgData name="Minh Đình" userId="836bd1e508d52677" providerId="LiveId" clId="{BC4FECA1-4CF7-4E9E-94CB-50ACBD82B91C}" dt="2024-09-29T15:37:12.200" v="136" actId="47"/>
        <pc:sldMkLst>
          <pc:docMk/>
          <pc:sldMk cId="2452277117" sldId="298"/>
        </pc:sldMkLst>
      </pc:sldChg>
      <pc:sldChg chg="del">
        <pc:chgData name="Minh Đình" userId="836bd1e508d52677" providerId="LiveId" clId="{BC4FECA1-4CF7-4E9E-94CB-50ACBD82B91C}" dt="2024-09-29T15:37:13.047" v="137" actId="47"/>
        <pc:sldMkLst>
          <pc:docMk/>
          <pc:sldMk cId="2722962975" sldId="299"/>
        </pc:sldMkLst>
      </pc:sldChg>
      <pc:sldChg chg="modSp mod">
        <pc:chgData name="Minh Đình" userId="836bd1e508d52677" providerId="LiveId" clId="{BC4FECA1-4CF7-4E9E-94CB-50ACBD82B91C}" dt="2024-10-04T05:58:27.146" v="1503" actId="20577"/>
        <pc:sldMkLst>
          <pc:docMk/>
          <pc:sldMk cId="3017430305" sldId="300"/>
        </pc:sldMkLst>
      </pc:sldChg>
      <pc:sldChg chg="del">
        <pc:chgData name="Minh Đình" userId="836bd1e508d52677" providerId="LiveId" clId="{BC4FECA1-4CF7-4E9E-94CB-50ACBD82B91C}" dt="2024-09-29T17:12:28.381" v="1312" actId="47"/>
        <pc:sldMkLst>
          <pc:docMk/>
          <pc:sldMk cId="2871641466" sldId="301"/>
        </pc:sldMkLst>
      </pc:sldChg>
      <pc:sldChg chg="addSp delSp modSp add mod">
        <pc:chgData name="Minh Đình" userId="836bd1e508d52677" providerId="LiveId" clId="{BC4FECA1-4CF7-4E9E-94CB-50ACBD82B91C}" dt="2024-09-29T16:29:37.789" v="313" actId="1076"/>
        <pc:sldMkLst>
          <pc:docMk/>
          <pc:sldMk cId="2269098972" sldId="302"/>
        </pc:sldMkLst>
      </pc:sldChg>
      <pc:sldChg chg="addSp delSp modSp add mod">
        <pc:chgData name="Minh Đình" userId="836bd1e508d52677" providerId="LiveId" clId="{BC4FECA1-4CF7-4E9E-94CB-50ACBD82B91C}" dt="2024-09-29T16:43:10.376" v="496" actId="1076"/>
        <pc:sldMkLst>
          <pc:docMk/>
          <pc:sldMk cId="4244859296" sldId="303"/>
        </pc:sldMkLst>
      </pc:sldChg>
      <pc:sldChg chg="add ord">
        <pc:chgData name="Minh Đình" userId="836bd1e508d52677" providerId="LiveId" clId="{BC4FECA1-4CF7-4E9E-94CB-50ACBD82B91C}" dt="2024-09-29T16:43:34.509" v="498"/>
        <pc:sldMkLst>
          <pc:docMk/>
          <pc:sldMk cId="1643471160" sldId="304"/>
        </pc:sldMkLst>
      </pc:sldChg>
      <pc:sldChg chg="addSp delSp modSp add mod">
        <pc:chgData name="Minh Đình" userId="836bd1e508d52677" providerId="LiveId" clId="{BC4FECA1-4CF7-4E9E-94CB-50ACBD82B91C}" dt="2024-09-29T16:51:41.855" v="764"/>
        <pc:sldMkLst>
          <pc:docMk/>
          <pc:sldMk cId="2652992976" sldId="305"/>
        </pc:sldMkLst>
      </pc:sldChg>
      <pc:sldChg chg="addSp delSp modSp add mod">
        <pc:chgData name="Minh Đình" userId="836bd1e508d52677" providerId="LiveId" clId="{BC4FECA1-4CF7-4E9E-94CB-50ACBD82B91C}" dt="2024-09-29T17:02:24.285" v="1039" actId="1076"/>
        <pc:sldMkLst>
          <pc:docMk/>
          <pc:sldMk cId="3375108338" sldId="306"/>
        </pc:sldMkLst>
      </pc:sldChg>
      <pc:sldChg chg="addSp delSp modSp add mod ord">
        <pc:chgData name="Minh Đình" userId="836bd1e508d52677" providerId="LiveId" clId="{BC4FECA1-4CF7-4E9E-94CB-50ACBD82B91C}" dt="2024-09-29T16:57:53.115" v="949" actId="1076"/>
        <pc:sldMkLst>
          <pc:docMk/>
          <pc:sldMk cId="4273879889" sldId="307"/>
        </pc:sldMkLst>
      </pc:sldChg>
      <pc:sldChg chg="addSp delSp modSp add mod">
        <pc:chgData name="Minh Đình" userId="836bd1e508d52677" providerId="LiveId" clId="{BC4FECA1-4CF7-4E9E-94CB-50ACBD82B91C}" dt="2024-09-29T17:10:30.502" v="1089" actId="1076"/>
        <pc:sldMkLst>
          <pc:docMk/>
          <pc:sldMk cId="3345196546" sldId="308"/>
        </pc:sldMkLst>
      </pc:sldChg>
      <pc:sldChg chg="addSp delSp modSp add mod">
        <pc:chgData name="Minh Đình" userId="836bd1e508d52677" providerId="LiveId" clId="{BC4FECA1-4CF7-4E9E-94CB-50ACBD82B91C}" dt="2024-10-04T06:01:54.671" v="1637" actId="20577"/>
        <pc:sldMkLst>
          <pc:docMk/>
          <pc:sldMk cId="815565109" sldId="309"/>
        </pc:sldMkLst>
      </pc:sldChg>
    </pc:docChg>
  </pc:docChgLst>
  <pc:docChgLst>
    <pc:chgData name="Minh Đình" userId="836bd1e508d52677" providerId="LiveId" clId="{44F48946-21C2-4B6B-AC99-DCDD4198EFE6}"/>
    <pc:docChg chg="modMainMaster">
      <pc:chgData name="Minh Đình" userId="836bd1e508d52677" providerId="LiveId" clId="{44F48946-21C2-4B6B-AC99-DCDD4198EFE6}" dt="2024-12-16T04:30:28.964" v="0"/>
      <pc:docMkLst>
        <pc:docMk/>
      </pc:docMkLst>
      <pc:sldMasterChg chg="addSp modSp">
        <pc:chgData name="Minh Đình" userId="836bd1e508d52677" providerId="LiveId" clId="{44F48946-21C2-4B6B-AC99-DCDD4198EFE6}" dt="2024-12-16T04:30:28.964" v="0"/>
        <pc:sldMasterMkLst>
          <pc:docMk/>
          <pc:sldMasterMk cId="901545815" sldId="2147483648"/>
        </pc:sldMasterMkLst>
      </pc:sldMasterChg>
    </pc:docChg>
  </pc:docChgLst>
  <pc:docChgLst>
    <pc:chgData name="Minh Đình" userId="836bd1e508d52677" providerId="LiveId" clId="{E3EACA05-72C4-4750-83F6-FB9970E0A79D}"/>
    <pc:docChg chg="undo custSel addSld delSld modSld sldOrd modMainMaster">
      <pc:chgData name="Minh Đình" userId="836bd1e508d52677" providerId="LiveId" clId="{E3EACA05-72C4-4750-83F6-FB9970E0A79D}" dt="2025-02-16T17:44:45.682" v="6660" actId="1076"/>
      <pc:docMkLst>
        <pc:docMk/>
      </pc:docMkLst>
      <pc:sldChg chg="modSp mod">
        <pc:chgData name="Minh Đình" userId="836bd1e508d52677" providerId="LiveId" clId="{E3EACA05-72C4-4750-83F6-FB9970E0A79D}" dt="2025-02-16T13:40:03.220" v="161" actId="1076"/>
        <pc:sldMkLst>
          <pc:docMk/>
          <pc:sldMk cId="345753689" sldId="256"/>
        </pc:sldMkLst>
        <pc:spChg chg="mod">
          <ac:chgData name="Minh Đình" userId="836bd1e508d52677" providerId="LiveId" clId="{E3EACA05-72C4-4750-83F6-FB9970E0A79D}" dt="2025-02-16T13:40:03.220" v="161" actId="1076"/>
          <ac:spMkLst>
            <pc:docMk/>
            <pc:sldMk cId="345753689" sldId="256"/>
            <ac:spMk id="4" creationId="{DB3A15CA-E8F9-8934-82F2-7178AD31101E}"/>
          </ac:spMkLst>
        </pc:spChg>
        <pc:spChg chg="mod">
          <ac:chgData name="Minh Đình" userId="836bd1e508d52677" providerId="LiveId" clId="{E3EACA05-72C4-4750-83F6-FB9970E0A79D}" dt="2025-02-16T13:40:00.513" v="160" actId="1076"/>
          <ac:spMkLst>
            <pc:docMk/>
            <pc:sldMk cId="345753689" sldId="256"/>
            <ac:spMk id="5" creationId="{93CCB468-C979-1CDA-04DA-576C0643CB83}"/>
          </ac:spMkLst>
        </pc:spChg>
      </pc:sldChg>
      <pc:sldChg chg="del">
        <pc:chgData name="Minh Đình" userId="836bd1e508d52677" providerId="LiveId" clId="{E3EACA05-72C4-4750-83F6-FB9970E0A79D}" dt="2025-02-16T14:14:02.939" v="1368" actId="47"/>
        <pc:sldMkLst>
          <pc:docMk/>
          <pc:sldMk cId="4007310481" sldId="259"/>
        </pc:sldMkLst>
      </pc:sldChg>
      <pc:sldChg chg="del">
        <pc:chgData name="Minh Đình" userId="836bd1e508d52677" providerId="LiveId" clId="{E3EACA05-72C4-4750-83F6-FB9970E0A79D}" dt="2025-02-16T14:14:00.433" v="1364" actId="47"/>
        <pc:sldMkLst>
          <pc:docMk/>
          <pc:sldMk cId="2362030471" sldId="291"/>
        </pc:sldMkLst>
      </pc:sldChg>
      <pc:sldChg chg="del">
        <pc:chgData name="Minh Đình" userId="836bd1e508d52677" providerId="LiveId" clId="{E3EACA05-72C4-4750-83F6-FB9970E0A79D}" dt="2025-02-16T14:14:04.695" v="1370" actId="47"/>
        <pc:sldMkLst>
          <pc:docMk/>
          <pc:sldMk cId="1919586846" sldId="294"/>
        </pc:sldMkLst>
      </pc:sldChg>
      <pc:sldChg chg="del">
        <pc:chgData name="Minh Đình" userId="836bd1e508d52677" providerId="LiveId" clId="{E3EACA05-72C4-4750-83F6-FB9970E0A79D}" dt="2025-02-16T14:14:05.520" v="1371" actId="47"/>
        <pc:sldMkLst>
          <pc:docMk/>
          <pc:sldMk cId="1572803093" sldId="302"/>
        </pc:sldMkLst>
      </pc:sldChg>
      <pc:sldChg chg="del">
        <pc:chgData name="Minh Đình" userId="836bd1e508d52677" providerId="LiveId" clId="{E3EACA05-72C4-4750-83F6-FB9970E0A79D}" dt="2025-02-16T14:14:03.689" v="1369" actId="47"/>
        <pc:sldMkLst>
          <pc:docMk/>
          <pc:sldMk cId="1960490621" sldId="308"/>
        </pc:sldMkLst>
      </pc:sldChg>
      <pc:sldChg chg="del">
        <pc:chgData name="Minh Đình" userId="836bd1e508d52677" providerId="LiveId" clId="{E3EACA05-72C4-4750-83F6-FB9970E0A79D}" dt="2025-02-16T14:14:00.535" v="1365" actId="47"/>
        <pc:sldMkLst>
          <pc:docMk/>
          <pc:sldMk cId="4009104408" sldId="310"/>
        </pc:sldMkLst>
      </pc:sldChg>
      <pc:sldChg chg="del">
        <pc:chgData name="Minh Đình" userId="836bd1e508d52677" providerId="LiveId" clId="{E3EACA05-72C4-4750-83F6-FB9970E0A79D}" dt="2025-02-16T14:14:01.227" v="1366" actId="47"/>
        <pc:sldMkLst>
          <pc:docMk/>
          <pc:sldMk cId="1793217200" sldId="311"/>
        </pc:sldMkLst>
      </pc:sldChg>
      <pc:sldChg chg="del">
        <pc:chgData name="Minh Đình" userId="836bd1e508d52677" providerId="LiveId" clId="{E3EACA05-72C4-4750-83F6-FB9970E0A79D}" dt="2025-02-16T14:14:02.050" v="1367" actId="47"/>
        <pc:sldMkLst>
          <pc:docMk/>
          <pc:sldMk cId="2072899727" sldId="312"/>
        </pc:sldMkLst>
      </pc:sldChg>
      <pc:sldChg chg="del">
        <pc:chgData name="Minh Đình" userId="836bd1e508d52677" providerId="LiveId" clId="{E3EACA05-72C4-4750-83F6-FB9970E0A79D}" dt="2025-02-16T14:14:12.629" v="1375" actId="47"/>
        <pc:sldMkLst>
          <pc:docMk/>
          <pc:sldMk cId="2344768289" sldId="314"/>
        </pc:sldMkLst>
      </pc:sldChg>
      <pc:sldChg chg="addSp delSp modSp del mod">
        <pc:chgData name="Minh Đình" userId="836bd1e508d52677" providerId="LiveId" clId="{E3EACA05-72C4-4750-83F6-FB9970E0A79D}" dt="2025-02-16T14:48:23.730" v="1869" actId="47"/>
        <pc:sldMkLst>
          <pc:docMk/>
          <pc:sldMk cId="3508736280" sldId="316"/>
        </pc:sldMkLst>
        <pc:spChg chg="add del mod">
          <ac:chgData name="Minh Đình" userId="836bd1e508d52677" providerId="LiveId" clId="{E3EACA05-72C4-4750-83F6-FB9970E0A79D}" dt="2025-02-16T13:53:34.063" v="334" actId="478"/>
          <ac:spMkLst>
            <pc:docMk/>
            <pc:sldMk cId="3508736280" sldId="316"/>
            <ac:spMk id="2" creationId="{B56B054D-1E41-87D9-9C17-F052AA00322F}"/>
          </ac:spMkLst>
        </pc:spChg>
        <pc:spChg chg="del">
          <ac:chgData name="Minh Đình" userId="836bd1e508d52677" providerId="LiveId" clId="{E3EACA05-72C4-4750-83F6-FB9970E0A79D}" dt="2025-02-16T13:50:54.178" v="282" actId="478"/>
          <ac:spMkLst>
            <pc:docMk/>
            <pc:sldMk cId="3508736280" sldId="316"/>
            <ac:spMk id="3" creationId="{A72F7EAF-2868-8309-AF43-B123356A87A2}"/>
          </ac:spMkLst>
        </pc:spChg>
        <pc:spChg chg="add mod">
          <ac:chgData name="Minh Đình" userId="836bd1e508d52677" providerId="LiveId" clId="{E3EACA05-72C4-4750-83F6-FB9970E0A79D}" dt="2025-02-16T14:42:39.247" v="1791" actId="1076"/>
          <ac:spMkLst>
            <pc:docMk/>
            <pc:sldMk cId="3508736280" sldId="316"/>
            <ac:spMk id="4" creationId="{5E89441E-9D6F-B60E-FA55-4B1C9A6BCB4F}"/>
          </ac:spMkLst>
        </pc:spChg>
        <pc:spChg chg="add del mod">
          <ac:chgData name="Minh Đình" userId="836bd1e508d52677" providerId="LiveId" clId="{E3EACA05-72C4-4750-83F6-FB9970E0A79D}" dt="2025-02-16T13:50:30.172" v="243" actId="47"/>
          <ac:spMkLst>
            <pc:docMk/>
            <pc:sldMk cId="3508736280" sldId="316"/>
            <ac:spMk id="6" creationId="{C8550907-8F70-B2A8-4F6C-7F324DDE9D8F}"/>
          </ac:spMkLst>
        </pc:spChg>
        <pc:spChg chg="add del">
          <ac:chgData name="Minh Đình" userId="836bd1e508d52677" providerId="LiveId" clId="{E3EACA05-72C4-4750-83F6-FB9970E0A79D}" dt="2025-02-16T13:50:35.504" v="246" actId="478"/>
          <ac:spMkLst>
            <pc:docMk/>
            <pc:sldMk cId="3508736280" sldId="316"/>
            <ac:spMk id="8" creationId="{24ADAC5A-5F61-28F1-5B9B-7C13F7B06747}"/>
          </ac:spMkLst>
        </pc:spChg>
        <pc:spChg chg="mod">
          <ac:chgData name="Minh Đình" userId="836bd1e508d52677" providerId="LiveId" clId="{E3EACA05-72C4-4750-83F6-FB9970E0A79D}" dt="2025-02-16T14:48:04.485" v="1866" actId="1076"/>
          <ac:spMkLst>
            <pc:docMk/>
            <pc:sldMk cId="3508736280" sldId="316"/>
            <ac:spMk id="10" creationId="{612754C4-DF28-A444-F0AB-4F2B37C10129}"/>
          </ac:spMkLst>
        </pc:spChg>
        <pc:spChg chg="del mod">
          <ac:chgData name="Minh Đình" userId="836bd1e508d52677" providerId="LiveId" clId="{E3EACA05-72C4-4750-83F6-FB9970E0A79D}" dt="2025-02-16T13:53:19.603" v="304" actId="478"/>
          <ac:spMkLst>
            <pc:docMk/>
            <pc:sldMk cId="3508736280" sldId="316"/>
            <ac:spMk id="11" creationId="{E25C046D-1429-85B5-466C-915109486F2F}"/>
          </ac:spMkLst>
        </pc:spChg>
        <pc:picChg chg="del">
          <ac:chgData name="Minh Đình" userId="836bd1e508d52677" providerId="LiveId" clId="{E3EACA05-72C4-4750-83F6-FB9970E0A79D}" dt="2025-02-16T13:49:45.972" v="214" actId="478"/>
          <ac:picMkLst>
            <pc:docMk/>
            <pc:sldMk cId="3508736280" sldId="316"/>
            <ac:picMk id="9" creationId="{ACA7E033-9029-548A-8EC6-EF8CAC0B24CA}"/>
          </ac:picMkLst>
        </pc:picChg>
        <pc:picChg chg="del">
          <ac:chgData name="Minh Đình" userId="836bd1e508d52677" providerId="LiveId" clId="{E3EACA05-72C4-4750-83F6-FB9970E0A79D}" dt="2025-02-16T13:49:49.679" v="216" actId="478"/>
          <ac:picMkLst>
            <pc:docMk/>
            <pc:sldMk cId="3508736280" sldId="316"/>
            <ac:picMk id="13" creationId="{202ECDBA-697D-254D-76CB-B32119DDC0A3}"/>
          </ac:picMkLst>
        </pc:picChg>
        <pc:picChg chg="del">
          <ac:chgData name="Minh Đình" userId="836bd1e508d52677" providerId="LiveId" clId="{E3EACA05-72C4-4750-83F6-FB9970E0A79D}" dt="2025-02-16T13:49:48.730" v="215" actId="478"/>
          <ac:picMkLst>
            <pc:docMk/>
            <pc:sldMk cId="3508736280" sldId="316"/>
            <ac:picMk id="15" creationId="{8E75A407-13A7-8C78-5187-98C278F46928}"/>
          </ac:picMkLst>
        </pc:picChg>
        <pc:picChg chg="add mod">
          <ac:chgData name="Minh Đình" userId="836bd1e508d52677" providerId="LiveId" clId="{E3EACA05-72C4-4750-83F6-FB9970E0A79D}" dt="2025-02-16T14:48:06.661" v="1867" actId="1076"/>
          <ac:picMkLst>
            <pc:docMk/>
            <pc:sldMk cId="3508736280" sldId="316"/>
            <ac:picMk id="1026" creationId="{E6858002-9D99-6969-7D84-5F92AF4A4F7B}"/>
          </ac:picMkLst>
        </pc:picChg>
      </pc:sldChg>
      <pc:sldChg chg="del">
        <pc:chgData name="Minh Đình" userId="836bd1e508d52677" providerId="LiveId" clId="{E3EACA05-72C4-4750-83F6-FB9970E0A79D}" dt="2025-02-16T14:14:06.355" v="1372" actId="47"/>
        <pc:sldMkLst>
          <pc:docMk/>
          <pc:sldMk cId="1419962041" sldId="317"/>
        </pc:sldMkLst>
      </pc:sldChg>
      <pc:sldChg chg="del">
        <pc:chgData name="Minh Đình" userId="836bd1e508d52677" providerId="LiveId" clId="{E3EACA05-72C4-4750-83F6-FB9970E0A79D}" dt="2025-02-16T14:14:07.102" v="1373" actId="47"/>
        <pc:sldMkLst>
          <pc:docMk/>
          <pc:sldMk cId="2541830824" sldId="318"/>
        </pc:sldMkLst>
      </pc:sldChg>
      <pc:sldChg chg="del">
        <pc:chgData name="Minh Đình" userId="836bd1e508d52677" providerId="LiveId" clId="{E3EACA05-72C4-4750-83F6-FB9970E0A79D}" dt="2025-02-16T14:14:07.972" v="1374" actId="47"/>
        <pc:sldMkLst>
          <pc:docMk/>
          <pc:sldMk cId="133603767" sldId="320"/>
        </pc:sldMkLst>
      </pc:sldChg>
      <pc:sldChg chg="del">
        <pc:chgData name="Minh Đình" userId="836bd1e508d52677" providerId="LiveId" clId="{E3EACA05-72C4-4750-83F6-FB9970E0A79D}" dt="2025-02-16T14:14:12.629" v="1375" actId="47"/>
        <pc:sldMkLst>
          <pc:docMk/>
          <pc:sldMk cId="3393598112" sldId="321"/>
        </pc:sldMkLst>
      </pc:sldChg>
      <pc:sldChg chg="del">
        <pc:chgData name="Minh Đình" userId="836bd1e508d52677" providerId="LiveId" clId="{E3EACA05-72C4-4750-83F6-FB9970E0A79D}" dt="2025-02-16T14:14:12.629" v="1375" actId="47"/>
        <pc:sldMkLst>
          <pc:docMk/>
          <pc:sldMk cId="3399347797" sldId="322"/>
        </pc:sldMkLst>
      </pc:sldChg>
      <pc:sldChg chg="del">
        <pc:chgData name="Minh Đình" userId="836bd1e508d52677" providerId="LiveId" clId="{E3EACA05-72C4-4750-83F6-FB9970E0A79D}" dt="2025-02-16T14:14:12.629" v="1375" actId="47"/>
        <pc:sldMkLst>
          <pc:docMk/>
          <pc:sldMk cId="2477581380" sldId="323"/>
        </pc:sldMkLst>
      </pc:sldChg>
      <pc:sldChg chg="del">
        <pc:chgData name="Minh Đình" userId="836bd1e508d52677" providerId="LiveId" clId="{E3EACA05-72C4-4750-83F6-FB9970E0A79D}" dt="2025-02-16T14:14:12.629" v="1375" actId="47"/>
        <pc:sldMkLst>
          <pc:docMk/>
          <pc:sldMk cId="944456446" sldId="324"/>
        </pc:sldMkLst>
      </pc:sldChg>
      <pc:sldChg chg="del">
        <pc:chgData name="Minh Đình" userId="836bd1e508d52677" providerId="LiveId" clId="{E3EACA05-72C4-4750-83F6-FB9970E0A79D}" dt="2025-02-16T14:14:12.629" v="1375" actId="47"/>
        <pc:sldMkLst>
          <pc:docMk/>
          <pc:sldMk cId="2087081991" sldId="326"/>
        </pc:sldMkLst>
      </pc:sldChg>
      <pc:sldChg chg="del">
        <pc:chgData name="Minh Đình" userId="836bd1e508d52677" providerId="LiveId" clId="{E3EACA05-72C4-4750-83F6-FB9970E0A79D}" dt="2025-02-16T14:14:12.629" v="1375" actId="47"/>
        <pc:sldMkLst>
          <pc:docMk/>
          <pc:sldMk cId="1971745173" sldId="327"/>
        </pc:sldMkLst>
      </pc:sldChg>
      <pc:sldChg chg="del">
        <pc:chgData name="Minh Đình" userId="836bd1e508d52677" providerId="LiveId" clId="{E3EACA05-72C4-4750-83F6-FB9970E0A79D}" dt="2025-02-16T14:14:12.629" v="1375" actId="47"/>
        <pc:sldMkLst>
          <pc:docMk/>
          <pc:sldMk cId="3900424672" sldId="328"/>
        </pc:sldMkLst>
      </pc:sldChg>
      <pc:sldChg chg="del">
        <pc:chgData name="Minh Đình" userId="836bd1e508d52677" providerId="LiveId" clId="{E3EACA05-72C4-4750-83F6-FB9970E0A79D}" dt="2025-02-16T14:14:12.629" v="1375" actId="47"/>
        <pc:sldMkLst>
          <pc:docMk/>
          <pc:sldMk cId="90767344" sldId="329"/>
        </pc:sldMkLst>
      </pc:sldChg>
      <pc:sldChg chg="del">
        <pc:chgData name="Minh Đình" userId="836bd1e508d52677" providerId="LiveId" clId="{E3EACA05-72C4-4750-83F6-FB9970E0A79D}" dt="2025-02-16T14:14:12.629" v="1375" actId="47"/>
        <pc:sldMkLst>
          <pc:docMk/>
          <pc:sldMk cId="1545725625" sldId="330"/>
        </pc:sldMkLst>
      </pc:sldChg>
      <pc:sldChg chg="del">
        <pc:chgData name="Minh Đình" userId="836bd1e508d52677" providerId="LiveId" clId="{E3EACA05-72C4-4750-83F6-FB9970E0A79D}" dt="2025-02-16T14:14:12.629" v="1375" actId="47"/>
        <pc:sldMkLst>
          <pc:docMk/>
          <pc:sldMk cId="1132869724" sldId="331"/>
        </pc:sldMkLst>
      </pc:sldChg>
      <pc:sldChg chg="del">
        <pc:chgData name="Minh Đình" userId="836bd1e508d52677" providerId="LiveId" clId="{E3EACA05-72C4-4750-83F6-FB9970E0A79D}" dt="2025-02-16T14:14:12.629" v="1375" actId="47"/>
        <pc:sldMkLst>
          <pc:docMk/>
          <pc:sldMk cId="2227312049" sldId="332"/>
        </pc:sldMkLst>
      </pc:sldChg>
      <pc:sldChg chg="del">
        <pc:chgData name="Minh Đình" userId="836bd1e508d52677" providerId="LiveId" clId="{E3EACA05-72C4-4750-83F6-FB9970E0A79D}" dt="2025-02-16T14:14:12.629" v="1375" actId="47"/>
        <pc:sldMkLst>
          <pc:docMk/>
          <pc:sldMk cId="2968216186" sldId="333"/>
        </pc:sldMkLst>
      </pc:sldChg>
      <pc:sldChg chg="del">
        <pc:chgData name="Minh Đình" userId="836bd1e508d52677" providerId="LiveId" clId="{E3EACA05-72C4-4750-83F6-FB9970E0A79D}" dt="2025-02-16T13:54:12.988" v="374" actId="47"/>
        <pc:sldMkLst>
          <pc:docMk/>
          <pc:sldMk cId="850293865" sldId="334"/>
        </pc:sldMkLst>
      </pc:sldChg>
      <pc:sldChg chg="del">
        <pc:chgData name="Minh Đình" userId="836bd1e508d52677" providerId="LiveId" clId="{E3EACA05-72C4-4750-83F6-FB9970E0A79D}" dt="2025-02-16T14:14:12.629" v="1375" actId="47"/>
        <pc:sldMkLst>
          <pc:docMk/>
          <pc:sldMk cId="3111590433" sldId="335"/>
        </pc:sldMkLst>
      </pc:sldChg>
      <pc:sldChg chg="addSp delSp modSp add mod">
        <pc:chgData name="Minh Đình" userId="836bd1e508d52677" providerId="LiveId" clId="{E3EACA05-72C4-4750-83F6-FB9970E0A79D}" dt="2025-02-16T14:48:37.798" v="1885" actId="20577"/>
        <pc:sldMkLst>
          <pc:docMk/>
          <pc:sldMk cId="2694637366" sldId="336"/>
        </pc:sldMkLst>
        <pc:spChg chg="add mod">
          <ac:chgData name="Minh Đình" userId="836bd1e508d52677" providerId="LiveId" clId="{E3EACA05-72C4-4750-83F6-FB9970E0A79D}" dt="2025-02-16T14:48:37.798" v="1885" actId="20577"/>
          <ac:spMkLst>
            <pc:docMk/>
            <pc:sldMk cId="2694637366" sldId="336"/>
            <ac:spMk id="2" creationId="{6ED74681-892D-3886-1883-777A8A51A8F9}"/>
          </ac:spMkLst>
        </pc:spChg>
        <pc:spChg chg="del mod">
          <ac:chgData name="Minh Đình" userId="836bd1e508d52677" providerId="LiveId" clId="{E3EACA05-72C4-4750-83F6-FB9970E0A79D}" dt="2025-02-16T13:54:25.632" v="411" actId="478"/>
          <ac:spMkLst>
            <pc:docMk/>
            <pc:sldMk cId="2694637366" sldId="336"/>
            <ac:spMk id="10" creationId="{D2FFFAF5-693C-451E-08BE-B5B88C832284}"/>
          </ac:spMkLst>
        </pc:spChg>
        <pc:spChg chg="del">
          <ac:chgData name="Minh Đình" userId="836bd1e508d52677" providerId="LiveId" clId="{E3EACA05-72C4-4750-83F6-FB9970E0A79D}" dt="2025-02-16T13:53:50.617" v="364" actId="478"/>
          <ac:spMkLst>
            <pc:docMk/>
            <pc:sldMk cId="2694637366" sldId="336"/>
            <ac:spMk id="11" creationId="{93A1CA9F-3809-9349-FF29-2A60C2D2B009}"/>
          </ac:spMkLst>
        </pc:spChg>
        <pc:graphicFrameChg chg="add mod modGraphic">
          <ac:chgData name="Minh Đình" userId="836bd1e508d52677" providerId="LiveId" clId="{E3EACA05-72C4-4750-83F6-FB9970E0A79D}" dt="2025-02-16T13:57:52.584" v="514" actId="208"/>
          <ac:graphicFrameMkLst>
            <pc:docMk/>
            <pc:sldMk cId="2694637366" sldId="336"/>
            <ac:graphicFrameMk id="3" creationId="{B4064978-78A6-9C40-8A14-4E48CC6FB37A}"/>
          </ac:graphicFrameMkLst>
        </pc:graphicFrameChg>
      </pc:sldChg>
      <pc:sldChg chg="addSp delSp modSp add mod">
        <pc:chgData name="Minh Đình" userId="836bd1e508d52677" providerId="LiveId" clId="{E3EACA05-72C4-4750-83F6-FB9970E0A79D}" dt="2025-02-16T16:03:32.050" v="4336" actId="1076"/>
        <pc:sldMkLst>
          <pc:docMk/>
          <pc:sldMk cId="3903432784" sldId="337"/>
        </pc:sldMkLst>
        <pc:spChg chg="mod">
          <ac:chgData name="Minh Đình" userId="836bd1e508d52677" providerId="LiveId" clId="{E3EACA05-72C4-4750-83F6-FB9970E0A79D}" dt="2025-02-16T14:13:48.239" v="1361" actId="14100"/>
          <ac:spMkLst>
            <pc:docMk/>
            <pc:sldMk cId="3903432784" sldId="337"/>
            <ac:spMk id="2" creationId="{5CE6D4C7-9086-2663-A7A5-5D4A1B70FF49}"/>
          </ac:spMkLst>
        </pc:spChg>
        <pc:spChg chg="add mod">
          <ac:chgData name="Minh Đình" userId="836bd1e508d52677" providerId="LiveId" clId="{E3EACA05-72C4-4750-83F6-FB9970E0A79D}" dt="2025-02-16T16:03:22.218" v="4332" actId="1035"/>
          <ac:spMkLst>
            <pc:docMk/>
            <pc:sldMk cId="3903432784" sldId="337"/>
            <ac:spMk id="3" creationId="{B39B7DD9-39C7-21F5-F2BD-12AA3E3CD3D7}"/>
          </ac:spMkLst>
        </pc:spChg>
        <pc:spChg chg="add mod">
          <ac:chgData name="Minh Đình" userId="836bd1e508d52677" providerId="LiveId" clId="{E3EACA05-72C4-4750-83F6-FB9970E0A79D}" dt="2025-02-16T16:03:13.635" v="4328" actId="255"/>
          <ac:spMkLst>
            <pc:docMk/>
            <pc:sldMk cId="3903432784" sldId="337"/>
            <ac:spMk id="4" creationId="{82C0DD89-38B4-2170-E26D-986A42703A2E}"/>
          </ac:spMkLst>
        </pc:spChg>
        <pc:spChg chg="add mod">
          <ac:chgData name="Minh Đình" userId="836bd1e508d52677" providerId="LiveId" clId="{E3EACA05-72C4-4750-83F6-FB9970E0A79D}" dt="2025-02-16T16:03:30.186" v="4335" actId="1076"/>
          <ac:spMkLst>
            <pc:docMk/>
            <pc:sldMk cId="3903432784" sldId="337"/>
            <ac:spMk id="5" creationId="{92EA8A6B-950C-2071-96E7-E68DF5E9E87D}"/>
          </ac:spMkLst>
        </pc:spChg>
        <pc:spChg chg="del">
          <ac:chgData name="Minh Đình" userId="836bd1e508d52677" providerId="LiveId" clId="{E3EACA05-72C4-4750-83F6-FB9970E0A79D}" dt="2025-02-16T15:26:42.392" v="3247" actId="478"/>
          <ac:spMkLst>
            <pc:docMk/>
            <pc:sldMk cId="3903432784" sldId="337"/>
            <ac:spMk id="6" creationId="{FB2AD863-BF3E-3851-300F-EF89A34F6828}"/>
          </ac:spMkLst>
        </pc:spChg>
        <pc:spChg chg="add del mod">
          <ac:chgData name="Minh Đình" userId="836bd1e508d52677" providerId="LiveId" clId="{E3EACA05-72C4-4750-83F6-FB9970E0A79D}" dt="2025-02-16T16:03:24.351" v="4333" actId="1076"/>
          <ac:spMkLst>
            <pc:docMk/>
            <pc:sldMk cId="3903432784" sldId="337"/>
            <ac:spMk id="7" creationId="{65F42915-40C1-1387-3BF3-658E742DC3E6}"/>
          </ac:spMkLst>
        </pc:spChg>
        <pc:spChg chg="add mod">
          <ac:chgData name="Minh Đình" userId="836bd1e508d52677" providerId="LiveId" clId="{E3EACA05-72C4-4750-83F6-FB9970E0A79D}" dt="2025-02-16T16:03:27.346" v="4334" actId="1076"/>
          <ac:spMkLst>
            <pc:docMk/>
            <pc:sldMk cId="3903432784" sldId="337"/>
            <ac:spMk id="8" creationId="{43DC2933-C878-95D9-203B-579886EDFAD5}"/>
          </ac:spMkLst>
        </pc:spChg>
        <pc:spChg chg="add mod">
          <ac:chgData name="Minh Đình" userId="836bd1e508d52677" providerId="LiveId" clId="{E3EACA05-72C4-4750-83F6-FB9970E0A79D}" dt="2025-02-16T16:03:32.050" v="4336" actId="1076"/>
          <ac:spMkLst>
            <pc:docMk/>
            <pc:sldMk cId="3903432784" sldId="337"/>
            <ac:spMk id="9" creationId="{C2EF0D42-FA4E-7CC9-7DB2-74B838BEA77E}"/>
          </ac:spMkLst>
        </pc:spChg>
        <pc:spChg chg="mod">
          <ac:chgData name="Minh Đình" userId="836bd1e508d52677" providerId="LiveId" clId="{E3EACA05-72C4-4750-83F6-FB9970E0A79D}" dt="2025-02-16T16:03:13.635" v="4328" actId="255"/>
          <ac:spMkLst>
            <pc:docMk/>
            <pc:sldMk cId="3903432784" sldId="337"/>
            <ac:spMk id="10" creationId="{E171840A-F003-04A9-07B7-AAC092796E9F}"/>
          </ac:spMkLst>
        </pc:spChg>
      </pc:sldChg>
      <pc:sldChg chg="addSp delSp modSp add mod">
        <pc:chgData name="Minh Đình" userId="836bd1e508d52677" providerId="LiveId" clId="{E3EACA05-72C4-4750-83F6-FB9970E0A79D}" dt="2025-02-16T16:04:30.513" v="4353" actId="1076"/>
        <pc:sldMkLst>
          <pc:docMk/>
          <pc:sldMk cId="512646845" sldId="338"/>
        </pc:sldMkLst>
        <pc:spChg chg="mod">
          <ac:chgData name="Minh Đình" userId="836bd1e508d52677" providerId="LiveId" clId="{E3EACA05-72C4-4750-83F6-FB9970E0A79D}" dt="2025-02-16T16:04:06.029" v="4346" actId="1076"/>
          <ac:spMkLst>
            <pc:docMk/>
            <pc:sldMk cId="512646845" sldId="338"/>
            <ac:spMk id="3" creationId="{E6777B19-F8A7-9374-824C-D04C4D6B9E6F}"/>
          </ac:spMkLst>
        </pc:spChg>
        <pc:spChg chg="del">
          <ac:chgData name="Minh Đình" userId="836bd1e508d52677" providerId="LiveId" clId="{E3EACA05-72C4-4750-83F6-FB9970E0A79D}" dt="2025-02-16T14:05:33.142" v="930" actId="478"/>
          <ac:spMkLst>
            <pc:docMk/>
            <pc:sldMk cId="512646845" sldId="338"/>
            <ac:spMk id="4" creationId="{E7D781B9-19E8-6BF0-449B-71C15957D26D}"/>
          </ac:spMkLst>
        </pc:spChg>
        <pc:spChg chg="del">
          <ac:chgData name="Minh Đình" userId="836bd1e508d52677" providerId="LiveId" clId="{E3EACA05-72C4-4750-83F6-FB9970E0A79D}" dt="2025-02-16T14:05:31.643" v="929" actId="478"/>
          <ac:spMkLst>
            <pc:docMk/>
            <pc:sldMk cId="512646845" sldId="338"/>
            <ac:spMk id="5" creationId="{1F26CC4E-2BE4-80A3-F9D2-FAD70724233D}"/>
          </ac:spMkLst>
        </pc:spChg>
        <pc:spChg chg="mod">
          <ac:chgData name="Minh Đình" userId="836bd1e508d52677" providerId="LiveId" clId="{E3EACA05-72C4-4750-83F6-FB9970E0A79D}" dt="2025-02-16T16:03:44.273" v="4337" actId="255"/>
          <ac:spMkLst>
            <pc:docMk/>
            <pc:sldMk cId="512646845" sldId="338"/>
            <ac:spMk id="6" creationId="{D35E86E0-FE80-1C96-4BB3-2DB820B6513B}"/>
          </ac:spMkLst>
        </pc:spChg>
        <pc:spChg chg="add mod">
          <ac:chgData name="Minh Đình" userId="836bd1e508d52677" providerId="LiveId" clId="{E3EACA05-72C4-4750-83F6-FB9970E0A79D}" dt="2025-02-16T14:05:35.602" v="931"/>
          <ac:spMkLst>
            <pc:docMk/>
            <pc:sldMk cId="512646845" sldId="338"/>
            <ac:spMk id="7" creationId="{DA1E9684-10F3-F2CB-E4FD-A4A157A50D4D}"/>
          </ac:spMkLst>
        </pc:spChg>
        <pc:spChg chg="add mod">
          <ac:chgData name="Minh Đình" userId="836bd1e508d52677" providerId="LiveId" clId="{E3EACA05-72C4-4750-83F6-FB9970E0A79D}" dt="2025-02-16T14:05:35.602" v="931"/>
          <ac:spMkLst>
            <pc:docMk/>
            <pc:sldMk cId="512646845" sldId="338"/>
            <ac:spMk id="8" creationId="{B91052A2-497C-3E8F-92D4-6FB28CDEE648}"/>
          </ac:spMkLst>
        </pc:spChg>
        <pc:spChg chg="add mod">
          <ac:chgData name="Minh Đình" userId="836bd1e508d52677" providerId="LiveId" clId="{E3EACA05-72C4-4750-83F6-FB9970E0A79D}" dt="2025-02-16T16:04:30.513" v="4353" actId="1076"/>
          <ac:spMkLst>
            <pc:docMk/>
            <pc:sldMk cId="512646845" sldId="338"/>
            <ac:spMk id="9" creationId="{4E2C5C61-69DE-17D5-469A-187D1F0C2D50}"/>
          </ac:spMkLst>
        </pc:spChg>
        <pc:spChg chg="mod">
          <ac:chgData name="Minh Đình" userId="836bd1e508d52677" providerId="LiveId" clId="{E3EACA05-72C4-4750-83F6-FB9970E0A79D}" dt="2025-02-16T16:04:04.331" v="4345" actId="1076"/>
          <ac:spMkLst>
            <pc:docMk/>
            <pc:sldMk cId="512646845" sldId="338"/>
            <ac:spMk id="10" creationId="{4B474595-F77A-D47F-7E70-3A0B6C78BFE1}"/>
          </ac:spMkLst>
        </pc:spChg>
        <pc:spChg chg="add mod">
          <ac:chgData name="Minh Đình" userId="836bd1e508d52677" providerId="LiveId" clId="{E3EACA05-72C4-4750-83F6-FB9970E0A79D}" dt="2025-02-16T16:04:25.470" v="4352" actId="14100"/>
          <ac:spMkLst>
            <pc:docMk/>
            <pc:sldMk cId="512646845" sldId="338"/>
            <ac:spMk id="11" creationId="{3A42D5B2-9649-A7B0-15DB-EA5261184DA2}"/>
          </ac:spMkLst>
        </pc:spChg>
        <pc:spChg chg="add mod">
          <ac:chgData name="Minh Đình" userId="836bd1e508d52677" providerId="LiveId" clId="{E3EACA05-72C4-4750-83F6-FB9970E0A79D}" dt="2025-02-16T14:06:59.146" v="1048"/>
          <ac:spMkLst>
            <pc:docMk/>
            <pc:sldMk cId="512646845" sldId="338"/>
            <ac:spMk id="12" creationId="{BE502107-FF5E-0EA7-703B-0ED70FB584D1}"/>
          </ac:spMkLst>
        </pc:spChg>
        <pc:spChg chg="add mod">
          <ac:chgData name="Minh Đình" userId="836bd1e508d52677" providerId="LiveId" clId="{E3EACA05-72C4-4750-83F6-FB9970E0A79D}" dt="2025-02-16T14:06:59.146" v="1048"/>
          <ac:spMkLst>
            <pc:docMk/>
            <pc:sldMk cId="512646845" sldId="338"/>
            <ac:spMk id="13" creationId="{2A83A9A6-61E2-A932-6ABF-F946F978879D}"/>
          </ac:spMkLst>
        </pc:spChg>
        <pc:spChg chg="add del mod">
          <ac:chgData name="Minh Đình" userId="836bd1e508d52677" providerId="LiveId" clId="{E3EACA05-72C4-4750-83F6-FB9970E0A79D}" dt="2025-02-16T14:11:09.894" v="1124" actId="478"/>
          <ac:spMkLst>
            <pc:docMk/>
            <pc:sldMk cId="512646845" sldId="338"/>
            <ac:spMk id="14" creationId="{6DC5E100-9C89-49DB-E9FD-50C5187D6936}"/>
          </ac:spMkLst>
        </pc:spChg>
        <pc:spChg chg="add del mod">
          <ac:chgData name="Minh Đình" userId="836bd1e508d52677" providerId="LiveId" clId="{E3EACA05-72C4-4750-83F6-FB9970E0A79D}" dt="2025-02-16T14:11:07.881" v="1123" actId="478"/>
          <ac:spMkLst>
            <pc:docMk/>
            <pc:sldMk cId="512646845" sldId="338"/>
            <ac:spMk id="15" creationId="{9800E626-84F9-2CE9-064A-89DC3C0E8692}"/>
          </ac:spMkLst>
        </pc:spChg>
        <pc:spChg chg="add mod">
          <ac:chgData name="Minh Đình" userId="836bd1e508d52677" providerId="LiveId" clId="{E3EACA05-72C4-4750-83F6-FB9970E0A79D}" dt="2025-02-16T16:03:44.273" v="4337" actId="255"/>
          <ac:spMkLst>
            <pc:docMk/>
            <pc:sldMk cId="512646845" sldId="338"/>
            <ac:spMk id="16" creationId="{829CF908-74C3-C324-647C-9CFC53557EEC}"/>
          </ac:spMkLst>
        </pc:spChg>
        <pc:spChg chg="add mod">
          <ac:chgData name="Minh Đình" userId="836bd1e508d52677" providerId="LiveId" clId="{E3EACA05-72C4-4750-83F6-FB9970E0A79D}" dt="2025-02-16T16:03:52.112" v="4341" actId="1076"/>
          <ac:spMkLst>
            <pc:docMk/>
            <pc:sldMk cId="512646845" sldId="338"/>
            <ac:spMk id="17" creationId="{6C53CCCE-4D79-B64B-618D-44727DA17C9F}"/>
          </ac:spMkLst>
        </pc:spChg>
        <pc:spChg chg="add mod">
          <ac:chgData name="Minh Đình" userId="836bd1e508d52677" providerId="LiveId" clId="{E3EACA05-72C4-4750-83F6-FB9970E0A79D}" dt="2025-02-16T16:03:44.273" v="4337" actId="255"/>
          <ac:spMkLst>
            <pc:docMk/>
            <pc:sldMk cId="512646845" sldId="338"/>
            <ac:spMk id="18" creationId="{154E00D1-2A46-235B-BAB2-545CD4BF34C5}"/>
          </ac:spMkLst>
        </pc:spChg>
        <pc:spChg chg="add mod">
          <ac:chgData name="Minh Đình" userId="836bd1e508d52677" providerId="LiveId" clId="{E3EACA05-72C4-4750-83F6-FB9970E0A79D}" dt="2025-02-16T16:03:56.979" v="4343" actId="1076"/>
          <ac:spMkLst>
            <pc:docMk/>
            <pc:sldMk cId="512646845" sldId="338"/>
            <ac:spMk id="19" creationId="{9AFE63A2-A3C5-1B31-591B-90791D82804D}"/>
          </ac:spMkLst>
        </pc:spChg>
        <pc:spChg chg="add mod">
          <ac:chgData name="Minh Đình" userId="836bd1e508d52677" providerId="LiveId" clId="{E3EACA05-72C4-4750-83F6-FB9970E0A79D}" dt="2025-02-16T16:03:58.519" v="4344" actId="1076"/>
          <ac:spMkLst>
            <pc:docMk/>
            <pc:sldMk cId="512646845" sldId="338"/>
            <ac:spMk id="20" creationId="{704B90D8-6B6F-5C12-3A1E-B5FD0618688F}"/>
          </ac:spMkLst>
        </pc:spChg>
        <pc:spChg chg="add del mod">
          <ac:chgData name="Minh Đình" userId="836bd1e508d52677" providerId="LiveId" clId="{E3EACA05-72C4-4750-83F6-FB9970E0A79D}" dt="2025-02-16T15:43:41.641" v="3874" actId="478"/>
          <ac:spMkLst>
            <pc:docMk/>
            <pc:sldMk cId="512646845" sldId="338"/>
            <ac:spMk id="21" creationId="{802C17E9-681F-D45F-1BF2-B21A8CE08A1B}"/>
          </ac:spMkLst>
        </pc:spChg>
        <pc:spChg chg="add del mod">
          <ac:chgData name="Minh Đình" userId="836bd1e508d52677" providerId="LiveId" clId="{E3EACA05-72C4-4750-83F6-FB9970E0A79D}" dt="2025-02-16T15:43:39.967" v="3873" actId="478"/>
          <ac:spMkLst>
            <pc:docMk/>
            <pc:sldMk cId="512646845" sldId="338"/>
            <ac:spMk id="22" creationId="{84B7A6D7-92D6-3B9E-2F07-9AD360EE282F}"/>
          </ac:spMkLst>
        </pc:spChg>
        <pc:spChg chg="add del mod">
          <ac:chgData name="Minh Đình" userId="836bd1e508d52677" providerId="LiveId" clId="{E3EACA05-72C4-4750-83F6-FB9970E0A79D}" dt="2025-02-16T15:43:43.190" v="3875" actId="478"/>
          <ac:spMkLst>
            <pc:docMk/>
            <pc:sldMk cId="512646845" sldId="338"/>
            <ac:spMk id="23" creationId="{E4CD0E65-46B2-005F-6BA6-20BC2282A269}"/>
          </ac:spMkLst>
        </pc:spChg>
        <pc:spChg chg="add del mod">
          <ac:chgData name="Minh Đình" userId="836bd1e508d52677" providerId="LiveId" clId="{E3EACA05-72C4-4750-83F6-FB9970E0A79D}" dt="2025-02-16T15:43:43.835" v="3876" actId="478"/>
          <ac:spMkLst>
            <pc:docMk/>
            <pc:sldMk cId="512646845" sldId="338"/>
            <ac:spMk id="24" creationId="{22D55038-59DD-17AD-4A71-D20C8740914F}"/>
          </ac:spMkLst>
        </pc:spChg>
        <pc:spChg chg="add mod">
          <ac:chgData name="Minh Đình" userId="836bd1e508d52677" providerId="LiveId" clId="{E3EACA05-72C4-4750-83F6-FB9970E0A79D}" dt="2025-02-16T14:13:55.164" v="1362"/>
          <ac:spMkLst>
            <pc:docMk/>
            <pc:sldMk cId="512646845" sldId="338"/>
            <ac:spMk id="25" creationId="{C9D84773-3932-762B-19A6-51048C912980}"/>
          </ac:spMkLst>
        </pc:spChg>
        <pc:spChg chg="add mod">
          <ac:chgData name="Minh Đình" userId="836bd1e508d52677" providerId="LiveId" clId="{E3EACA05-72C4-4750-83F6-FB9970E0A79D}" dt="2025-02-16T16:03:54.680" v="4342" actId="1076"/>
          <ac:spMkLst>
            <pc:docMk/>
            <pc:sldMk cId="512646845" sldId="338"/>
            <ac:spMk id="26" creationId="{BF6042D3-B034-59A8-7106-D1DA55E48DC5}"/>
          </ac:spMkLst>
        </pc:spChg>
      </pc:sldChg>
      <pc:sldChg chg="addSp delSp modSp add mod">
        <pc:chgData name="Minh Đình" userId="836bd1e508d52677" providerId="LiveId" clId="{E3EACA05-72C4-4750-83F6-FB9970E0A79D}" dt="2025-02-16T16:10:01.203" v="4677" actId="2711"/>
        <pc:sldMkLst>
          <pc:docMk/>
          <pc:sldMk cId="4151899137" sldId="339"/>
        </pc:sldMkLst>
        <pc:spChg chg="del mod">
          <ac:chgData name="Minh Đình" userId="836bd1e508d52677" providerId="LiveId" clId="{E3EACA05-72C4-4750-83F6-FB9970E0A79D}" dt="2025-02-16T15:52:27.742" v="3974" actId="478"/>
          <ac:spMkLst>
            <pc:docMk/>
            <pc:sldMk cId="4151899137" sldId="339"/>
            <ac:spMk id="3" creationId="{0BDA728A-FE5D-3117-EE7A-AEC65D102404}"/>
          </ac:spMkLst>
        </pc:spChg>
        <pc:spChg chg="add mod">
          <ac:chgData name="Minh Đình" userId="836bd1e508d52677" providerId="LiveId" clId="{E3EACA05-72C4-4750-83F6-FB9970E0A79D}" dt="2025-02-16T16:09:57.579" v="4676" actId="2711"/>
          <ac:spMkLst>
            <pc:docMk/>
            <pc:sldMk cId="4151899137" sldId="339"/>
            <ac:spMk id="4" creationId="{D3855EE5-DAEA-B867-896A-A8C99D4CFE09}"/>
          </ac:spMkLst>
        </pc:spChg>
        <pc:spChg chg="add mod">
          <ac:chgData name="Minh Đình" userId="836bd1e508d52677" providerId="LiveId" clId="{E3EACA05-72C4-4750-83F6-FB9970E0A79D}" dt="2025-02-16T16:06:32.136" v="4399" actId="1076"/>
          <ac:spMkLst>
            <pc:docMk/>
            <pc:sldMk cId="4151899137" sldId="339"/>
            <ac:spMk id="5" creationId="{5EA44A1F-1D5D-60A8-5ACC-83AA56017315}"/>
          </ac:spMkLst>
        </pc:spChg>
        <pc:spChg chg="del">
          <ac:chgData name="Minh Đình" userId="836bd1e508d52677" providerId="LiveId" clId="{E3EACA05-72C4-4750-83F6-FB9970E0A79D}" dt="2025-02-16T15:52:30.627" v="3975" actId="478"/>
          <ac:spMkLst>
            <pc:docMk/>
            <pc:sldMk cId="4151899137" sldId="339"/>
            <ac:spMk id="6" creationId="{6A2315C2-C9E3-8999-C03E-9A2984A82F0E}"/>
          </ac:spMkLst>
        </pc:spChg>
        <pc:spChg chg="add mod">
          <ac:chgData name="Minh Đình" userId="836bd1e508d52677" providerId="LiveId" clId="{E3EACA05-72C4-4750-83F6-FB9970E0A79D}" dt="2025-02-16T16:06:32.136" v="4399" actId="1076"/>
          <ac:spMkLst>
            <pc:docMk/>
            <pc:sldMk cId="4151899137" sldId="339"/>
            <ac:spMk id="7" creationId="{8BB92A74-D753-9772-02F0-E8B046C2063C}"/>
          </ac:spMkLst>
        </pc:spChg>
        <pc:spChg chg="add mod">
          <ac:chgData name="Minh Đình" userId="836bd1e508d52677" providerId="LiveId" clId="{E3EACA05-72C4-4750-83F6-FB9970E0A79D}" dt="2025-02-16T16:06:32.136" v="4399" actId="1076"/>
          <ac:spMkLst>
            <pc:docMk/>
            <pc:sldMk cId="4151899137" sldId="339"/>
            <ac:spMk id="8" creationId="{38C84718-D29F-F6BA-3DC3-1CE74C2FD649}"/>
          </ac:spMkLst>
        </pc:spChg>
        <pc:spChg chg="del mod">
          <ac:chgData name="Minh Đình" userId="836bd1e508d52677" providerId="LiveId" clId="{E3EACA05-72C4-4750-83F6-FB9970E0A79D}" dt="2025-02-16T15:52:27.742" v="3974" actId="478"/>
          <ac:spMkLst>
            <pc:docMk/>
            <pc:sldMk cId="4151899137" sldId="339"/>
            <ac:spMk id="9" creationId="{DBFF2143-2D17-163C-8D33-F33900F4DE6F}"/>
          </ac:spMkLst>
        </pc:spChg>
        <pc:spChg chg="del mod">
          <ac:chgData name="Minh Đình" userId="836bd1e508d52677" providerId="LiveId" clId="{E3EACA05-72C4-4750-83F6-FB9970E0A79D}" dt="2025-02-16T15:52:30.627" v="3975" actId="478"/>
          <ac:spMkLst>
            <pc:docMk/>
            <pc:sldMk cId="4151899137" sldId="339"/>
            <ac:spMk id="10" creationId="{F24884C2-617E-F626-149C-65DB39218F7A}"/>
          </ac:spMkLst>
        </pc:spChg>
        <pc:spChg chg="del mod">
          <ac:chgData name="Minh Đình" userId="836bd1e508d52677" providerId="LiveId" clId="{E3EACA05-72C4-4750-83F6-FB9970E0A79D}" dt="2025-02-16T15:52:27.742" v="3974" actId="478"/>
          <ac:spMkLst>
            <pc:docMk/>
            <pc:sldMk cId="4151899137" sldId="339"/>
            <ac:spMk id="11" creationId="{B86E2FCC-0742-8A87-5D53-B874B60B8950}"/>
          </ac:spMkLst>
        </pc:spChg>
        <pc:spChg chg="add mod">
          <ac:chgData name="Minh Đình" userId="836bd1e508d52677" providerId="LiveId" clId="{E3EACA05-72C4-4750-83F6-FB9970E0A79D}" dt="2025-02-16T16:10:01.203" v="4677" actId="2711"/>
          <ac:spMkLst>
            <pc:docMk/>
            <pc:sldMk cId="4151899137" sldId="339"/>
            <ac:spMk id="12" creationId="{BF09E33C-F168-133B-2A88-B1EF3CC6BB57}"/>
          </ac:spMkLst>
        </pc:spChg>
        <pc:spChg chg="add mod">
          <ac:chgData name="Minh Đình" userId="836bd1e508d52677" providerId="LiveId" clId="{E3EACA05-72C4-4750-83F6-FB9970E0A79D}" dt="2025-02-16T16:06:32.136" v="4399" actId="1076"/>
          <ac:spMkLst>
            <pc:docMk/>
            <pc:sldMk cId="4151899137" sldId="339"/>
            <ac:spMk id="13" creationId="{34919DD7-0610-88CC-7207-F20F909DA516}"/>
          </ac:spMkLst>
        </pc:spChg>
        <pc:spChg chg="add mod">
          <ac:chgData name="Minh Đình" userId="836bd1e508d52677" providerId="LiveId" clId="{E3EACA05-72C4-4750-83F6-FB9970E0A79D}" dt="2025-02-16T16:06:32.136" v="4399" actId="1076"/>
          <ac:spMkLst>
            <pc:docMk/>
            <pc:sldMk cId="4151899137" sldId="339"/>
            <ac:spMk id="14" creationId="{541A6DA9-2701-423B-3C23-DAE2F7B00EC7}"/>
          </ac:spMkLst>
        </pc:spChg>
        <pc:spChg chg="add mod">
          <ac:chgData name="Minh Đình" userId="836bd1e508d52677" providerId="LiveId" clId="{E3EACA05-72C4-4750-83F6-FB9970E0A79D}" dt="2025-02-16T16:06:32.136" v="4399" actId="1076"/>
          <ac:spMkLst>
            <pc:docMk/>
            <pc:sldMk cId="4151899137" sldId="339"/>
            <ac:spMk id="15" creationId="{4BB477B8-94DD-5663-C6EF-77DAAF3E17D8}"/>
          </ac:spMkLst>
        </pc:spChg>
        <pc:spChg chg="del">
          <ac:chgData name="Minh Đình" userId="836bd1e508d52677" providerId="LiveId" clId="{E3EACA05-72C4-4750-83F6-FB9970E0A79D}" dt="2025-02-16T15:52:27.742" v="3974" actId="478"/>
          <ac:spMkLst>
            <pc:docMk/>
            <pc:sldMk cId="4151899137" sldId="339"/>
            <ac:spMk id="16" creationId="{6E04CD63-6442-CD24-4A5B-B90389A3A7C6}"/>
          </ac:spMkLst>
        </pc:spChg>
        <pc:spChg chg="del">
          <ac:chgData name="Minh Đình" userId="836bd1e508d52677" providerId="LiveId" clId="{E3EACA05-72C4-4750-83F6-FB9970E0A79D}" dt="2025-02-16T15:52:27.742" v="3974" actId="478"/>
          <ac:spMkLst>
            <pc:docMk/>
            <pc:sldMk cId="4151899137" sldId="339"/>
            <ac:spMk id="17" creationId="{D131D01C-CCC6-0364-99E8-932433DDACF6}"/>
          </ac:spMkLst>
        </pc:spChg>
        <pc:spChg chg="del">
          <ac:chgData name="Minh Đình" userId="836bd1e508d52677" providerId="LiveId" clId="{E3EACA05-72C4-4750-83F6-FB9970E0A79D}" dt="2025-02-16T15:52:30.627" v="3975" actId="478"/>
          <ac:spMkLst>
            <pc:docMk/>
            <pc:sldMk cId="4151899137" sldId="339"/>
            <ac:spMk id="18" creationId="{B46CFFA3-97AC-AFE4-57DE-DFA3E7CF38BB}"/>
          </ac:spMkLst>
        </pc:spChg>
        <pc:spChg chg="del">
          <ac:chgData name="Minh Đình" userId="836bd1e508d52677" providerId="LiveId" clId="{E3EACA05-72C4-4750-83F6-FB9970E0A79D}" dt="2025-02-16T15:52:30.627" v="3975" actId="478"/>
          <ac:spMkLst>
            <pc:docMk/>
            <pc:sldMk cId="4151899137" sldId="339"/>
            <ac:spMk id="19" creationId="{7C485101-98F7-3F65-D5C2-3DF57B3FBF79}"/>
          </ac:spMkLst>
        </pc:spChg>
        <pc:spChg chg="del">
          <ac:chgData name="Minh Đình" userId="836bd1e508d52677" providerId="LiveId" clId="{E3EACA05-72C4-4750-83F6-FB9970E0A79D}" dt="2025-02-16T15:52:27.742" v="3974" actId="478"/>
          <ac:spMkLst>
            <pc:docMk/>
            <pc:sldMk cId="4151899137" sldId="339"/>
            <ac:spMk id="20" creationId="{38FDA8B4-8F42-B2C4-6150-C40ACE7CE694}"/>
          </ac:spMkLst>
        </pc:spChg>
        <pc:spChg chg="del">
          <ac:chgData name="Minh Đình" userId="836bd1e508d52677" providerId="LiveId" clId="{E3EACA05-72C4-4750-83F6-FB9970E0A79D}" dt="2025-02-16T15:52:27.742" v="3974" actId="478"/>
          <ac:spMkLst>
            <pc:docMk/>
            <pc:sldMk cId="4151899137" sldId="339"/>
            <ac:spMk id="21" creationId="{ACD7A574-31F1-E56F-CD62-663FE202FD47}"/>
          </ac:spMkLst>
        </pc:spChg>
        <pc:spChg chg="del">
          <ac:chgData name="Minh Đình" userId="836bd1e508d52677" providerId="LiveId" clId="{E3EACA05-72C4-4750-83F6-FB9970E0A79D}" dt="2025-02-16T15:52:27.742" v="3974" actId="478"/>
          <ac:spMkLst>
            <pc:docMk/>
            <pc:sldMk cId="4151899137" sldId="339"/>
            <ac:spMk id="22" creationId="{6E3AC86D-B193-7813-05DC-89C280465B7C}"/>
          </ac:spMkLst>
        </pc:spChg>
        <pc:spChg chg="del">
          <ac:chgData name="Minh Đình" userId="836bd1e508d52677" providerId="LiveId" clId="{E3EACA05-72C4-4750-83F6-FB9970E0A79D}" dt="2025-02-16T15:52:27.742" v="3974" actId="478"/>
          <ac:spMkLst>
            <pc:docMk/>
            <pc:sldMk cId="4151899137" sldId="339"/>
            <ac:spMk id="23" creationId="{06183D33-80AD-9AB1-0D56-1A902A676FB8}"/>
          </ac:spMkLst>
        </pc:spChg>
        <pc:spChg chg="del">
          <ac:chgData name="Minh Đình" userId="836bd1e508d52677" providerId="LiveId" clId="{E3EACA05-72C4-4750-83F6-FB9970E0A79D}" dt="2025-02-16T15:52:27.742" v="3974" actId="478"/>
          <ac:spMkLst>
            <pc:docMk/>
            <pc:sldMk cId="4151899137" sldId="339"/>
            <ac:spMk id="24" creationId="{67FCBB09-133C-4759-C4A5-2C0ED95E7B64}"/>
          </ac:spMkLst>
        </pc:spChg>
      </pc:sldChg>
      <pc:sldChg chg="addSp delSp modSp add mod">
        <pc:chgData name="Minh Đình" userId="836bd1e508d52677" providerId="LiveId" clId="{E3EACA05-72C4-4750-83F6-FB9970E0A79D}" dt="2025-02-16T14:53:28.034" v="2041" actId="1076"/>
        <pc:sldMkLst>
          <pc:docMk/>
          <pc:sldMk cId="2354964483" sldId="340"/>
        </pc:sldMkLst>
        <pc:spChg chg="add mod">
          <ac:chgData name="Minh Đình" userId="836bd1e508d52677" providerId="LiveId" clId="{E3EACA05-72C4-4750-83F6-FB9970E0A79D}" dt="2025-02-16T14:42:43.613" v="1792" actId="1076"/>
          <ac:spMkLst>
            <pc:docMk/>
            <pc:sldMk cId="2354964483" sldId="340"/>
            <ac:spMk id="2" creationId="{0AAA35CF-EE04-3072-2794-8E37FEDF4650}"/>
          </ac:spMkLst>
        </pc:spChg>
        <pc:spChg chg="del mod">
          <ac:chgData name="Minh Đình" userId="836bd1e508d52677" providerId="LiveId" clId="{E3EACA05-72C4-4750-83F6-FB9970E0A79D}" dt="2025-02-16T14:38:28.551" v="1677" actId="478"/>
          <ac:spMkLst>
            <pc:docMk/>
            <pc:sldMk cId="2354964483" sldId="340"/>
            <ac:spMk id="4" creationId="{256FF5BC-F3C5-23ED-31DD-44659E8004CD}"/>
          </ac:spMkLst>
        </pc:spChg>
        <pc:spChg chg="mod">
          <ac:chgData name="Minh Đình" userId="836bd1e508d52677" providerId="LiveId" clId="{E3EACA05-72C4-4750-83F6-FB9970E0A79D}" dt="2025-02-16T14:53:28.034" v="2041" actId="1076"/>
          <ac:spMkLst>
            <pc:docMk/>
            <pc:sldMk cId="2354964483" sldId="340"/>
            <ac:spMk id="10" creationId="{CEF5A8A1-15AE-04A6-E970-7C3A3F4E15CA}"/>
          </ac:spMkLst>
        </pc:spChg>
        <pc:picChg chg="add mod">
          <ac:chgData name="Minh Đình" userId="836bd1e508d52677" providerId="LiveId" clId="{E3EACA05-72C4-4750-83F6-FB9970E0A79D}" dt="2025-02-16T14:48:44.363" v="1886" actId="1076"/>
          <ac:picMkLst>
            <pc:docMk/>
            <pc:sldMk cId="2354964483" sldId="340"/>
            <ac:picMk id="3" creationId="{9BD343D2-D74E-AB9A-D313-BB438334FCE1}"/>
          </ac:picMkLst>
        </pc:picChg>
      </pc:sldChg>
      <pc:sldChg chg="addSp delSp modSp add mod">
        <pc:chgData name="Minh Đình" userId="836bd1e508d52677" providerId="LiveId" clId="{E3EACA05-72C4-4750-83F6-FB9970E0A79D}" dt="2025-02-16T14:53:14.137" v="2038" actId="255"/>
        <pc:sldMkLst>
          <pc:docMk/>
          <pc:sldMk cId="1772134238" sldId="341"/>
        </pc:sldMkLst>
        <pc:spChg chg="mod">
          <ac:chgData name="Minh Đình" userId="836bd1e508d52677" providerId="LiveId" clId="{E3EACA05-72C4-4750-83F6-FB9970E0A79D}" dt="2025-02-16T14:42:23.752" v="1789" actId="1076"/>
          <ac:spMkLst>
            <pc:docMk/>
            <pc:sldMk cId="1772134238" sldId="341"/>
            <ac:spMk id="2" creationId="{C198B6CA-B7BA-922E-F34D-7E0B40792EE8}"/>
          </ac:spMkLst>
        </pc:spChg>
        <pc:spChg chg="add del mod">
          <ac:chgData name="Minh Đình" userId="836bd1e508d52677" providerId="LiveId" clId="{E3EACA05-72C4-4750-83F6-FB9970E0A79D}" dt="2025-02-16T14:39:52.853" v="1706" actId="478"/>
          <ac:spMkLst>
            <pc:docMk/>
            <pc:sldMk cId="1772134238" sldId="341"/>
            <ac:spMk id="4" creationId="{96498D23-9D6A-78D4-E68F-F0334F4A8950}"/>
          </ac:spMkLst>
        </pc:spChg>
        <pc:spChg chg="add mod">
          <ac:chgData name="Minh Đình" userId="836bd1e508d52677" providerId="LiveId" clId="{E3EACA05-72C4-4750-83F6-FB9970E0A79D}" dt="2025-02-16T14:42:55.823" v="1794" actId="122"/>
          <ac:spMkLst>
            <pc:docMk/>
            <pc:sldMk cId="1772134238" sldId="341"/>
            <ac:spMk id="5" creationId="{CE5894F2-1A10-0208-A13B-81C68EE701EF}"/>
          </ac:spMkLst>
        </pc:spChg>
        <pc:spChg chg="mod">
          <ac:chgData name="Minh Đình" userId="836bd1e508d52677" providerId="LiveId" clId="{E3EACA05-72C4-4750-83F6-FB9970E0A79D}" dt="2025-02-16T14:42:23.752" v="1789" actId="1076"/>
          <ac:spMkLst>
            <pc:docMk/>
            <pc:sldMk cId="1772134238" sldId="341"/>
            <ac:spMk id="6" creationId="{F52D1543-6875-3F8B-1F2B-50B2A9662D2A}"/>
          </ac:spMkLst>
        </pc:spChg>
        <pc:spChg chg="add mod">
          <ac:chgData name="Minh Đình" userId="836bd1e508d52677" providerId="LiveId" clId="{E3EACA05-72C4-4750-83F6-FB9970E0A79D}" dt="2025-02-16T14:53:14.137" v="2038" actId="255"/>
          <ac:spMkLst>
            <pc:docMk/>
            <pc:sldMk cId="1772134238" sldId="341"/>
            <ac:spMk id="8" creationId="{31F27DE4-0EC0-2A31-5633-C3EEFE68C3CF}"/>
          </ac:spMkLst>
        </pc:spChg>
        <pc:spChg chg="mod">
          <ac:chgData name="Minh Đình" userId="836bd1e508d52677" providerId="LiveId" clId="{E3EACA05-72C4-4750-83F6-FB9970E0A79D}" dt="2025-02-16T14:53:11.148" v="2037" actId="255"/>
          <ac:spMkLst>
            <pc:docMk/>
            <pc:sldMk cId="1772134238" sldId="341"/>
            <ac:spMk id="10" creationId="{85803315-6913-2BB4-1CAF-D06AAF3D1949}"/>
          </ac:spMkLst>
        </pc:spChg>
      </pc:sldChg>
      <pc:sldChg chg="modSp add mod">
        <pc:chgData name="Minh Đình" userId="836bd1e508d52677" providerId="LiveId" clId="{E3EACA05-72C4-4750-83F6-FB9970E0A79D}" dt="2025-02-16T14:53:05.900" v="2036" actId="1076"/>
        <pc:sldMkLst>
          <pc:docMk/>
          <pc:sldMk cId="1993788489" sldId="342"/>
        </pc:sldMkLst>
        <pc:spChg chg="mod">
          <ac:chgData name="Minh Đình" userId="836bd1e508d52677" providerId="LiveId" clId="{E3EACA05-72C4-4750-83F6-FB9970E0A79D}" dt="2025-02-16T14:43:48.839" v="1834"/>
          <ac:spMkLst>
            <pc:docMk/>
            <pc:sldMk cId="1993788489" sldId="342"/>
            <ac:spMk id="5" creationId="{73337BA6-B891-C0DB-8B02-91755D4A89E8}"/>
          </ac:spMkLst>
        </pc:spChg>
        <pc:spChg chg="mod">
          <ac:chgData name="Minh Đình" userId="836bd1e508d52677" providerId="LiveId" clId="{E3EACA05-72C4-4750-83F6-FB9970E0A79D}" dt="2025-02-16T14:52:58.098" v="2034" actId="255"/>
          <ac:spMkLst>
            <pc:docMk/>
            <pc:sldMk cId="1993788489" sldId="342"/>
            <ac:spMk id="8" creationId="{147B2212-27B8-2278-46B1-048EDEF2996B}"/>
          </ac:spMkLst>
        </pc:spChg>
        <pc:spChg chg="mod">
          <ac:chgData name="Minh Đình" userId="836bd1e508d52677" providerId="LiveId" clId="{E3EACA05-72C4-4750-83F6-FB9970E0A79D}" dt="2025-02-16T14:53:05.900" v="2036" actId="1076"/>
          <ac:spMkLst>
            <pc:docMk/>
            <pc:sldMk cId="1993788489" sldId="342"/>
            <ac:spMk id="10" creationId="{5D625B2B-F3EF-4680-1E37-D4110CA68FD0}"/>
          </ac:spMkLst>
        </pc:spChg>
      </pc:sldChg>
      <pc:sldChg chg="addSp delSp modSp add mod">
        <pc:chgData name="Minh Đình" userId="836bd1e508d52677" providerId="LiveId" clId="{E3EACA05-72C4-4750-83F6-FB9970E0A79D}" dt="2025-02-16T14:52:49.942" v="2033" actId="1076"/>
        <pc:sldMkLst>
          <pc:docMk/>
          <pc:sldMk cId="3422989575" sldId="343"/>
        </pc:sldMkLst>
        <pc:spChg chg="mod">
          <ac:chgData name="Minh Đình" userId="836bd1e508d52677" providerId="LiveId" clId="{E3EACA05-72C4-4750-83F6-FB9970E0A79D}" dt="2025-02-16T14:49:33.547" v="1982" actId="14100"/>
          <ac:spMkLst>
            <pc:docMk/>
            <pc:sldMk cId="3422989575" sldId="343"/>
            <ac:spMk id="2" creationId="{438B5675-63D5-79DF-D8B7-5129D5B2BBFE}"/>
          </ac:spMkLst>
        </pc:spChg>
        <pc:spChg chg="del">
          <ac:chgData name="Minh Đình" userId="836bd1e508d52677" providerId="LiveId" clId="{E3EACA05-72C4-4750-83F6-FB9970E0A79D}" dt="2025-02-16T14:49:36.399" v="1983" actId="478"/>
          <ac:spMkLst>
            <pc:docMk/>
            <pc:sldMk cId="3422989575" sldId="343"/>
            <ac:spMk id="5" creationId="{AF9C8CCF-5C07-14BB-B84A-99FA20D4D2D1}"/>
          </ac:spMkLst>
        </pc:spChg>
        <pc:spChg chg="mod">
          <ac:chgData name="Minh Đình" userId="836bd1e508d52677" providerId="LiveId" clId="{E3EACA05-72C4-4750-83F6-FB9970E0A79D}" dt="2025-02-16T14:52:48.035" v="2032" actId="1076"/>
          <ac:spMkLst>
            <pc:docMk/>
            <pc:sldMk cId="3422989575" sldId="343"/>
            <ac:spMk id="8" creationId="{74370EB4-8593-F11E-784F-AA0254327FEF}"/>
          </ac:spMkLst>
        </pc:spChg>
        <pc:spChg chg="del">
          <ac:chgData name="Minh Đình" userId="836bd1e508d52677" providerId="LiveId" clId="{E3EACA05-72C4-4750-83F6-FB9970E0A79D}" dt="2025-02-16T14:50:43.021" v="2000" actId="478"/>
          <ac:spMkLst>
            <pc:docMk/>
            <pc:sldMk cId="3422989575" sldId="343"/>
            <ac:spMk id="10" creationId="{196670F3-F204-8718-1551-B4DE7275E883}"/>
          </ac:spMkLst>
        </pc:spChg>
        <pc:picChg chg="add mod">
          <ac:chgData name="Minh Đình" userId="836bd1e508d52677" providerId="LiveId" clId="{E3EACA05-72C4-4750-83F6-FB9970E0A79D}" dt="2025-02-16T14:52:49.942" v="2033" actId="1076"/>
          <ac:picMkLst>
            <pc:docMk/>
            <pc:sldMk cId="3422989575" sldId="343"/>
            <ac:picMk id="3" creationId="{BFDABE9F-29BE-6154-225E-6484639B310D}"/>
          </ac:picMkLst>
        </pc:picChg>
      </pc:sldChg>
      <pc:sldChg chg="addSp delSp modSp add mod">
        <pc:chgData name="Minh Đình" userId="836bd1e508d52677" providerId="LiveId" clId="{E3EACA05-72C4-4750-83F6-FB9970E0A79D}" dt="2025-02-16T15:17:17.377" v="2682"/>
        <pc:sldMkLst>
          <pc:docMk/>
          <pc:sldMk cId="508656084" sldId="344"/>
        </pc:sldMkLst>
        <pc:spChg chg="mod">
          <ac:chgData name="Minh Đình" userId="836bd1e508d52677" providerId="LiveId" clId="{E3EACA05-72C4-4750-83F6-FB9970E0A79D}" dt="2025-02-16T14:54:25.049" v="2094" actId="20577"/>
          <ac:spMkLst>
            <pc:docMk/>
            <pc:sldMk cId="508656084" sldId="344"/>
            <ac:spMk id="2" creationId="{0A4643C3-66CB-ABA8-4599-CC819B60CA57}"/>
          </ac:spMkLst>
        </pc:spChg>
        <pc:spChg chg="add mod">
          <ac:chgData name="Minh Đình" userId="836bd1e508d52677" providerId="LiveId" clId="{E3EACA05-72C4-4750-83F6-FB9970E0A79D}" dt="2025-02-16T15:17:17.377" v="2682"/>
          <ac:spMkLst>
            <pc:docMk/>
            <pc:sldMk cId="508656084" sldId="344"/>
            <ac:spMk id="4" creationId="{D58AF59D-67E4-1254-2172-B6480703BE9F}"/>
          </ac:spMkLst>
        </pc:spChg>
        <pc:spChg chg="add mod">
          <ac:chgData name="Minh Đình" userId="836bd1e508d52677" providerId="LiveId" clId="{E3EACA05-72C4-4750-83F6-FB9970E0A79D}" dt="2025-02-16T14:58:42.568" v="2199" actId="1035"/>
          <ac:spMkLst>
            <pc:docMk/>
            <pc:sldMk cId="508656084" sldId="344"/>
            <ac:spMk id="5" creationId="{AB5091DF-BCEF-AC95-9228-4F938B3CC2B1}"/>
          </ac:spMkLst>
        </pc:spChg>
        <pc:spChg chg="mod">
          <ac:chgData name="Minh Đình" userId="836bd1e508d52677" providerId="LiveId" clId="{E3EACA05-72C4-4750-83F6-FB9970E0A79D}" dt="2025-02-16T15:01:18.364" v="2247" actId="2711"/>
          <ac:spMkLst>
            <pc:docMk/>
            <pc:sldMk cId="508656084" sldId="344"/>
            <ac:spMk id="8" creationId="{EEB13361-D26C-8869-7E54-CB7CA454F968}"/>
          </ac:spMkLst>
        </pc:spChg>
        <pc:picChg chg="del">
          <ac:chgData name="Minh Đình" userId="836bd1e508d52677" providerId="LiveId" clId="{E3EACA05-72C4-4750-83F6-FB9970E0A79D}" dt="2025-02-16T14:54:34.223" v="2097" actId="478"/>
          <ac:picMkLst>
            <pc:docMk/>
            <pc:sldMk cId="508656084" sldId="344"/>
            <ac:picMk id="3" creationId="{A779F63C-E72D-6D25-1D18-DF2E952BD5E0}"/>
          </ac:picMkLst>
        </pc:picChg>
      </pc:sldChg>
      <pc:sldChg chg="addSp delSp modSp add mod">
        <pc:chgData name="Minh Đình" userId="836bd1e508d52677" providerId="LiveId" clId="{E3EACA05-72C4-4750-83F6-FB9970E0A79D}" dt="2025-02-16T15:15:54.988" v="2669" actId="20577"/>
        <pc:sldMkLst>
          <pc:docMk/>
          <pc:sldMk cId="3855095751" sldId="345"/>
        </pc:sldMkLst>
        <pc:spChg chg="mod">
          <ac:chgData name="Minh Đình" userId="836bd1e508d52677" providerId="LiveId" clId="{E3EACA05-72C4-4750-83F6-FB9970E0A79D}" dt="2025-02-16T15:00:19.681" v="2246" actId="20577"/>
          <ac:spMkLst>
            <pc:docMk/>
            <pc:sldMk cId="3855095751" sldId="345"/>
            <ac:spMk id="2" creationId="{C9A7121A-C411-9C50-A60B-63FF7AB7633E}"/>
          </ac:spMkLst>
        </pc:spChg>
        <pc:spChg chg="del">
          <ac:chgData name="Minh Đình" userId="836bd1e508d52677" providerId="LiveId" clId="{E3EACA05-72C4-4750-83F6-FB9970E0A79D}" dt="2025-02-16T15:01:31.112" v="2251" actId="478"/>
          <ac:spMkLst>
            <pc:docMk/>
            <pc:sldMk cId="3855095751" sldId="345"/>
            <ac:spMk id="4" creationId="{190DC953-7849-29AC-2217-81C5235D9FDB}"/>
          </ac:spMkLst>
        </pc:spChg>
        <pc:spChg chg="del">
          <ac:chgData name="Minh Đình" userId="836bd1e508d52677" providerId="LiveId" clId="{E3EACA05-72C4-4750-83F6-FB9970E0A79D}" dt="2025-02-16T15:01:31.112" v="2251" actId="478"/>
          <ac:spMkLst>
            <pc:docMk/>
            <pc:sldMk cId="3855095751" sldId="345"/>
            <ac:spMk id="5" creationId="{9E916EBA-1A8C-C54D-9682-011124407140}"/>
          </ac:spMkLst>
        </pc:spChg>
        <pc:spChg chg="mod">
          <ac:chgData name="Minh Đình" userId="836bd1e508d52677" providerId="LiveId" clId="{E3EACA05-72C4-4750-83F6-FB9970E0A79D}" dt="2025-02-16T15:11:03.653" v="2376"/>
          <ac:spMkLst>
            <pc:docMk/>
            <pc:sldMk cId="3855095751" sldId="345"/>
            <ac:spMk id="8" creationId="{1B52C76D-BCB5-584D-1F71-E776FC033F28}"/>
          </ac:spMkLst>
        </pc:spChg>
        <pc:graphicFrameChg chg="add del mod modGraphic">
          <ac:chgData name="Minh Đình" userId="836bd1e508d52677" providerId="LiveId" clId="{E3EACA05-72C4-4750-83F6-FB9970E0A79D}" dt="2025-02-16T15:11:28.003" v="2389" actId="478"/>
          <ac:graphicFrameMkLst>
            <pc:docMk/>
            <pc:sldMk cId="3855095751" sldId="345"/>
            <ac:graphicFrameMk id="3" creationId="{AE481767-3708-0257-A96A-9D8268D53488}"/>
          </ac:graphicFrameMkLst>
        </pc:graphicFrameChg>
        <pc:graphicFrameChg chg="add mod modGraphic">
          <ac:chgData name="Minh Đình" userId="836bd1e508d52677" providerId="LiveId" clId="{E3EACA05-72C4-4750-83F6-FB9970E0A79D}" dt="2025-02-16T15:15:54.988" v="2669" actId="20577"/>
          <ac:graphicFrameMkLst>
            <pc:docMk/>
            <pc:sldMk cId="3855095751" sldId="345"/>
            <ac:graphicFrameMk id="7" creationId="{3A55483F-C277-A913-B075-1BA3613C99E4}"/>
          </ac:graphicFrameMkLst>
        </pc:graphicFrameChg>
      </pc:sldChg>
      <pc:sldChg chg="modSp add mod ord">
        <pc:chgData name="Minh Đình" userId="836bd1e508d52677" providerId="LiveId" clId="{E3EACA05-72C4-4750-83F6-FB9970E0A79D}" dt="2025-02-16T15:10:34.584" v="2364"/>
        <pc:sldMkLst>
          <pc:docMk/>
          <pc:sldMk cId="2033096166" sldId="346"/>
        </pc:sldMkLst>
        <pc:spChg chg="mod">
          <ac:chgData name="Minh Đình" userId="836bd1e508d52677" providerId="LiveId" clId="{E3EACA05-72C4-4750-83F6-FB9970E0A79D}" dt="2025-02-16T15:10:32.706" v="2362" actId="1076"/>
          <ac:spMkLst>
            <pc:docMk/>
            <pc:sldMk cId="2033096166" sldId="346"/>
            <ac:spMk id="8" creationId="{D7014F5A-826B-921D-43F8-7B232BBBE75B}"/>
          </ac:spMkLst>
        </pc:spChg>
      </pc:sldChg>
      <pc:sldChg chg="addSp delSp modSp add mod modAnim">
        <pc:chgData name="Minh Đình" userId="836bd1e508d52677" providerId="LiveId" clId="{E3EACA05-72C4-4750-83F6-FB9970E0A79D}" dt="2025-02-16T15:22:24.944" v="2965" actId="2711"/>
        <pc:sldMkLst>
          <pc:docMk/>
          <pc:sldMk cId="4190792281" sldId="347"/>
        </pc:sldMkLst>
        <pc:spChg chg="add mod">
          <ac:chgData name="Minh Đình" userId="836bd1e508d52677" providerId="LiveId" clId="{E3EACA05-72C4-4750-83F6-FB9970E0A79D}" dt="2025-02-16T15:17:40.498" v="2689" actId="1076"/>
          <ac:spMkLst>
            <pc:docMk/>
            <pc:sldMk cId="4190792281" sldId="347"/>
            <ac:spMk id="3" creationId="{A702CDE1-D1DA-9E1B-6898-84D8E3ECC19C}"/>
          </ac:spMkLst>
        </pc:spChg>
        <pc:spChg chg="add mod">
          <ac:chgData name="Minh Đình" userId="836bd1e508d52677" providerId="LiveId" clId="{E3EACA05-72C4-4750-83F6-FB9970E0A79D}" dt="2025-02-16T15:19:14.896" v="2751" actId="1076"/>
          <ac:spMkLst>
            <pc:docMk/>
            <pc:sldMk cId="4190792281" sldId="347"/>
            <ac:spMk id="5" creationId="{DD21EFA1-87E6-C678-891D-56B8C0942BA3}"/>
          </ac:spMkLst>
        </pc:spChg>
        <pc:spChg chg="mod">
          <ac:chgData name="Minh Đình" userId="836bd1e508d52677" providerId="LiveId" clId="{E3EACA05-72C4-4750-83F6-FB9970E0A79D}" dt="2025-02-16T15:17:11.221" v="2680" actId="2711"/>
          <ac:spMkLst>
            <pc:docMk/>
            <pc:sldMk cId="4190792281" sldId="347"/>
            <ac:spMk id="8" creationId="{5E169DAC-910D-6FBE-2727-9141D6CB33B0}"/>
          </ac:spMkLst>
        </pc:spChg>
        <pc:spChg chg="add mod">
          <ac:chgData name="Minh Đình" userId="836bd1e508d52677" providerId="LiveId" clId="{E3EACA05-72C4-4750-83F6-FB9970E0A79D}" dt="2025-02-16T15:22:24.944" v="2965" actId="2711"/>
          <ac:spMkLst>
            <pc:docMk/>
            <pc:sldMk cId="4190792281" sldId="347"/>
            <ac:spMk id="9" creationId="{035C60B4-7149-0718-D54B-1E41D1B878C3}"/>
          </ac:spMkLst>
        </pc:spChg>
        <pc:spChg chg="add mod">
          <ac:chgData name="Minh Đình" userId="836bd1e508d52677" providerId="LiveId" clId="{E3EACA05-72C4-4750-83F6-FB9970E0A79D}" dt="2025-02-16T15:21:10.614" v="2964" actId="2711"/>
          <ac:spMkLst>
            <pc:docMk/>
            <pc:sldMk cId="4190792281" sldId="347"/>
            <ac:spMk id="10" creationId="{F2A87280-7711-65FC-2DC5-3E183C5D7C04}"/>
          </ac:spMkLst>
        </pc:spChg>
        <pc:graphicFrameChg chg="del modGraphic">
          <ac:chgData name="Minh Đình" userId="836bd1e508d52677" providerId="LiveId" clId="{E3EACA05-72C4-4750-83F6-FB9970E0A79D}" dt="2025-02-16T15:17:04.078" v="2679" actId="478"/>
          <ac:graphicFrameMkLst>
            <pc:docMk/>
            <pc:sldMk cId="4190792281" sldId="347"/>
            <ac:graphicFrameMk id="7" creationId="{16A71E44-1730-F39E-28F1-E11C4F0DF3C5}"/>
          </ac:graphicFrameMkLst>
        </pc:graphicFrameChg>
      </pc:sldChg>
      <pc:sldChg chg="delSp modSp add mod">
        <pc:chgData name="Minh Đình" userId="836bd1e508d52677" providerId="LiveId" clId="{E3EACA05-72C4-4750-83F6-FB9970E0A79D}" dt="2025-02-16T16:10:41.669" v="4710" actId="1076"/>
        <pc:sldMkLst>
          <pc:docMk/>
          <pc:sldMk cId="988199101" sldId="348"/>
        </pc:sldMkLst>
        <pc:spChg chg="mod">
          <ac:chgData name="Minh Đình" userId="836bd1e508d52677" providerId="LiveId" clId="{E3EACA05-72C4-4750-83F6-FB9970E0A79D}" dt="2025-02-16T16:10:41.669" v="4710" actId="1076"/>
          <ac:spMkLst>
            <pc:docMk/>
            <pc:sldMk cId="988199101" sldId="348"/>
            <ac:spMk id="4" creationId="{F385D03D-F842-46A3-DFAF-CE582EFAAD6B}"/>
          </ac:spMkLst>
        </pc:spChg>
        <pc:spChg chg="mod">
          <ac:chgData name="Minh Đình" userId="836bd1e508d52677" providerId="LiveId" clId="{E3EACA05-72C4-4750-83F6-FB9970E0A79D}" dt="2025-02-16T16:10:41.669" v="4710" actId="1076"/>
          <ac:spMkLst>
            <pc:docMk/>
            <pc:sldMk cId="988199101" sldId="348"/>
            <ac:spMk id="5" creationId="{D3663D8F-1A5C-5F36-53AD-E89E04268950}"/>
          </ac:spMkLst>
        </pc:spChg>
        <pc:spChg chg="mod">
          <ac:chgData name="Minh Đình" userId="836bd1e508d52677" providerId="LiveId" clId="{E3EACA05-72C4-4750-83F6-FB9970E0A79D}" dt="2025-02-16T16:10:41.669" v="4710" actId="1076"/>
          <ac:spMkLst>
            <pc:docMk/>
            <pc:sldMk cId="988199101" sldId="348"/>
            <ac:spMk id="7" creationId="{A286F8BE-3666-84CE-A948-E785172F0D9F}"/>
          </ac:spMkLst>
        </pc:spChg>
        <pc:spChg chg="del">
          <ac:chgData name="Minh Đình" userId="836bd1e508d52677" providerId="LiveId" clId="{E3EACA05-72C4-4750-83F6-FB9970E0A79D}" dt="2025-02-16T16:01:19.505" v="4229" actId="478"/>
          <ac:spMkLst>
            <pc:docMk/>
            <pc:sldMk cId="988199101" sldId="348"/>
            <ac:spMk id="8" creationId="{5DB3A3BD-A876-FBC2-670F-72C02D6ED396}"/>
          </ac:spMkLst>
        </pc:spChg>
        <pc:spChg chg="del mod">
          <ac:chgData name="Minh Đình" userId="836bd1e508d52677" providerId="LiveId" clId="{E3EACA05-72C4-4750-83F6-FB9970E0A79D}" dt="2025-02-16T16:00:46.669" v="4220" actId="478"/>
          <ac:spMkLst>
            <pc:docMk/>
            <pc:sldMk cId="988199101" sldId="348"/>
            <ac:spMk id="12" creationId="{3E76BF62-7333-C2A1-EB3E-365C5C6E62E0}"/>
          </ac:spMkLst>
        </pc:spChg>
        <pc:spChg chg="del">
          <ac:chgData name="Minh Đình" userId="836bd1e508d52677" providerId="LiveId" clId="{E3EACA05-72C4-4750-83F6-FB9970E0A79D}" dt="2025-02-16T16:00:44.060" v="4218" actId="478"/>
          <ac:spMkLst>
            <pc:docMk/>
            <pc:sldMk cId="988199101" sldId="348"/>
            <ac:spMk id="13" creationId="{6632034E-B56C-4268-55B6-E35E9E3E5382}"/>
          </ac:spMkLst>
        </pc:spChg>
        <pc:spChg chg="del">
          <ac:chgData name="Minh Đình" userId="836bd1e508d52677" providerId="LiveId" clId="{E3EACA05-72C4-4750-83F6-FB9970E0A79D}" dt="2025-02-16T16:00:44.060" v="4218" actId="478"/>
          <ac:spMkLst>
            <pc:docMk/>
            <pc:sldMk cId="988199101" sldId="348"/>
            <ac:spMk id="14" creationId="{6F7209DB-E707-8BA3-B50B-C223E17C5244}"/>
          </ac:spMkLst>
        </pc:spChg>
        <pc:spChg chg="del">
          <ac:chgData name="Minh Đình" userId="836bd1e508d52677" providerId="LiveId" clId="{E3EACA05-72C4-4750-83F6-FB9970E0A79D}" dt="2025-02-16T16:00:44.060" v="4218" actId="478"/>
          <ac:spMkLst>
            <pc:docMk/>
            <pc:sldMk cId="988199101" sldId="348"/>
            <ac:spMk id="15" creationId="{134BD309-D0A4-7DF5-353E-7F93A81CD8A8}"/>
          </ac:spMkLst>
        </pc:spChg>
      </pc:sldChg>
      <pc:sldChg chg="addSp delSp modSp add mod ord">
        <pc:chgData name="Minh Đình" userId="836bd1e508d52677" providerId="LiveId" clId="{E3EACA05-72C4-4750-83F6-FB9970E0A79D}" dt="2025-02-16T16:10:31.507" v="4709" actId="20577"/>
        <pc:sldMkLst>
          <pc:docMk/>
          <pc:sldMk cId="384334566" sldId="349"/>
        </pc:sldMkLst>
        <pc:spChg chg="add mod">
          <ac:chgData name="Minh Đình" userId="836bd1e508d52677" providerId="LiveId" clId="{E3EACA05-72C4-4750-83F6-FB9970E0A79D}" dt="2025-02-16T16:08:27.893" v="4565" actId="1076"/>
          <ac:spMkLst>
            <pc:docMk/>
            <pc:sldMk cId="384334566" sldId="349"/>
            <ac:spMk id="3" creationId="{9FF6501D-3C39-7453-338D-A5CA89CFA513}"/>
          </ac:spMkLst>
        </pc:spChg>
        <pc:spChg chg="mod">
          <ac:chgData name="Minh Đình" userId="836bd1e508d52677" providerId="LiveId" clId="{E3EACA05-72C4-4750-83F6-FB9970E0A79D}" dt="2025-02-16T16:10:07.391" v="4678" actId="2711"/>
          <ac:spMkLst>
            <pc:docMk/>
            <pc:sldMk cId="384334566" sldId="349"/>
            <ac:spMk id="4" creationId="{3248F557-781A-FFF8-3D86-983A44C96062}"/>
          </ac:spMkLst>
        </pc:spChg>
        <pc:spChg chg="mod">
          <ac:chgData name="Minh Đình" userId="836bd1e508d52677" providerId="LiveId" clId="{E3EACA05-72C4-4750-83F6-FB9970E0A79D}" dt="2025-02-16T16:08:27.893" v="4565" actId="1076"/>
          <ac:spMkLst>
            <pc:docMk/>
            <pc:sldMk cId="384334566" sldId="349"/>
            <ac:spMk id="5" creationId="{DD8C595E-F644-281D-D199-AB31FFBB01C7}"/>
          </ac:spMkLst>
        </pc:spChg>
        <pc:spChg chg="del">
          <ac:chgData name="Minh Đình" userId="836bd1e508d52677" providerId="LiveId" clId="{E3EACA05-72C4-4750-83F6-FB9970E0A79D}" dt="2025-02-16T16:07:46.030" v="4523" actId="478"/>
          <ac:spMkLst>
            <pc:docMk/>
            <pc:sldMk cId="384334566" sldId="349"/>
            <ac:spMk id="7" creationId="{C77B6533-BDC3-AF3D-8891-D386D5FB773C}"/>
          </ac:spMkLst>
        </pc:spChg>
        <pc:spChg chg="mod">
          <ac:chgData name="Minh Đình" userId="836bd1e508d52677" providerId="LiveId" clId="{E3EACA05-72C4-4750-83F6-FB9970E0A79D}" dt="2025-02-16T16:08:27.893" v="4565" actId="1076"/>
          <ac:spMkLst>
            <pc:docMk/>
            <pc:sldMk cId="384334566" sldId="349"/>
            <ac:spMk id="8" creationId="{C78E292E-05B7-B6C6-229F-B2E5A892D61D}"/>
          </ac:spMkLst>
        </pc:spChg>
        <pc:spChg chg="add mod">
          <ac:chgData name="Minh Đình" userId="836bd1e508d52677" providerId="LiveId" clId="{E3EACA05-72C4-4750-83F6-FB9970E0A79D}" dt="2025-02-16T16:10:14.917" v="4681" actId="2711"/>
          <ac:spMkLst>
            <pc:docMk/>
            <pc:sldMk cId="384334566" sldId="349"/>
            <ac:spMk id="10" creationId="{B6700332-7AE5-D428-28DF-CE1121E15CC1}"/>
          </ac:spMkLst>
        </pc:spChg>
        <pc:spChg chg="add mod">
          <ac:chgData name="Minh Đình" userId="836bd1e508d52677" providerId="LiveId" clId="{E3EACA05-72C4-4750-83F6-FB9970E0A79D}" dt="2025-02-16T16:09:26.343" v="4610" actId="20577"/>
          <ac:spMkLst>
            <pc:docMk/>
            <pc:sldMk cId="384334566" sldId="349"/>
            <ac:spMk id="11" creationId="{482217C7-63E6-1331-22F0-D6C5F67E8E61}"/>
          </ac:spMkLst>
        </pc:spChg>
        <pc:spChg chg="del">
          <ac:chgData name="Minh Đình" userId="836bd1e508d52677" providerId="LiveId" clId="{E3EACA05-72C4-4750-83F6-FB9970E0A79D}" dt="2025-02-16T16:08:31.754" v="4566" actId="478"/>
          <ac:spMkLst>
            <pc:docMk/>
            <pc:sldMk cId="384334566" sldId="349"/>
            <ac:spMk id="12" creationId="{0ACC2694-840C-A645-BCA3-DBDF2E47261C}"/>
          </ac:spMkLst>
        </pc:spChg>
        <pc:spChg chg="del">
          <ac:chgData name="Minh Đình" userId="836bd1e508d52677" providerId="LiveId" clId="{E3EACA05-72C4-4750-83F6-FB9970E0A79D}" dt="2025-02-16T16:08:31.754" v="4566" actId="478"/>
          <ac:spMkLst>
            <pc:docMk/>
            <pc:sldMk cId="384334566" sldId="349"/>
            <ac:spMk id="13" creationId="{08888A72-E30B-468E-BD82-338343A7ED0D}"/>
          </ac:spMkLst>
        </pc:spChg>
        <pc:spChg chg="del">
          <ac:chgData name="Minh Đình" userId="836bd1e508d52677" providerId="LiveId" clId="{E3EACA05-72C4-4750-83F6-FB9970E0A79D}" dt="2025-02-16T16:08:31.754" v="4566" actId="478"/>
          <ac:spMkLst>
            <pc:docMk/>
            <pc:sldMk cId="384334566" sldId="349"/>
            <ac:spMk id="14" creationId="{BC64FC04-2ED7-EE6D-861A-F5A882B71DDC}"/>
          </ac:spMkLst>
        </pc:spChg>
        <pc:spChg chg="del">
          <ac:chgData name="Minh Đình" userId="836bd1e508d52677" providerId="LiveId" clId="{E3EACA05-72C4-4750-83F6-FB9970E0A79D}" dt="2025-02-16T16:08:31.754" v="4566" actId="478"/>
          <ac:spMkLst>
            <pc:docMk/>
            <pc:sldMk cId="384334566" sldId="349"/>
            <ac:spMk id="15" creationId="{764D5E7D-338F-D390-76ED-34DD7F8384E6}"/>
          </ac:spMkLst>
        </pc:spChg>
        <pc:spChg chg="add mod">
          <ac:chgData name="Minh Đình" userId="836bd1e508d52677" providerId="LiveId" clId="{E3EACA05-72C4-4750-83F6-FB9970E0A79D}" dt="2025-02-16T16:09:04.353" v="4568" actId="1076"/>
          <ac:spMkLst>
            <pc:docMk/>
            <pc:sldMk cId="384334566" sldId="349"/>
            <ac:spMk id="16" creationId="{0CC8F5F6-5D7E-7319-7A32-1808222BBCE7}"/>
          </ac:spMkLst>
        </pc:spChg>
        <pc:spChg chg="add mod">
          <ac:chgData name="Minh Đình" userId="836bd1e508d52677" providerId="LiveId" clId="{E3EACA05-72C4-4750-83F6-FB9970E0A79D}" dt="2025-02-16T16:10:31.507" v="4709" actId="20577"/>
          <ac:spMkLst>
            <pc:docMk/>
            <pc:sldMk cId="384334566" sldId="349"/>
            <ac:spMk id="17" creationId="{0428638E-B407-F63A-ABC2-2F29EF893D39}"/>
          </ac:spMkLst>
        </pc:spChg>
        <pc:picChg chg="add del">
          <ac:chgData name="Minh Đình" userId="836bd1e508d52677" providerId="LiveId" clId="{E3EACA05-72C4-4750-83F6-FB9970E0A79D}" dt="2025-02-16T16:08:12.384" v="4562" actId="22"/>
          <ac:picMkLst>
            <pc:docMk/>
            <pc:sldMk cId="384334566" sldId="349"/>
            <ac:picMk id="9" creationId="{9538B983-702B-05DD-A186-0A01A26EBE2D}"/>
          </ac:picMkLst>
        </pc:picChg>
      </pc:sldChg>
      <pc:sldChg chg="delSp modSp add mod">
        <pc:chgData name="Minh Đình" userId="836bd1e508d52677" providerId="LiveId" clId="{E3EACA05-72C4-4750-83F6-FB9970E0A79D}" dt="2025-02-16T16:23:49.235" v="4866" actId="2711"/>
        <pc:sldMkLst>
          <pc:docMk/>
          <pc:sldMk cId="280278997" sldId="350"/>
        </pc:sldMkLst>
        <pc:spChg chg="del">
          <ac:chgData name="Minh Đình" userId="836bd1e508d52677" providerId="LiveId" clId="{E3EACA05-72C4-4750-83F6-FB9970E0A79D}" dt="2025-02-16T16:16:31.949" v="4748" actId="478"/>
          <ac:spMkLst>
            <pc:docMk/>
            <pc:sldMk cId="280278997" sldId="350"/>
            <ac:spMk id="2" creationId="{054A45E7-2DC0-4401-C7F8-4599FD3DC910}"/>
          </ac:spMkLst>
        </pc:spChg>
        <pc:spChg chg="mod">
          <ac:chgData name="Minh Đình" userId="836bd1e508d52677" providerId="LiveId" clId="{E3EACA05-72C4-4750-83F6-FB9970E0A79D}" dt="2025-02-16T16:23:49.235" v="4866" actId="2711"/>
          <ac:spMkLst>
            <pc:docMk/>
            <pc:sldMk cId="280278997" sldId="350"/>
            <ac:spMk id="4" creationId="{D1DDF993-6888-8230-DCA4-C0FFBA938812}"/>
          </ac:spMkLst>
        </pc:spChg>
        <pc:spChg chg="del">
          <ac:chgData name="Minh Đình" userId="836bd1e508d52677" providerId="LiveId" clId="{E3EACA05-72C4-4750-83F6-FB9970E0A79D}" dt="2025-02-16T16:18:44.384" v="4755" actId="478"/>
          <ac:spMkLst>
            <pc:docMk/>
            <pc:sldMk cId="280278997" sldId="350"/>
            <ac:spMk id="5" creationId="{B1AF352C-7009-4272-4B6E-BA6A3F2F86C1}"/>
          </ac:spMkLst>
        </pc:spChg>
        <pc:spChg chg="mod">
          <ac:chgData name="Minh Đình" userId="836bd1e508d52677" providerId="LiveId" clId="{E3EACA05-72C4-4750-83F6-FB9970E0A79D}" dt="2025-02-16T16:16:34.827" v="4749" actId="14100"/>
          <ac:spMkLst>
            <pc:docMk/>
            <pc:sldMk cId="280278997" sldId="350"/>
            <ac:spMk id="25" creationId="{9FC1F08E-C6A4-1D14-D207-82547B754532}"/>
          </ac:spMkLst>
        </pc:spChg>
      </pc:sldChg>
      <pc:sldChg chg="addSp delSp modSp add mod">
        <pc:chgData name="Minh Đình" userId="836bd1e508d52677" providerId="LiveId" clId="{E3EACA05-72C4-4750-83F6-FB9970E0A79D}" dt="2025-02-16T16:36:21.982" v="5025" actId="20577"/>
        <pc:sldMkLst>
          <pc:docMk/>
          <pc:sldMk cId="1183573575" sldId="351"/>
        </pc:sldMkLst>
        <pc:spChg chg="del">
          <ac:chgData name="Minh Đình" userId="836bd1e508d52677" providerId="LiveId" clId="{E3EACA05-72C4-4750-83F6-FB9970E0A79D}" dt="2025-02-16T16:25:28.372" v="4870" actId="478"/>
          <ac:spMkLst>
            <pc:docMk/>
            <pc:sldMk cId="1183573575" sldId="351"/>
            <ac:spMk id="2" creationId="{7E903CBD-A29A-D6A6-F42F-0B4B3A9627D3}"/>
          </ac:spMkLst>
        </pc:spChg>
        <pc:spChg chg="add mod">
          <ac:chgData name="Minh Đình" userId="836bd1e508d52677" providerId="LiveId" clId="{E3EACA05-72C4-4750-83F6-FB9970E0A79D}" dt="2025-02-16T16:25:26.206" v="4869"/>
          <ac:spMkLst>
            <pc:docMk/>
            <pc:sldMk cId="1183573575" sldId="351"/>
            <ac:spMk id="3" creationId="{16C74D9E-DD68-A27D-2689-315871FEC84A}"/>
          </ac:spMkLst>
        </pc:spChg>
        <pc:spChg chg="mod">
          <ac:chgData name="Minh Đình" userId="836bd1e508d52677" providerId="LiveId" clId="{E3EACA05-72C4-4750-83F6-FB9970E0A79D}" dt="2025-02-16T16:36:21.982" v="5025" actId="20577"/>
          <ac:spMkLst>
            <pc:docMk/>
            <pc:sldMk cId="1183573575" sldId="351"/>
            <ac:spMk id="4" creationId="{203CFFCE-D05E-D5E2-52E3-0B7330D62F1C}"/>
          </ac:spMkLst>
        </pc:spChg>
        <pc:spChg chg="mod">
          <ac:chgData name="Minh Đình" userId="836bd1e508d52677" providerId="LiveId" clId="{E3EACA05-72C4-4750-83F6-FB9970E0A79D}" dt="2025-02-16T16:35:09.061" v="4912" actId="1076"/>
          <ac:spMkLst>
            <pc:docMk/>
            <pc:sldMk cId="1183573575" sldId="351"/>
            <ac:spMk id="5" creationId="{D53C7046-FBE9-842D-7DDB-6717CF78F52E}"/>
          </ac:spMkLst>
        </pc:spChg>
        <pc:spChg chg="add">
          <ac:chgData name="Minh Đình" userId="836bd1e508d52677" providerId="LiveId" clId="{E3EACA05-72C4-4750-83F6-FB9970E0A79D}" dt="2025-02-16T16:36:09.395" v="5008"/>
          <ac:spMkLst>
            <pc:docMk/>
            <pc:sldMk cId="1183573575" sldId="351"/>
            <ac:spMk id="6" creationId="{615FC52B-86FA-0353-3BA3-204B7467CB7E}"/>
          </ac:spMkLst>
        </pc:spChg>
        <pc:spChg chg="del">
          <ac:chgData name="Minh Đình" userId="836bd1e508d52677" providerId="LiveId" clId="{E3EACA05-72C4-4750-83F6-FB9970E0A79D}" dt="2025-02-16T16:25:25.910" v="4868" actId="478"/>
          <ac:spMkLst>
            <pc:docMk/>
            <pc:sldMk cId="1183573575" sldId="351"/>
            <ac:spMk id="25" creationId="{92D999EB-60D0-B0E9-A54C-F4B36A882882}"/>
          </ac:spMkLst>
        </pc:spChg>
      </pc:sldChg>
      <pc:sldChg chg="addSp delSp modSp add mod ord">
        <pc:chgData name="Minh Đình" userId="836bd1e508d52677" providerId="LiveId" clId="{E3EACA05-72C4-4750-83F6-FB9970E0A79D}" dt="2025-02-16T16:53:37.741" v="5098"/>
        <pc:sldMkLst>
          <pc:docMk/>
          <pc:sldMk cId="3042721552" sldId="352"/>
        </pc:sldMkLst>
        <pc:spChg chg="del">
          <ac:chgData name="Minh Đình" userId="836bd1e508d52677" providerId="LiveId" clId="{E3EACA05-72C4-4750-83F6-FB9970E0A79D}" dt="2025-02-16T16:51:30.671" v="5047" actId="478"/>
          <ac:spMkLst>
            <pc:docMk/>
            <pc:sldMk cId="3042721552" sldId="352"/>
            <ac:spMk id="3" creationId="{C73BCC36-CCE5-7544-C864-4645FA28B31B}"/>
          </ac:spMkLst>
        </pc:spChg>
        <pc:spChg chg="mod">
          <ac:chgData name="Minh Đình" userId="836bd1e508d52677" providerId="LiveId" clId="{E3EACA05-72C4-4750-83F6-FB9970E0A79D}" dt="2025-02-16T16:53:34.198" v="5096" actId="6549"/>
          <ac:spMkLst>
            <pc:docMk/>
            <pc:sldMk cId="3042721552" sldId="352"/>
            <ac:spMk id="4" creationId="{9D95849E-9628-81B5-2938-5A7F26C6EAC4}"/>
          </ac:spMkLst>
        </pc:spChg>
        <pc:spChg chg="mod">
          <ac:chgData name="Minh Đình" userId="836bd1e508d52677" providerId="LiveId" clId="{E3EACA05-72C4-4750-83F6-FB9970E0A79D}" dt="2025-02-16T16:53:33.151" v="5095" actId="1076"/>
          <ac:spMkLst>
            <pc:docMk/>
            <pc:sldMk cId="3042721552" sldId="352"/>
            <ac:spMk id="5" creationId="{F6BB5A13-B99F-14AD-095B-05F94E13BD4B}"/>
          </ac:spMkLst>
        </pc:spChg>
        <pc:spChg chg="add">
          <ac:chgData name="Minh Đình" userId="836bd1e508d52677" providerId="LiveId" clId="{E3EACA05-72C4-4750-83F6-FB9970E0A79D}" dt="2025-02-16T16:52:32.112" v="5054"/>
          <ac:spMkLst>
            <pc:docMk/>
            <pc:sldMk cId="3042721552" sldId="352"/>
            <ac:spMk id="6" creationId="{45982A22-A2A9-0D4B-3EB0-8135E697963D}"/>
          </ac:spMkLst>
        </pc:spChg>
        <pc:spChg chg="del">
          <ac:chgData name="Minh Đình" userId="836bd1e508d52677" providerId="LiveId" clId="{E3EACA05-72C4-4750-83F6-FB9970E0A79D}" dt="2025-02-16T16:51:30.047" v="5046" actId="478"/>
          <ac:spMkLst>
            <pc:docMk/>
            <pc:sldMk cId="3042721552" sldId="352"/>
            <ac:spMk id="8" creationId="{58228B1F-6A57-1E7A-1D8C-49C9E6A60058}"/>
          </ac:spMkLst>
        </pc:spChg>
        <pc:spChg chg="del">
          <ac:chgData name="Minh Đình" userId="836bd1e508d52677" providerId="LiveId" clId="{E3EACA05-72C4-4750-83F6-FB9970E0A79D}" dt="2025-02-16T16:50:45.684" v="5042" actId="478"/>
          <ac:spMkLst>
            <pc:docMk/>
            <pc:sldMk cId="3042721552" sldId="352"/>
            <ac:spMk id="10" creationId="{89247C1A-C236-EC11-77C0-2241A1494235}"/>
          </ac:spMkLst>
        </pc:spChg>
        <pc:spChg chg="del">
          <ac:chgData name="Minh Đình" userId="836bd1e508d52677" providerId="LiveId" clId="{E3EACA05-72C4-4750-83F6-FB9970E0A79D}" dt="2025-02-16T16:50:43.398" v="5041" actId="478"/>
          <ac:spMkLst>
            <pc:docMk/>
            <pc:sldMk cId="3042721552" sldId="352"/>
            <ac:spMk id="11" creationId="{F62DFCE1-679B-01C6-8771-AA41EB6E631C}"/>
          </ac:spMkLst>
        </pc:spChg>
        <pc:spChg chg="del">
          <ac:chgData name="Minh Đình" userId="836bd1e508d52677" providerId="LiveId" clId="{E3EACA05-72C4-4750-83F6-FB9970E0A79D}" dt="2025-02-16T16:50:43.398" v="5041" actId="478"/>
          <ac:spMkLst>
            <pc:docMk/>
            <pc:sldMk cId="3042721552" sldId="352"/>
            <ac:spMk id="16" creationId="{7CF83F21-1325-FF46-CF13-237C56D040DF}"/>
          </ac:spMkLst>
        </pc:spChg>
        <pc:spChg chg="del">
          <ac:chgData name="Minh Đình" userId="836bd1e508d52677" providerId="LiveId" clId="{E3EACA05-72C4-4750-83F6-FB9970E0A79D}" dt="2025-02-16T16:50:43.398" v="5041" actId="478"/>
          <ac:spMkLst>
            <pc:docMk/>
            <pc:sldMk cId="3042721552" sldId="352"/>
            <ac:spMk id="17" creationId="{D313A703-7D4C-CD4B-A77A-9DD8DF23C611}"/>
          </ac:spMkLst>
        </pc:spChg>
      </pc:sldChg>
      <pc:sldChg chg="addSp delSp modSp add mod">
        <pc:chgData name="Minh Đình" userId="836bd1e508d52677" providerId="LiveId" clId="{E3EACA05-72C4-4750-83F6-FB9970E0A79D}" dt="2025-02-16T17:00:09.210" v="5547"/>
        <pc:sldMkLst>
          <pc:docMk/>
          <pc:sldMk cId="2891411740" sldId="353"/>
        </pc:sldMkLst>
        <pc:spChg chg="del">
          <ac:chgData name="Minh Đình" userId="836bd1e508d52677" providerId="LiveId" clId="{E3EACA05-72C4-4750-83F6-FB9970E0A79D}" dt="2025-02-16T16:53:53.087" v="5100" actId="478"/>
          <ac:spMkLst>
            <pc:docMk/>
            <pc:sldMk cId="2891411740" sldId="353"/>
            <ac:spMk id="4" creationId="{16BF596E-E4C6-29F8-D761-9EB615E64CFD}"/>
          </ac:spMkLst>
        </pc:spChg>
        <pc:spChg chg="del">
          <ac:chgData name="Minh Đình" userId="836bd1e508d52677" providerId="LiveId" clId="{E3EACA05-72C4-4750-83F6-FB9970E0A79D}" dt="2025-02-16T16:53:56.066" v="5102" actId="478"/>
          <ac:spMkLst>
            <pc:docMk/>
            <pc:sldMk cId="2891411740" sldId="353"/>
            <ac:spMk id="5" creationId="{AE5F28ED-080F-E3D3-C181-4848EBEDA750}"/>
          </ac:spMkLst>
        </pc:spChg>
        <pc:spChg chg="add mod">
          <ac:chgData name="Minh Đình" userId="836bd1e508d52677" providerId="LiveId" clId="{E3EACA05-72C4-4750-83F6-FB9970E0A79D}" dt="2025-02-16T16:57:21.891" v="5388" actId="20577"/>
          <ac:spMkLst>
            <pc:docMk/>
            <pc:sldMk cId="2891411740" sldId="353"/>
            <ac:spMk id="16" creationId="{8367255A-5E76-34DB-BBA5-4EC605A71EBB}"/>
          </ac:spMkLst>
        </pc:spChg>
        <pc:spChg chg="add mod">
          <ac:chgData name="Minh Đình" userId="836bd1e508d52677" providerId="LiveId" clId="{E3EACA05-72C4-4750-83F6-FB9970E0A79D}" dt="2025-02-16T16:56:08.911" v="5260" actId="20577"/>
          <ac:spMkLst>
            <pc:docMk/>
            <pc:sldMk cId="2891411740" sldId="353"/>
            <ac:spMk id="17" creationId="{BBAA2EF2-E4FD-2A96-5FFF-A4F82CEC9670}"/>
          </ac:spMkLst>
        </pc:spChg>
        <pc:spChg chg="add mod">
          <ac:chgData name="Minh Đình" userId="836bd1e508d52677" providerId="LiveId" clId="{E3EACA05-72C4-4750-83F6-FB9970E0A79D}" dt="2025-02-16T16:56:35.391" v="5341" actId="5793"/>
          <ac:spMkLst>
            <pc:docMk/>
            <pc:sldMk cId="2891411740" sldId="353"/>
            <ac:spMk id="18" creationId="{F0CEC2B3-3792-41DC-3CF3-32D7966308B6}"/>
          </ac:spMkLst>
        </pc:spChg>
        <pc:spChg chg="add mod">
          <ac:chgData name="Minh Đình" userId="836bd1e508d52677" providerId="LiveId" clId="{E3EACA05-72C4-4750-83F6-FB9970E0A79D}" dt="2025-02-16T16:57:33.134" v="5394"/>
          <ac:spMkLst>
            <pc:docMk/>
            <pc:sldMk cId="2891411740" sldId="353"/>
            <ac:spMk id="19" creationId="{F8720139-328A-F884-9800-248680A9BB2A}"/>
          </ac:spMkLst>
        </pc:spChg>
        <pc:spChg chg="add mod">
          <ac:chgData name="Minh Đình" userId="836bd1e508d52677" providerId="LiveId" clId="{E3EACA05-72C4-4750-83F6-FB9970E0A79D}" dt="2025-02-16T17:00:06.701" v="5542" actId="20577"/>
          <ac:spMkLst>
            <pc:docMk/>
            <pc:sldMk cId="2891411740" sldId="353"/>
            <ac:spMk id="20" creationId="{2DA802A6-3449-C2D4-9410-61B641A0E63B}"/>
          </ac:spMkLst>
        </pc:spChg>
        <pc:spChg chg="add mod">
          <ac:chgData name="Minh Đình" userId="836bd1e508d52677" providerId="LiveId" clId="{E3EACA05-72C4-4750-83F6-FB9970E0A79D}" dt="2025-02-16T16:58:30.013" v="5433"/>
          <ac:spMkLst>
            <pc:docMk/>
            <pc:sldMk cId="2891411740" sldId="353"/>
            <ac:spMk id="21" creationId="{CB1A952A-882B-2710-B1F6-C96143D5BA15}"/>
          </ac:spMkLst>
        </pc:spChg>
        <pc:spChg chg="add mod">
          <ac:chgData name="Minh Đình" userId="836bd1e508d52677" providerId="LiveId" clId="{E3EACA05-72C4-4750-83F6-FB9970E0A79D}" dt="2025-02-16T16:59:33.030" v="5488"/>
          <ac:spMkLst>
            <pc:docMk/>
            <pc:sldMk cId="2891411740" sldId="353"/>
            <ac:spMk id="22" creationId="{5E21BC07-8F5A-6260-4D58-443020A5AEFA}"/>
          </ac:spMkLst>
        </pc:spChg>
        <pc:spChg chg="add mod">
          <ac:chgData name="Minh Đình" userId="836bd1e508d52677" providerId="LiveId" clId="{E3EACA05-72C4-4750-83F6-FB9970E0A79D}" dt="2025-02-16T17:00:09.210" v="5547"/>
          <ac:spMkLst>
            <pc:docMk/>
            <pc:sldMk cId="2891411740" sldId="353"/>
            <ac:spMk id="23" creationId="{50A6DC3F-96B2-2953-F186-3338DAFC18F5}"/>
          </ac:spMkLst>
        </pc:spChg>
        <pc:graphicFrameChg chg="add mod">
          <ac:chgData name="Minh Đình" userId="836bd1e508d52677" providerId="LiveId" clId="{E3EACA05-72C4-4750-83F6-FB9970E0A79D}" dt="2025-02-16T16:53:53.789" v="5101"/>
          <ac:graphicFrameMkLst>
            <pc:docMk/>
            <pc:sldMk cId="2891411740" sldId="353"/>
            <ac:graphicFrameMk id="3" creationId="{221CD400-8154-0F8D-A3E3-0892777C0080}"/>
          </ac:graphicFrameMkLst>
        </pc:graphicFrameChg>
        <pc:graphicFrameChg chg="add mod">
          <ac:chgData name="Minh Đình" userId="836bd1e508d52677" providerId="LiveId" clId="{E3EACA05-72C4-4750-83F6-FB9970E0A79D}" dt="2025-02-16T16:53:53.789" v="5101"/>
          <ac:graphicFrameMkLst>
            <pc:docMk/>
            <pc:sldMk cId="2891411740" sldId="353"/>
            <ac:graphicFrameMk id="6" creationId="{4E70569A-6026-4368-7AD8-4B0A692E1E99}"/>
          </ac:graphicFrameMkLst>
        </pc:graphicFrameChg>
        <pc:graphicFrameChg chg="add mod">
          <ac:chgData name="Minh Đình" userId="836bd1e508d52677" providerId="LiveId" clId="{E3EACA05-72C4-4750-83F6-FB9970E0A79D}" dt="2025-02-16T16:53:53.789" v="5101"/>
          <ac:graphicFrameMkLst>
            <pc:docMk/>
            <pc:sldMk cId="2891411740" sldId="353"/>
            <ac:graphicFrameMk id="7" creationId="{7C2A99D2-20E7-CAA1-D3DA-B62161A7C2BD}"/>
          </ac:graphicFrameMkLst>
        </pc:graphicFrameChg>
        <pc:graphicFrameChg chg="add mod">
          <ac:chgData name="Minh Đình" userId="836bd1e508d52677" providerId="LiveId" clId="{E3EACA05-72C4-4750-83F6-FB9970E0A79D}" dt="2025-02-16T16:53:53.789" v="5101"/>
          <ac:graphicFrameMkLst>
            <pc:docMk/>
            <pc:sldMk cId="2891411740" sldId="353"/>
            <ac:graphicFrameMk id="8" creationId="{C6B12E05-A411-C06A-6E47-1701CAFF56E1}"/>
          </ac:graphicFrameMkLst>
        </pc:graphicFrameChg>
        <pc:graphicFrameChg chg="add mod">
          <ac:chgData name="Minh Đình" userId="836bd1e508d52677" providerId="LiveId" clId="{E3EACA05-72C4-4750-83F6-FB9970E0A79D}" dt="2025-02-16T16:53:53.789" v="5101"/>
          <ac:graphicFrameMkLst>
            <pc:docMk/>
            <pc:sldMk cId="2891411740" sldId="353"/>
            <ac:graphicFrameMk id="9" creationId="{D3C72AEF-0955-F009-A2E5-090D164B059A}"/>
          </ac:graphicFrameMkLst>
        </pc:graphicFrameChg>
        <pc:graphicFrameChg chg="add mod">
          <ac:chgData name="Minh Đình" userId="836bd1e508d52677" providerId="LiveId" clId="{E3EACA05-72C4-4750-83F6-FB9970E0A79D}" dt="2025-02-16T16:53:53.789" v="5101"/>
          <ac:graphicFrameMkLst>
            <pc:docMk/>
            <pc:sldMk cId="2891411740" sldId="353"/>
            <ac:graphicFrameMk id="10" creationId="{CB804D58-36F0-48E8-4E23-C8E6C69E673D}"/>
          </ac:graphicFrameMkLst>
        </pc:graphicFrameChg>
        <pc:graphicFrameChg chg="add mod">
          <ac:chgData name="Minh Đình" userId="836bd1e508d52677" providerId="LiveId" clId="{E3EACA05-72C4-4750-83F6-FB9970E0A79D}" dt="2025-02-16T16:53:53.789" v="5101"/>
          <ac:graphicFrameMkLst>
            <pc:docMk/>
            <pc:sldMk cId="2891411740" sldId="353"/>
            <ac:graphicFrameMk id="11" creationId="{6B7373FC-5466-468F-927F-BE48B2645E30}"/>
          </ac:graphicFrameMkLst>
        </pc:graphicFrameChg>
        <pc:graphicFrameChg chg="add mod">
          <ac:chgData name="Minh Đình" userId="836bd1e508d52677" providerId="LiveId" clId="{E3EACA05-72C4-4750-83F6-FB9970E0A79D}" dt="2025-02-16T16:53:53.789" v="5101"/>
          <ac:graphicFrameMkLst>
            <pc:docMk/>
            <pc:sldMk cId="2891411740" sldId="353"/>
            <ac:graphicFrameMk id="13" creationId="{8D286FA4-2FBC-BCCC-B3BB-C0301E75F42B}"/>
          </ac:graphicFrameMkLst>
        </pc:graphicFrameChg>
        <pc:graphicFrameChg chg="add mod">
          <ac:chgData name="Minh Đình" userId="836bd1e508d52677" providerId="LiveId" clId="{E3EACA05-72C4-4750-83F6-FB9970E0A79D}" dt="2025-02-16T16:53:53.789" v="5101"/>
          <ac:graphicFrameMkLst>
            <pc:docMk/>
            <pc:sldMk cId="2891411740" sldId="353"/>
            <ac:graphicFrameMk id="14" creationId="{56444C74-539F-9187-DD3A-031798C83467}"/>
          </ac:graphicFrameMkLst>
        </pc:graphicFrameChg>
        <pc:graphicFrameChg chg="add mod">
          <ac:chgData name="Minh Đình" userId="836bd1e508d52677" providerId="LiveId" clId="{E3EACA05-72C4-4750-83F6-FB9970E0A79D}" dt="2025-02-16T16:53:53.789" v="5101"/>
          <ac:graphicFrameMkLst>
            <pc:docMk/>
            <pc:sldMk cId="2891411740" sldId="353"/>
            <ac:graphicFrameMk id="15" creationId="{F274713E-4A30-D6C9-6083-C56FE938A50C}"/>
          </ac:graphicFrameMkLst>
        </pc:graphicFrameChg>
      </pc:sldChg>
      <pc:sldChg chg="addSp delSp modSp add mod">
        <pc:chgData name="Minh Đình" userId="836bd1e508d52677" providerId="LiveId" clId="{E3EACA05-72C4-4750-83F6-FB9970E0A79D}" dt="2025-02-16T17:09:49.289" v="5894" actId="1076"/>
        <pc:sldMkLst>
          <pc:docMk/>
          <pc:sldMk cId="1551123961" sldId="354"/>
        </pc:sldMkLst>
        <pc:spChg chg="add mod">
          <ac:chgData name="Minh Đình" userId="836bd1e508d52677" providerId="LiveId" clId="{E3EACA05-72C4-4750-83F6-FB9970E0A79D}" dt="2025-02-16T17:08:36.449" v="5853" actId="1076"/>
          <ac:spMkLst>
            <pc:docMk/>
            <pc:sldMk cId="1551123961" sldId="354"/>
            <ac:spMk id="2" creationId="{EB53CE19-060E-2F9B-408B-E83A6CA8C8FB}"/>
          </ac:spMkLst>
        </pc:spChg>
        <pc:spChg chg="mod">
          <ac:chgData name="Minh Đình" userId="836bd1e508d52677" providerId="LiveId" clId="{E3EACA05-72C4-4750-83F6-FB9970E0A79D}" dt="2025-02-16T17:03:33.624" v="5588" actId="14100"/>
          <ac:spMkLst>
            <pc:docMk/>
            <pc:sldMk cId="1551123961" sldId="354"/>
            <ac:spMk id="3" creationId="{0776411B-6B58-003F-F660-EFFA0C0C3B6C}"/>
          </ac:spMkLst>
        </pc:spChg>
        <pc:spChg chg="del">
          <ac:chgData name="Minh Đình" userId="836bd1e508d52677" providerId="LiveId" clId="{E3EACA05-72C4-4750-83F6-FB9970E0A79D}" dt="2025-02-16T17:03:35.742" v="5589" actId="478"/>
          <ac:spMkLst>
            <pc:docMk/>
            <pc:sldMk cId="1551123961" sldId="354"/>
            <ac:spMk id="4" creationId="{326A4C9B-C701-6CEB-AB2A-E67A67524A07}"/>
          </ac:spMkLst>
        </pc:spChg>
        <pc:spChg chg="del">
          <ac:chgData name="Minh Đình" userId="836bd1e508d52677" providerId="LiveId" clId="{E3EACA05-72C4-4750-83F6-FB9970E0A79D}" dt="2025-02-16T17:03:37.198" v="5590" actId="478"/>
          <ac:spMkLst>
            <pc:docMk/>
            <pc:sldMk cId="1551123961" sldId="354"/>
            <ac:spMk id="5" creationId="{3988E3EC-E3CE-3E8A-B606-E5F6B74D4AF4}"/>
          </ac:spMkLst>
        </pc:spChg>
        <pc:spChg chg="add del mod">
          <ac:chgData name="Minh Đình" userId="836bd1e508d52677" providerId="LiveId" clId="{E3EACA05-72C4-4750-83F6-FB9970E0A79D}" dt="2025-02-16T17:05:17.931" v="5775" actId="478"/>
          <ac:spMkLst>
            <pc:docMk/>
            <pc:sldMk cId="1551123961" sldId="354"/>
            <ac:spMk id="6" creationId="{51C58BC7-5DC2-5C78-8EBB-B3DFF39681C6}"/>
          </ac:spMkLst>
        </pc:spChg>
        <pc:spChg chg="add mod">
          <ac:chgData name="Minh Đình" userId="836bd1e508d52677" providerId="LiveId" clId="{E3EACA05-72C4-4750-83F6-FB9970E0A79D}" dt="2025-02-16T17:09:45.107" v="5893" actId="2711"/>
          <ac:spMkLst>
            <pc:docMk/>
            <pc:sldMk cId="1551123961" sldId="354"/>
            <ac:spMk id="8" creationId="{8EBFBB5B-9531-2FDC-D2B5-5CBAF8C3E865}"/>
          </ac:spMkLst>
        </pc:spChg>
        <pc:spChg chg="add mod">
          <ac:chgData name="Minh Đình" userId="836bd1e508d52677" providerId="LiveId" clId="{E3EACA05-72C4-4750-83F6-FB9970E0A79D}" dt="2025-02-16T17:09:49.289" v="5894" actId="1076"/>
          <ac:spMkLst>
            <pc:docMk/>
            <pc:sldMk cId="1551123961" sldId="354"/>
            <ac:spMk id="9" creationId="{59683DC5-B287-7D80-866D-5EADBB6DE5ED}"/>
          </ac:spMkLst>
        </pc:spChg>
        <pc:spChg chg="add mod">
          <ac:chgData name="Minh Đình" userId="836bd1e508d52677" providerId="LiveId" clId="{E3EACA05-72C4-4750-83F6-FB9970E0A79D}" dt="2025-02-16T17:09:29.570" v="5891" actId="2711"/>
          <ac:spMkLst>
            <pc:docMk/>
            <pc:sldMk cId="1551123961" sldId="354"/>
            <ac:spMk id="10" creationId="{39FDBF04-F19D-A2B4-85FF-FC6673FB31D5}"/>
          </ac:spMkLst>
        </pc:spChg>
      </pc:sldChg>
      <pc:sldChg chg="addSp delSp modSp add mod ord">
        <pc:chgData name="Minh Đình" userId="836bd1e508d52677" providerId="LiveId" clId="{E3EACA05-72C4-4750-83F6-FB9970E0A79D}" dt="2025-02-16T17:33:06.362" v="6265" actId="1076"/>
        <pc:sldMkLst>
          <pc:docMk/>
          <pc:sldMk cId="697786793" sldId="355"/>
        </pc:sldMkLst>
        <pc:spChg chg="mod">
          <ac:chgData name="Minh Đình" userId="836bd1e508d52677" providerId="LiveId" clId="{E3EACA05-72C4-4750-83F6-FB9970E0A79D}" dt="2025-02-16T17:32:11.310" v="6252" actId="5793"/>
          <ac:spMkLst>
            <pc:docMk/>
            <pc:sldMk cId="697786793" sldId="355"/>
            <ac:spMk id="2" creationId="{EE5E0A04-3AB2-4A0E-4DD2-5513317FB68C}"/>
          </ac:spMkLst>
        </pc:spChg>
        <pc:spChg chg="mod">
          <ac:chgData name="Minh Đình" userId="836bd1e508d52677" providerId="LiveId" clId="{E3EACA05-72C4-4750-83F6-FB9970E0A79D}" dt="2025-02-16T17:18:04.684" v="5917" actId="14100"/>
          <ac:spMkLst>
            <pc:docMk/>
            <pc:sldMk cId="697786793" sldId="355"/>
            <ac:spMk id="3" creationId="{17832E05-CE77-4417-5F35-613577636427}"/>
          </ac:spMkLst>
        </pc:spChg>
        <pc:spChg chg="add mod">
          <ac:chgData name="Minh Đình" userId="836bd1e508d52677" providerId="LiveId" clId="{E3EACA05-72C4-4750-83F6-FB9970E0A79D}" dt="2025-02-16T17:32:24.764" v="6255" actId="1076"/>
          <ac:spMkLst>
            <pc:docMk/>
            <pc:sldMk cId="697786793" sldId="355"/>
            <ac:spMk id="4" creationId="{2F36A89F-9F84-EA47-8836-21532CE4B186}"/>
          </ac:spMkLst>
        </pc:spChg>
        <pc:spChg chg="add del mod">
          <ac:chgData name="Minh Đình" userId="836bd1e508d52677" providerId="LiveId" clId="{E3EACA05-72C4-4750-83F6-FB9970E0A79D}" dt="2025-02-16T17:32:02.264" v="6246" actId="478"/>
          <ac:spMkLst>
            <pc:docMk/>
            <pc:sldMk cId="697786793" sldId="355"/>
            <ac:spMk id="5" creationId="{629580AE-1E42-A34C-247A-C1FD44E30A5A}"/>
          </ac:spMkLst>
        </pc:spChg>
        <pc:spChg chg="add">
          <ac:chgData name="Minh Đình" userId="836bd1e508d52677" providerId="LiveId" clId="{E3EACA05-72C4-4750-83F6-FB9970E0A79D}" dt="2025-02-16T17:23:05.764" v="6134"/>
          <ac:spMkLst>
            <pc:docMk/>
            <pc:sldMk cId="697786793" sldId="355"/>
            <ac:spMk id="6" creationId="{0E01312B-FC50-A919-BB77-EA2589012D90}"/>
          </ac:spMkLst>
        </pc:spChg>
        <pc:spChg chg="del">
          <ac:chgData name="Minh Đình" userId="836bd1e508d52677" providerId="LiveId" clId="{E3EACA05-72C4-4750-83F6-FB9970E0A79D}" dt="2025-02-16T17:19:21.175" v="5947" actId="478"/>
          <ac:spMkLst>
            <pc:docMk/>
            <pc:sldMk cId="697786793" sldId="355"/>
            <ac:spMk id="8" creationId="{C9A5ADD4-25C3-B806-D034-9AC6C549356C}"/>
          </ac:spMkLst>
        </pc:spChg>
        <pc:spChg chg="del">
          <ac:chgData name="Minh Đình" userId="836bd1e508d52677" providerId="LiveId" clId="{E3EACA05-72C4-4750-83F6-FB9970E0A79D}" dt="2025-02-16T17:19:23.736" v="5948" actId="478"/>
          <ac:spMkLst>
            <pc:docMk/>
            <pc:sldMk cId="697786793" sldId="355"/>
            <ac:spMk id="9" creationId="{8CB32A81-7A0E-5336-E176-841A91AFF280}"/>
          </ac:spMkLst>
        </pc:spChg>
        <pc:spChg chg="del">
          <ac:chgData name="Minh Đình" userId="836bd1e508d52677" providerId="LiveId" clId="{E3EACA05-72C4-4750-83F6-FB9970E0A79D}" dt="2025-02-16T17:19:24.593" v="5949" actId="478"/>
          <ac:spMkLst>
            <pc:docMk/>
            <pc:sldMk cId="697786793" sldId="355"/>
            <ac:spMk id="10" creationId="{8E18D072-E298-E4B9-92AB-2975BE4946D9}"/>
          </ac:spMkLst>
        </pc:spChg>
        <pc:spChg chg="add mod">
          <ac:chgData name="Minh Đình" userId="836bd1e508d52677" providerId="LiveId" clId="{E3EACA05-72C4-4750-83F6-FB9970E0A79D}" dt="2025-02-16T17:33:06.362" v="6265" actId="1076"/>
          <ac:spMkLst>
            <pc:docMk/>
            <pc:sldMk cId="697786793" sldId="355"/>
            <ac:spMk id="12" creationId="{C067C3B6-5C7E-645C-5AC4-ED65A584DB5E}"/>
          </ac:spMkLst>
        </pc:spChg>
        <pc:picChg chg="add mod">
          <ac:chgData name="Minh Đình" userId="836bd1e508d52677" providerId="LiveId" clId="{E3EACA05-72C4-4750-83F6-FB9970E0A79D}" dt="2025-02-16T17:32:18.554" v="6254" actId="1076"/>
          <ac:picMkLst>
            <pc:docMk/>
            <pc:sldMk cId="697786793" sldId="355"/>
            <ac:picMk id="11" creationId="{43CF475F-4D6B-0F99-8653-6B0AF834C930}"/>
          </ac:picMkLst>
        </pc:picChg>
      </pc:sldChg>
      <pc:sldChg chg="modSp add del mod">
        <pc:chgData name="Minh Đình" userId="836bd1e508d52677" providerId="LiveId" clId="{E3EACA05-72C4-4750-83F6-FB9970E0A79D}" dt="2025-02-16T17:36:35.118" v="6388" actId="47"/>
        <pc:sldMkLst>
          <pc:docMk/>
          <pc:sldMk cId="649946909" sldId="356"/>
        </pc:sldMkLst>
        <pc:spChg chg="mod">
          <ac:chgData name="Minh Đình" userId="836bd1e508d52677" providerId="LiveId" clId="{E3EACA05-72C4-4750-83F6-FB9970E0A79D}" dt="2025-02-16T17:24:34.273" v="6198" actId="20577"/>
          <ac:spMkLst>
            <pc:docMk/>
            <pc:sldMk cId="649946909" sldId="356"/>
            <ac:spMk id="2" creationId="{2DB166BC-FCF4-01A5-024C-2543F474B820}"/>
          </ac:spMkLst>
        </pc:spChg>
        <pc:spChg chg="mod">
          <ac:chgData name="Minh Đình" userId="836bd1e508d52677" providerId="LiveId" clId="{E3EACA05-72C4-4750-83F6-FB9970E0A79D}" dt="2025-02-16T17:23:40.978" v="6160" actId="20577"/>
          <ac:spMkLst>
            <pc:docMk/>
            <pc:sldMk cId="649946909" sldId="356"/>
            <ac:spMk id="3" creationId="{384D2CED-7684-987F-B14A-9BB3DCA8B916}"/>
          </ac:spMkLst>
        </pc:spChg>
        <pc:spChg chg="mod">
          <ac:chgData name="Minh Đình" userId="836bd1e508d52677" providerId="LiveId" clId="{E3EACA05-72C4-4750-83F6-FB9970E0A79D}" dt="2025-02-16T17:29:43.419" v="6200" actId="20577"/>
          <ac:spMkLst>
            <pc:docMk/>
            <pc:sldMk cId="649946909" sldId="356"/>
            <ac:spMk id="4" creationId="{1D01BAD8-D6CE-7B9C-555F-24D31F8B7BC6}"/>
          </ac:spMkLst>
        </pc:spChg>
      </pc:sldChg>
      <pc:sldChg chg="addSp delSp modSp add mod">
        <pc:chgData name="Minh Đình" userId="836bd1e508d52677" providerId="LiveId" clId="{E3EACA05-72C4-4750-83F6-FB9970E0A79D}" dt="2025-02-16T17:35:51.129" v="6387" actId="1076"/>
        <pc:sldMkLst>
          <pc:docMk/>
          <pc:sldMk cId="3539241077" sldId="357"/>
        </pc:sldMkLst>
        <pc:spChg chg="del mod">
          <ac:chgData name="Minh Đình" userId="836bd1e508d52677" providerId="LiveId" clId="{E3EACA05-72C4-4750-83F6-FB9970E0A79D}" dt="2025-02-16T17:34:56.504" v="6328" actId="478"/>
          <ac:spMkLst>
            <pc:docMk/>
            <pc:sldMk cId="3539241077" sldId="357"/>
            <ac:spMk id="2" creationId="{881A15EA-7BAD-229D-5DC6-33DC4BD2B93D}"/>
          </ac:spMkLst>
        </pc:spChg>
        <pc:spChg chg="mod">
          <ac:chgData name="Minh Đình" userId="836bd1e508d52677" providerId="LiveId" clId="{E3EACA05-72C4-4750-83F6-FB9970E0A79D}" dt="2025-02-16T17:35:34.794" v="6377" actId="14100"/>
          <ac:spMkLst>
            <pc:docMk/>
            <pc:sldMk cId="3539241077" sldId="357"/>
            <ac:spMk id="3" creationId="{D27FA592-1D68-4580-9EF4-E7E8611F20D0}"/>
          </ac:spMkLst>
        </pc:spChg>
        <pc:spChg chg="del">
          <ac:chgData name="Minh Đình" userId="836bd1e508d52677" providerId="LiveId" clId="{E3EACA05-72C4-4750-83F6-FB9970E0A79D}" dt="2025-02-16T17:30:43.813" v="6228" actId="478"/>
          <ac:spMkLst>
            <pc:docMk/>
            <pc:sldMk cId="3539241077" sldId="357"/>
            <ac:spMk id="4" creationId="{733FC384-2E80-9C07-EFBB-46E0092968B8}"/>
          </ac:spMkLst>
        </pc:spChg>
        <pc:spChg chg="del">
          <ac:chgData name="Minh Đình" userId="836bd1e508d52677" providerId="LiveId" clId="{E3EACA05-72C4-4750-83F6-FB9970E0A79D}" dt="2025-02-16T17:30:43.813" v="6228" actId="478"/>
          <ac:spMkLst>
            <pc:docMk/>
            <pc:sldMk cId="3539241077" sldId="357"/>
            <ac:spMk id="5" creationId="{9159DAE6-A8A1-2335-0975-B86F28D397A1}"/>
          </ac:spMkLst>
        </pc:spChg>
        <pc:spChg chg="del">
          <ac:chgData name="Minh Đình" userId="836bd1e508d52677" providerId="LiveId" clId="{E3EACA05-72C4-4750-83F6-FB9970E0A79D}" dt="2025-02-16T17:30:43.813" v="6228" actId="478"/>
          <ac:spMkLst>
            <pc:docMk/>
            <pc:sldMk cId="3539241077" sldId="357"/>
            <ac:spMk id="7" creationId="{B2FE698E-F297-525B-C13F-C15BEFF74508}"/>
          </ac:spMkLst>
        </pc:spChg>
        <pc:picChg chg="add del mod">
          <ac:chgData name="Minh Đình" userId="836bd1e508d52677" providerId="LiveId" clId="{E3EACA05-72C4-4750-83F6-FB9970E0A79D}" dt="2025-02-16T17:33:58.151" v="6296" actId="478"/>
          <ac:picMkLst>
            <pc:docMk/>
            <pc:sldMk cId="3539241077" sldId="357"/>
            <ac:picMk id="6" creationId="{D54CA140-2A91-86DE-1469-9B28B8AC350F}"/>
          </ac:picMkLst>
        </pc:picChg>
        <pc:picChg chg="add del mod">
          <ac:chgData name="Minh Đình" userId="836bd1e508d52677" providerId="LiveId" clId="{E3EACA05-72C4-4750-83F6-FB9970E0A79D}" dt="2025-02-16T17:31:42.177" v="6238" actId="478"/>
          <ac:picMkLst>
            <pc:docMk/>
            <pc:sldMk cId="3539241077" sldId="357"/>
            <ac:picMk id="8" creationId="{FA671A2F-B0AF-7F5A-E65E-AB022143F73A}"/>
          </ac:picMkLst>
        </pc:picChg>
        <pc:picChg chg="add mod">
          <ac:chgData name="Minh Đình" userId="836bd1e508d52677" providerId="LiveId" clId="{E3EACA05-72C4-4750-83F6-FB9970E0A79D}" dt="2025-02-16T17:31:52.929" v="6241"/>
          <ac:picMkLst>
            <pc:docMk/>
            <pc:sldMk cId="3539241077" sldId="357"/>
            <ac:picMk id="9" creationId="{E23C4B9E-6FA5-BDA9-49A6-03B4CA67F701}"/>
          </ac:picMkLst>
        </pc:picChg>
        <pc:picChg chg="add del mod modCrop">
          <ac:chgData name="Minh Đình" userId="836bd1e508d52677" providerId="LiveId" clId="{E3EACA05-72C4-4750-83F6-FB9970E0A79D}" dt="2025-02-16T17:34:54.576" v="6327" actId="478"/>
          <ac:picMkLst>
            <pc:docMk/>
            <pc:sldMk cId="3539241077" sldId="357"/>
            <ac:picMk id="10" creationId="{9D63FF08-2F9E-6441-5407-2BA4D7827CD9}"/>
          </ac:picMkLst>
        </pc:picChg>
        <pc:picChg chg="add mod">
          <ac:chgData name="Minh Đình" userId="836bd1e508d52677" providerId="LiveId" clId="{E3EACA05-72C4-4750-83F6-FB9970E0A79D}" dt="2025-02-16T17:35:51.129" v="6387" actId="1076"/>
          <ac:picMkLst>
            <pc:docMk/>
            <pc:sldMk cId="3539241077" sldId="357"/>
            <ac:picMk id="11" creationId="{CB4F8607-A404-B940-135C-1918AA71549E}"/>
          </ac:picMkLst>
        </pc:picChg>
        <pc:picChg chg="add mod">
          <ac:chgData name="Minh Đình" userId="836bd1e508d52677" providerId="LiveId" clId="{E3EACA05-72C4-4750-83F6-FB9970E0A79D}" dt="2025-02-16T17:35:49.922" v="6386" actId="1076"/>
          <ac:picMkLst>
            <pc:docMk/>
            <pc:sldMk cId="3539241077" sldId="357"/>
            <ac:picMk id="12" creationId="{3338108A-9D94-D01C-2838-6F1A1AF5016A}"/>
          </ac:picMkLst>
        </pc:picChg>
      </pc:sldChg>
      <pc:sldChg chg="addSp delSp modSp add mod">
        <pc:chgData name="Minh Đình" userId="836bd1e508d52677" providerId="LiveId" clId="{E3EACA05-72C4-4750-83F6-FB9970E0A79D}" dt="2025-02-16T17:41:28.734" v="6572" actId="2711"/>
        <pc:sldMkLst>
          <pc:docMk/>
          <pc:sldMk cId="307457502" sldId="358"/>
        </pc:sldMkLst>
        <pc:spChg chg="mod">
          <ac:chgData name="Minh Đình" userId="836bd1e508d52677" providerId="LiveId" clId="{E3EACA05-72C4-4750-83F6-FB9970E0A79D}" dt="2025-02-16T17:37:12.150" v="6446" actId="14100"/>
          <ac:spMkLst>
            <pc:docMk/>
            <pc:sldMk cId="307457502" sldId="358"/>
            <ac:spMk id="3" creationId="{D0EA6E65-E64F-09A6-4C92-A9C834EBBE1F}"/>
          </ac:spMkLst>
        </pc:spChg>
        <pc:spChg chg="add mod">
          <ac:chgData name="Minh Đình" userId="836bd1e508d52677" providerId="LiveId" clId="{E3EACA05-72C4-4750-83F6-FB9970E0A79D}" dt="2025-02-16T17:37:34.525" v="6452"/>
          <ac:spMkLst>
            <pc:docMk/>
            <pc:sldMk cId="307457502" sldId="358"/>
            <ac:spMk id="5" creationId="{1543D795-E288-E937-34F8-24C86D07C966}"/>
          </ac:spMkLst>
        </pc:spChg>
        <pc:spChg chg="add del mod">
          <ac:chgData name="Minh Đình" userId="836bd1e508d52677" providerId="LiveId" clId="{E3EACA05-72C4-4750-83F6-FB9970E0A79D}" dt="2025-02-16T17:37:46.992" v="6456" actId="478"/>
          <ac:spMkLst>
            <pc:docMk/>
            <pc:sldMk cId="307457502" sldId="358"/>
            <ac:spMk id="7" creationId="{FA4ADF12-4DEB-430F-E851-B10554F9FD65}"/>
          </ac:spMkLst>
        </pc:spChg>
        <pc:spChg chg="add mod">
          <ac:chgData name="Minh Đình" userId="836bd1e508d52677" providerId="LiveId" clId="{E3EACA05-72C4-4750-83F6-FB9970E0A79D}" dt="2025-02-16T17:41:28.734" v="6572" actId="2711"/>
          <ac:spMkLst>
            <pc:docMk/>
            <pc:sldMk cId="307457502" sldId="358"/>
            <ac:spMk id="9" creationId="{97D8A001-AC20-6A7E-B4AE-53EE599CD93E}"/>
          </ac:spMkLst>
        </pc:spChg>
        <pc:graphicFrameChg chg="add mod">
          <ac:chgData name="Minh Đình" userId="836bd1e508d52677" providerId="LiveId" clId="{E3EACA05-72C4-4750-83F6-FB9970E0A79D}" dt="2025-02-16T17:37:33.463" v="6451"/>
          <ac:graphicFrameMkLst>
            <pc:docMk/>
            <pc:sldMk cId="307457502" sldId="358"/>
            <ac:graphicFrameMk id="4" creationId="{7D365B3A-512B-A3C5-AEA4-053D2B60B456}"/>
          </ac:graphicFrameMkLst>
        </pc:graphicFrameChg>
        <pc:graphicFrameChg chg="add del mod">
          <ac:chgData name="Minh Đình" userId="836bd1e508d52677" providerId="LiveId" clId="{E3EACA05-72C4-4750-83F6-FB9970E0A79D}" dt="2025-02-16T17:37:46.992" v="6456" actId="478"/>
          <ac:graphicFrameMkLst>
            <pc:docMk/>
            <pc:sldMk cId="307457502" sldId="358"/>
            <ac:graphicFrameMk id="6" creationId="{D69547DF-B791-C54E-AB83-DEB88D034DB4}"/>
          </ac:graphicFrameMkLst>
        </pc:graphicFrameChg>
        <pc:picChg chg="add mod">
          <ac:chgData name="Minh Đình" userId="836bd1e508d52677" providerId="LiveId" clId="{E3EACA05-72C4-4750-83F6-FB9970E0A79D}" dt="2025-02-16T17:38:28.146" v="6468" actId="1076"/>
          <ac:picMkLst>
            <pc:docMk/>
            <pc:sldMk cId="307457502" sldId="358"/>
            <ac:picMk id="2" creationId="{3B0C0900-BFC6-03DE-5726-F8AADAAA4773}"/>
          </ac:picMkLst>
        </pc:picChg>
        <pc:picChg chg="del">
          <ac:chgData name="Minh Đình" userId="836bd1e508d52677" providerId="LiveId" clId="{E3EACA05-72C4-4750-83F6-FB9970E0A79D}" dt="2025-02-16T17:36:56.148" v="6437" actId="478"/>
          <ac:picMkLst>
            <pc:docMk/>
            <pc:sldMk cId="307457502" sldId="358"/>
            <ac:picMk id="11" creationId="{3A52DBA0-46E7-7CD9-C241-0443BDCACF39}"/>
          </ac:picMkLst>
        </pc:picChg>
        <pc:picChg chg="del">
          <ac:chgData name="Minh Đình" userId="836bd1e508d52677" providerId="LiveId" clId="{E3EACA05-72C4-4750-83F6-FB9970E0A79D}" dt="2025-02-16T17:36:55.641" v="6436" actId="478"/>
          <ac:picMkLst>
            <pc:docMk/>
            <pc:sldMk cId="307457502" sldId="358"/>
            <ac:picMk id="12" creationId="{3FD311BD-32ED-16FE-D832-0D33D4E8E376}"/>
          </ac:picMkLst>
        </pc:picChg>
      </pc:sldChg>
      <pc:sldChg chg="addSp delSp modSp add mod">
        <pc:chgData name="Minh Đình" userId="836bd1e508d52677" providerId="LiveId" clId="{E3EACA05-72C4-4750-83F6-FB9970E0A79D}" dt="2025-02-16T17:43:59.363" v="6647" actId="20577"/>
        <pc:sldMkLst>
          <pc:docMk/>
          <pc:sldMk cId="3284678584" sldId="359"/>
        </pc:sldMkLst>
        <pc:spChg chg="mod">
          <ac:chgData name="Minh Đình" userId="836bd1e508d52677" providerId="LiveId" clId="{E3EACA05-72C4-4750-83F6-FB9970E0A79D}" dt="2025-02-16T17:43:59.363" v="6647" actId="20577"/>
          <ac:spMkLst>
            <pc:docMk/>
            <pc:sldMk cId="3284678584" sldId="359"/>
            <ac:spMk id="3" creationId="{CA6450CD-4368-AF0C-2499-8AEBD9647300}"/>
          </ac:spMkLst>
        </pc:spChg>
        <pc:spChg chg="add mod">
          <ac:chgData name="Minh Đình" userId="836bd1e508d52677" providerId="LiveId" clId="{E3EACA05-72C4-4750-83F6-FB9970E0A79D}" dt="2025-02-16T17:42:16.754" v="6582" actId="2711"/>
          <ac:spMkLst>
            <pc:docMk/>
            <pc:sldMk cId="3284678584" sldId="359"/>
            <ac:spMk id="5" creationId="{4E448F48-6F0F-54FE-B1DB-EA8772A5A0B2}"/>
          </ac:spMkLst>
        </pc:spChg>
        <pc:spChg chg="mod">
          <ac:chgData name="Minh Đình" userId="836bd1e508d52677" providerId="LiveId" clId="{E3EACA05-72C4-4750-83F6-FB9970E0A79D}" dt="2025-02-16T17:42:08.221" v="6580" actId="2711"/>
          <ac:spMkLst>
            <pc:docMk/>
            <pc:sldMk cId="3284678584" sldId="359"/>
            <ac:spMk id="9" creationId="{3CC437B2-F66A-71DA-1B4A-9D39D356A110}"/>
          </ac:spMkLst>
        </pc:spChg>
        <pc:picChg chg="del">
          <ac:chgData name="Minh Đình" userId="836bd1e508d52677" providerId="LiveId" clId="{E3EACA05-72C4-4750-83F6-FB9970E0A79D}" dt="2025-02-16T17:39:28.281" v="6518" actId="478"/>
          <ac:picMkLst>
            <pc:docMk/>
            <pc:sldMk cId="3284678584" sldId="359"/>
            <ac:picMk id="2" creationId="{BBB9D355-77E5-1D99-7C30-5B1B25FD9AC0}"/>
          </ac:picMkLst>
        </pc:picChg>
        <pc:picChg chg="add mod">
          <ac:chgData name="Minh Đình" userId="836bd1e508d52677" providerId="LiveId" clId="{E3EACA05-72C4-4750-83F6-FB9970E0A79D}" dt="2025-02-16T17:39:57.444" v="6546" actId="1076"/>
          <ac:picMkLst>
            <pc:docMk/>
            <pc:sldMk cId="3284678584" sldId="359"/>
            <ac:picMk id="4" creationId="{6539504F-EE3F-70A9-5960-FB3B7D3A0323}"/>
          </ac:picMkLst>
        </pc:picChg>
        <pc:picChg chg="add del mod">
          <ac:chgData name="Minh Đình" userId="836bd1e508d52677" providerId="LiveId" clId="{E3EACA05-72C4-4750-83F6-FB9970E0A79D}" dt="2025-02-16T17:40:37.599" v="6560" actId="478"/>
          <ac:picMkLst>
            <pc:docMk/>
            <pc:sldMk cId="3284678584" sldId="359"/>
            <ac:picMk id="6" creationId="{8955234A-CA03-A5DB-6B68-5A966976201E}"/>
          </ac:picMkLst>
        </pc:picChg>
        <pc:picChg chg="add mod">
          <ac:chgData name="Minh Đình" userId="836bd1e508d52677" providerId="LiveId" clId="{E3EACA05-72C4-4750-83F6-FB9970E0A79D}" dt="2025-02-16T17:40:46.855" v="6563" actId="14100"/>
          <ac:picMkLst>
            <pc:docMk/>
            <pc:sldMk cId="3284678584" sldId="359"/>
            <ac:picMk id="7" creationId="{C6443E4E-C680-2BC2-F582-6FACD732DEC2}"/>
          </ac:picMkLst>
        </pc:picChg>
      </pc:sldChg>
      <pc:sldChg chg="add del">
        <pc:chgData name="Minh Đình" userId="836bd1e508d52677" providerId="LiveId" clId="{E3EACA05-72C4-4750-83F6-FB9970E0A79D}" dt="2025-02-16T17:42:43.946" v="6584" actId="47"/>
        <pc:sldMkLst>
          <pc:docMk/>
          <pc:sldMk cId="207969865" sldId="360"/>
        </pc:sldMkLst>
      </pc:sldChg>
      <pc:sldChg chg="addSp delSp modSp add mod">
        <pc:chgData name="Minh Đình" userId="836bd1e508d52677" providerId="LiveId" clId="{E3EACA05-72C4-4750-83F6-FB9970E0A79D}" dt="2025-02-16T17:43:22.443" v="6607" actId="1076"/>
        <pc:sldMkLst>
          <pc:docMk/>
          <pc:sldMk cId="1448335423" sldId="360"/>
        </pc:sldMkLst>
        <pc:spChg chg="mod">
          <ac:chgData name="Minh Đình" userId="836bd1e508d52677" providerId="LiveId" clId="{E3EACA05-72C4-4750-83F6-FB9970E0A79D}" dt="2025-02-16T17:42:53.309" v="6600"/>
          <ac:spMkLst>
            <pc:docMk/>
            <pc:sldMk cId="1448335423" sldId="360"/>
            <ac:spMk id="3" creationId="{9C7EF2DE-B469-AE7A-3F57-974026937FCC}"/>
          </ac:spMkLst>
        </pc:spChg>
        <pc:spChg chg="mod">
          <ac:chgData name="Minh Đình" userId="836bd1e508d52677" providerId="LiveId" clId="{E3EACA05-72C4-4750-83F6-FB9970E0A79D}" dt="2025-02-16T17:43:07.111" v="6602"/>
          <ac:spMkLst>
            <pc:docMk/>
            <pc:sldMk cId="1448335423" sldId="360"/>
            <ac:spMk id="9" creationId="{373B431E-8C79-B635-FD08-9FAA49EC3E46}"/>
          </ac:spMkLst>
        </pc:spChg>
        <pc:picChg chg="del">
          <ac:chgData name="Minh Đình" userId="836bd1e508d52677" providerId="LiveId" clId="{E3EACA05-72C4-4750-83F6-FB9970E0A79D}" dt="2025-02-16T17:43:12.805" v="6603" actId="478"/>
          <ac:picMkLst>
            <pc:docMk/>
            <pc:sldMk cId="1448335423" sldId="360"/>
            <ac:picMk id="2" creationId="{9C920FF3-980E-0C9E-AA49-A9AEC71304F9}"/>
          </ac:picMkLst>
        </pc:picChg>
        <pc:picChg chg="add mod">
          <ac:chgData name="Minh Đình" userId="836bd1e508d52677" providerId="LiveId" clId="{E3EACA05-72C4-4750-83F6-FB9970E0A79D}" dt="2025-02-16T17:43:22.443" v="6607" actId="1076"/>
          <ac:picMkLst>
            <pc:docMk/>
            <pc:sldMk cId="1448335423" sldId="360"/>
            <ac:picMk id="4" creationId="{998D32A8-029B-9F43-E572-D381C03B0922}"/>
          </ac:picMkLst>
        </pc:picChg>
      </pc:sldChg>
      <pc:sldChg chg="addSp delSp modSp add mod">
        <pc:chgData name="Minh Đình" userId="836bd1e508d52677" providerId="LiveId" clId="{E3EACA05-72C4-4750-83F6-FB9970E0A79D}" dt="2025-02-16T17:44:45.682" v="6660" actId="1076"/>
        <pc:sldMkLst>
          <pc:docMk/>
          <pc:sldMk cId="2834652512" sldId="361"/>
        </pc:sldMkLst>
        <pc:spChg chg="mod">
          <ac:chgData name="Minh Đình" userId="836bd1e508d52677" providerId="LiveId" clId="{E3EACA05-72C4-4750-83F6-FB9970E0A79D}" dt="2025-02-16T17:43:54.314" v="6627" actId="20577"/>
          <ac:spMkLst>
            <pc:docMk/>
            <pc:sldMk cId="2834652512" sldId="361"/>
            <ac:spMk id="3" creationId="{39D10610-B0AB-A400-2D18-C663CA18514C}"/>
          </ac:spMkLst>
        </pc:spChg>
        <pc:spChg chg="del">
          <ac:chgData name="Minh Đình" userId="836bd1e508d52677" providerId="LiveId" clId="{E3EACA05-72C4-4750-83F6-FB9970E0A79D}" dt="2025-02-16T17:44:08.777" v="6650" actId="478"/>
          <ac:spMkLst>
            <pc:docMk/>
            <pc:sldMk cId="2834652512" sldId="361"/>
            <ac:spMk id="5" creationId="{1C3D4FD1-A3A1-B32E-14F5-C36E4A4A234A}"/>
          </ac:spMkLst>
        </pc:spChg>
        <pc:spChg chg="add mod">
          <ac:chgData name="Minh Đình" userId="836bd1e508d52677" providerId="LiveId" clId="{E3EACA05-72C4-4750-83F6-FB9970E0A79D}" dt="2025-02-16T17:44:16.317" v="6653"/>
          <ac:spMkLst>
            <pc:docMk/>
            <pc:sldMk cId="2834652512" sldId="361"/>
            <ac:spMk id="6" creationId="{D1453133-6114-5709-69E0-B3A67D5E91C9}"/>
          </ac:spMkLst>
        </pc:spChg>
        <pc:spChg chg="mod">
          <ac:chgData name="Minh Đình" userId="836bd1e508d52677" providerId="LiveId" clId="{E3EACA05-72C4-4750-83F6-FB9970E0A79D}" dt="2025-02-16T17:44:22.899" v="6656" actId="2711"/>
          <ac:spMkLst>
            <pc:docMk/>
            <pc:sldMk cId="2834652512" sldId="361"/>
            <ac:spMk id="9" creationId="{DECC4703-61CE-864B-F667-57A95B294CA7}"/>
          </ac:spMkLst>
        </pc:spChg>
        <pc:graphicFrameChg chg="add mod">
          <ac:chgData name="Minh Đình" userId="836bd1e508d52677" providerId="LiveId" clId="{E3EACA05-72C4-4750-83F6-FB9970E0A79D}" dt="2025-02-16T17:44:15.695" v="6652"/>
          <ac:graphicFrameMkLst>
            <pc:docMk/>
            <pc:sldMk cId="2834652512" sldId="361"/>
            <ac:graphicFrameMk id="2" creationId="{0F8F11E5-841E-13D2-D96E-27B8D3D3D2BC}"/>
          </ac:graphicFrameMkLst>
        </pc:graphicFrameChg>
        <pc:picChg chg="del">
          <ac:chgData name="Minh Đình" userId="836bd1e508d52677" providerId="LiveId" clId="{E3EACA05-72C4-4750-83F6-FB9970E0A79D}" dt="2025-02-16T17:44:06.904" v="6648" actId="478"/>
          <ac:picMkLst>
            <pc:docMk/>
            <pc:sldMk cId="2834652512" sldId="361"/>
            <ac:picMk id="4" creationId="{94803B74-3370-1B9C-EA58-F89A8255DCFE}"/>
          </ac:picMkLst>
        </pc:picChg>
        <pc:picChg chg="del">
          <ac:chgData name="Minh Đình" userId="836bd1e508d52677" providerId="LiveId" clId="{E3EACA05-72C4-4750-83F6-FB9970E0A79D}" dt="2025-02-16T17:44:07.777" v="6649" actId="478"/>
          <ac:picMkLst>
            <pc:docMk/>
            <pc:sldMk cId="2834652512" sldId="361"/>
            <ac:picMk id="7" creationId="{A3987D94-5683-E8E5-7227-280AE6F7EA8F}"/>
          </ac:picMkLst>
        </pc:picChg>
        <pc:picChg chg="add mod">
          <ac:chgData name="Minh Đình" userId="836bd1e508d52677" providerId="LiveId" clId="{E3EACA05-72C4-4750-83F6-FB9970E0A79D}" dt="2025-02-16T17:44:45.682" v="6660" actId="1076"/>
          <ac:picMkLst>
            <pc:docMk/>
            <pc:sldMk cId="2834652512" sldId="361"/>
            <ac:picMk id="8" creationId="{3DA275F8-5B4A-1959-925A-9F2C7B2A2EA1}"/>
          </ac:picMkLst>
        </pc:picChg>
      </pc:sldChg>
      <pc:sldMasterChg chg="modSp mod">
        <pc:chgData name="Minh Đình" userId="836bd1e508d52677" providerId="LiveId" clId="{E3EACA05-72C4-4750-83F6-FB9970E0A79D}" dt="2025-02-16T13:40:34.426" v="213" actId="20577"/>
        <pc:sldMasterMkLst>
          <pc:docMk/>
          <pc:sldMasterMk cId="901545815" sldId="2147483648"/>
        </pc:sldMasterMkLst>
        <pc:spChg chg="mod">
          <ac:chgData name="Minh Đình" userId="836bd1e508d52677" providerId="LiveId" clId="{E3EACA05-72C4-4750-83F6-FB9970E0A79D}" dt="2025-02-16T13:40:34.426" v="213" actId="20577"/>
          <ac:spMkLst>
            <pc:docMk/>
            <pc:sldMasterMk cId="901545815" sldId="2147483648"/>
            <ac:spMk id="2" creationId="{E77C5897-653A-F2F1-77FE-E1D5D3865A4B}"/>
          </ac:spMkLst>
        </pc:spChg>
      </pc:sldMasterChg>
    </pc:docChg>
  </pc:docChgLst>
  <pc:docChgLst>
    <pc:chgData name="Minh Đình" userId="836bd1e508d52677" providerId="LiveId" clId="{D8269AC2-045B-4BFC-9DC1-EDF9052473DB}"/>
    <pc:docChg chg="undo custSel addSld delSld modSld sldOrd addMainMaster delMainMaster modMainMaster">
      <pc:chgData name="Minh Đình" userId="836bd1e508d52677" providerId="LiveId" clId="{D8269AC2-045B-4BFC-9DC1-EDF9052473DB}" dt="2024-05-28T16:38:18.437" v="7789" actId="20577"/>
      <pc:docMkLst>
        <pc:docMk/>
      </pc:docMkLst>
      <pc:sldChg chg="addSp delSp modSp new mod modTransition chgLayout modNotesTx">
        <pc:chgData name="Minh Đình" userId="836bd1e508d52677" providerId="LiveId" clId="{D8269AC2-045B-4BFC-9DC1-EDF9052473DB}" dt="2024-05-28T14:05:23.990" v="7302" actId="478"/>
        <pc:sldMkLst>
          <pc:docMk/>
          <pc:sldMk cId="345753689" sldId="256"/>
        </pc:sldMkLst>
      </pc:sldChg>
      <pc:sldChg chg="addSp delSp modSp new mod modTransition">
        <pc:chgData name="Minh Đình" userId="836bd1e508d52677" providerId="LiveId" clId="{D8269AC2-045B-4BFC-9DC1-EDF9052473DB}" dt="2024-05-24T11:37:21.130" v="4861" actId="20577"/>
        <pc:sldMkLst>
          <pc:docMk/>
          <pc:sldMk cId="3911317014" sldId="257"/>
        </pc:sldMkLst>
      </pc:sldChg>
      <pc:sldChg chg="addSp delSp modSp new mod modTransition">
        <pc:chgData name="Minh Đình" userId="836bd1e508d52677" providerId="LiveId" clId="{D8269AC2-045B-4BFC-9DC1-EDF9052473DB}" dt="2024-05-23T13:55:57.061" v="3595" actId="1582"/>
        <pc:sldMkLst>
          <pc:docMk/>
          <pc:sldMk cId="1722033778" sldId="258"/>
        </pc:sldMkLst>
      </pc:sldChg>
      <pc:sldChg chg="new del">
        <pc:chgData name="Minh Đình" userId="836bd1e508d52677" providerId="LiveId" clId="{D8269AC2-045B-4BFC-9DC1-EDF9052473DB}" dt="2024-05-21T15:29:16.162" v="570" actId="47"/>
        <pc:sldMkLst>
          <pc:docMk/>
          <pc:sldMk cId="3480460136" sldId="258"/>
        </pc:sldMkLst>
      </pc:sldChg>
      <pc:sldChg chg="addSp delSp modSp add mod modTransition">
        <pc:chgData name="Minh Đình" userId="836bd1e508d52677" providerId="LiveId" clId="{D8269AC2-045B-4BFC-9DC1-EDF9052473DB}" dt="2024-05-23T13:48:42.975" v="3454" actId="208"/>
        <pc:sldMkLst>
          <pc:docMk/>
          <pc:sldMk cId="4007310481" sldId="259"/>
        </pc:sldMkLst>
      </pc:sldChg>
      <pc:sldChg chg="addSp delSp modSp add mod modTransition">
        <pc:chgData name="Minh Đình" userId="836bd1e508d52677" providerId="LiveId" clId="{D8269AC2-045B-4BFC-9DC1-EDF9052473DB}" dt="2024-05-23T13:49:08.299" v="3482" actId="1076"/>
        <pc:sldMkLst>
          <pc:docMk/>
          <pc:sldMk cId="2912988929" sldId="260"/>
        </pc:sldMkLst>
      </pc:sldChg>
      <pc:sldChg chg="addSp delSp modSp add mod modTransition">
        <pc:chgData name="Minh Đình" userId="836bd1e508d52677" providerId="LiveId" clId="{D8269AC2-045B-4BFC-9DC1-EDF9052473DB}" dt="2024-05-28T16:25:06.425" v="7726" actId="14100"/>
        <pc:sldMkLst>
          <pc:docMk/>
          <pc:sldMk cId="610353939" sldId="261"/>
        </pc:sldMkLst>
      </pc:sldChg>
      <pc:sldChg chg="addSp delSp modSp add mod ord modTransition">
        <pc:chgData name="Minh Đình" userId="836bd1e508d52677" providerId="LiveId" clId="{D8269AC2-045B-4BFC-9DC1-EDF9052473DB}" dt="2024-05-28T16:14:03.128" v="7608" actId="20577"/>
        <pc:sldMkLst>
          <pc:docMk/>
          <pc:sldMk cId="1967633584" sldId="262"/>
        </pc:sldMkLst>
      </pc:sldChg>
      <pc:sldChg chg="addSp delSp modSp add mod modTransition">
        <pc:chgData name="Minh Đình" userId="836bd1e508d52677" providerId="LiveId" clId="{D8269AC2-045B-4BFC-9DC1-EDF9052473DB}" dt="2024-05-23T14:06:43.132" v="3679" actId="1076"/>
        <pc:sldMkLst>
          <pc:docMk/>
          <pc:sldMk cId="3904948485" sldId="263"/>
        </pc:sldMkLst>
      </pc:sldChg>
      <pc:sldChg chg="addSp delSp modSp add mod modTransition">
        <pc:chgData name="Minh Đình" userId="836bd1e508d52677" providerId="LiveId" clId="{D8269AC2-045B-4BFC-9DC1-EDF9052473DB}" dt="2024-05-23T13:57:47.596" v="3656" actId="14100"/>
        <pc:sldMkLst>
          <pc:docMk/>
          <pc:sldMk cId="3404263136" sldId="264"/>
        </pc:sldMkLst>
      </pc:sldChg>
      <pc:sldChg chg="addSp delSp modSp add mod modTransition">
        <pc:chgData name="Minh Đình" userId="836bd1e508d52677" providerId="LiveId" clId="{D8269AC2-045B-4BFC-9DC1-EDF9052473DB}" dt="2024-05-28T10:54:05.050" v="7285" actId="20577"/>
        <pc:sldMkLst>
          <pc:docMk/>
          <pc:sldMk cId="3766027718" sldId="265"/>
        </pc:sldMkLst>
      </pc:sldChg>
      <pc:sldChg chg="addSp delSp modSp add mod">
        <pc:chgData name="Minh Đình" userId="836bd1e508d52677" providerId="LiveId" clId="{D8269AC2-045B-4BFC-9DC1-EDF9052473DB}" dt="2024-05-23T14:37:41.132" v="4063" actId="1076"/>
        <pc:sldMkLst>
          <pc:docMk/>
          <pc:sldMk cId="2748488782" sldId="266"/>
        </pc:sldMkLst>
      </pc:sldChg>
      <pc:sldChg chg="addSp delSp modSp add mod modNotesTx">
        <pc:chgData name="Minh Đình" userId="836bd1e508d52677" providerId="LiveId" clId="{D8269AC2-045B-4BFC-9DC1-EDF9052473DB}" dt="2024-05-23T15:23:40.641" v="4201"/>
        <pc:sldMkLst>
          <pc:docMk/>
          <pc:sldMk cId="22823622" sldId="267"/>
        </pc:sldMkLst>
      </pc:sldChg>
      <pc:sldChg chg="add del">
        <pc:chgData name="Minh Đình" userId="836bd1e508d52677" providerId="LiveId" clId="{D8269AC2-045B-4BFC-9DC1-EDF9052473DB}" dt="2024-05-23T14:37:55.978" v="4065" actId="47"/>
        <pc:sldMkLst>
          <pc:docMk/>
          <pc:sldMk cId="1198036689" sldId="267"/>
        </pc:sldMkLst>
      </pc:sldChg>
      <pc:sldChg chg="addSp delSp modSp add mod">
        <pc:chgData name="Minh Đình" userId="836bd1e508d52677" providerId="LiveId" clId="{D8269AC2-045B-4BFC-9DC1-EDF9052473DB}" dt="2024-05-28T10:58:14.527" v="7301" actId="1076"/>
        <pc:sldMkLst>
          <pc:docMk/>
          <pc:sldMk cId="767395912" sldId="268"/>
        </pc:sldMkLst>
      </pc:sldChg>
      <pc:sldChg chg="addSp delSp modSp add mod modNotesTx">
        <pc:chgData name="Minh Đình" userId="836bd1e508d52677" providerId="LiveId" clId="{D8269AC2-045B-4BFC-9DC1-EDF9052473DB}" dt="2024-05-24T09:27:16.508" v="4295" actId="114"/>
        <pc:sldMkLst>
          <pc:docMk/>
          <pc:sldMk cId="974486449" sldId="269"/>
        </pc:sldMkLst>
      </pc:sldChg>
      <pc:sldChg chg="addSp delSp modSp add mod">
        <pc:chgData name="Minh Đình" userId="836bd1e508d52677" providerId="LiveId" clId="{D8269AC2-045B-4BFC-9DC1-EDF9052473DB}" dt="2024-05-24T09:29:12.718" v="4307" actId="1076"/>
        <pc:sldMkLst>
          <pc:docMk/>
          <pc:sldMk cId="1691653636" sldId="270"/>
        </pc:sldMkLst>
      </pc:sldChg>
      <pc:sldChg chg="addSp delSp modSp add mod ord modNotesTx">
        <pc:chgData name="Minh Đình" userId="836bd1e508d52677" providerId="LiveId" clId="{D8269AC2-045B-4BFC-9DC1-EDF9052473DB}" dt="2024-05-27T14:38:42.636" v="5991"/>
        <pc:sldMkLst>
          <pc:docMk/>
          <pc:sldMk cId="811246154" sldId="271"/>
        </pc:sldMkLst>
      </pc:sldChg>
      <pc:sldChg chg="addSp delSp modSp add mod ord">
        <pc:chgData name="Minh Đình" userId="836bd1e508d52677" providerId="LiveId" clId="{D8269AC2-045B-4BFC-9DC1-EDF9052473DB}" dt="2024-05-27T15:41:32.931" v="6204"/>
        <pc:sldMkLst>
          <pc:docMk/>
          <pc:sldMk cId="284976611" sldId="272"/>
        </pc:sldMkLst>
      </pc:sldChg>
      <pc:sldChg chg="addSp delSp modSp add mod">
        <pc:chgData name="Minh Đình" userId="836bd1e508d52677" providerId="LiveId" clId="{D8269AC2-045B-4BFC-9DC1-EDF9052473DB}" dt="2024-05-24T11:16:56.317" v="4658" actId="1036"/>
        <pc:sldMkLst>
          <pc:docMk/>
          <pc:sldMk cId="2796873521" sldId="273"/>
        </pc:sldMkLst>
      </pc:sldChg>
      <pc:sldChg chg="addSp delSp modSp add mod">
        <pc:chgData name="Minh Đình" userId="836bd1e508d52677" providerId="LiveId" clId="{D8269AC2-045B-4BFC-9DC1-EDF9052473DB}" dt="2024-05-27T15:48:53.046" v="6211" actId="478"/>
        <pc:sldMkLst>
          <pc:docMk/>
          <pc:sldMk cId="3370097097" sldId="274"/>
        </pc:sldMkLst>
      </pc:sldChg>
      <pc:sldChg chg="addSp delSp modSp add mod ord modNotesTx">
        <pc:chgData name="Minh Đình" userId="836bd1e508d52677" providerId="LiveId" clId="{D8269AC2-045B-4BFC-9DC1-EDF9052473DB}" dt="2024-05-27T14:44:40.682" v="6090" actId="14100"/>
        <pc:sldMkLst>
          <pc:docMk/>
          <pc:sldMk cId="1740062919" sldId="275"/>
        </pc:sldMkLst>
      </pc:sldChg>
      <pc:sldChg chg="addSp delSp modSp add mod">
        <pc:chgData name="Minh Đình" userId="836bd1e508d52677" providerId="LiveId" clId="{D8269AC2-045B-4BFC-9DC1-EDF9052473DB}" dt="2024-05-27T15:48:48.734" v="6209" actId="478"/>
        <pc:sldMkLst>
          <pc:docMk/>
          <pc:sldMk cId="3071658624" sldId="276"/>
        </pc:sldMkLst>
      </pc:sldChg>
      <pc:sldChg chg="addSp delSp modSp add mod">
        <pc:chgData name="Minh Đình" userId="836bd1e508d52677" providerId="LiveId" clId="{D8269AC2-045B-4BFC-9DC1-EDF9052473DB}" dt="2024-05-24T11:41:13.180" v="4923" actId="1076"/>
        <pc:sldMkLst>
          <pc:docMk/>
          <pc:sldMk cId="238947915" sldId="277"/>
        </pc:sldMkLst>
      </pc:sldChg>
      <pc:sldChg chg="addSp delSp modSp new mod">
        <pc:chgData name="Minh Đình" userId="836bd1e508d52677" providerId="LiveId" clId="{D8269AC2-045B-4BFC-9DC1-EDF9052473DB}" dt="2024-05-26T16:28:38.707" v="5804"/>
        <pc:sldMkLst>
          <pc:docMk/>
          <pc:sldMk cId="1140129264" sldId="278"/>
        </pc:sldMkLst>
      </pc:sldChg>
      <pc:sldChg chg="addSp modSp add mod">
        <pc:chgData name="Minh Đình" userId="836bd1e508d52677" providerId="LiveId" clId="{D8269AC2-045B-4BFC-9DC1-EDF9052473DB}" dt="2024-05-24T12:36:15.202" v="5162" actId="2711"/>
        <pc:sldMkLst>
          <pc:docMk/>
          <pc:sldMk cId="3771279957" sldId="279"/>
        </pc:sldMkLst>
      </pc:sldChg>
      <pc:sldChg chg="addSp delSp modSp add mod">
        <pc:chgData name="Minh Đình" userId="836bd1e508d52677" providerId="LiveId" clId="{D8269AC2-045B-4BFC-9DC1-EDF9052473DB}" dt="2024-05-28T10:06:40.580" v="7105" actId="1076"/>
        <pc:sldMkLst>
          <pc:docMk/>
          <pc:sldMk cId="3861452339" sldId="280"/>
        </pc:sldMkLst>
      </pc:sldChg>
      <pc:sldChg chg="addSp delSp modSp add mod">
        <pc:chgData name="Minh Đình" userId="836bd1e508d52677" providerId="LiveId" clId="{D8269AC2-045B-4BFC-9DC1-EDF9052473DB}" dt="2024-05-28T16:36:46.242" v="7786" actId="20577"/>
        <pc:sldMkLst>
          <pc:docMk/>
          <pc:sldMk cId="950941139" sldId="281"/>
        </pc:sldMkLst>
      </pc:sldChg>
      <pc:sldChg chg="addSp delSp modSp add mod">
        <pc:chgData name="Minh Đình" userId="836bd1e508d52677" providerId="LiveId" clId="{D8269AC2-045B-4BFC-9DC1-EDF9052473DB}" dt="2024-05-26T16:29:48.325" v="5844" actId="1076"/>
        <pc:sldMkLst>
          <pc:docMk/>
          <pc:sldMk cId="2967780640" sldId="282"/>
        </pc:sldMkLst>
      </pc:sldChg>
      <pc:sldChg chg="addSp delSp modSp add mod modAnim">
        <pc:chgData name="Minh Đình" userId="836bd1e508d52677" providerId="LiveId" clId="{D8269AC2-045B-4BFC-9DC1-EDF9052473DB}" dt="2024-05-26T16:31:29.977" v="5865" actId="1076"/>
        <pc:sldMkLst>
          <pc:docMk/>
          <pc:sldMk cId="616751478" sldId="283"/>
        </pc:sldMkLst>
      </pc:sldChg>
      <pc:sldChg chg="addSp delSp add del mod">
        <pc:chgData name="Minh Đình" userId="836bd1e508d52677" providerId="LiveId" clId="{D8269AC2-045B-4BFC-9DC1-EDF9052473DB}" dt="2024-05-26T16:29:01.059" v="5831"/>
        <pc:sldMkLst>
          <pc:docMk/>
          <pc:sldMk cId="1847139466" sldId="283"/>
        </pc:sldMkLst>
      </pc:sldChg>
      <pc:sldChg chg="addSp delSp modSp add mod">
        <pc:chgData name="Minh Đình" userId="836bd1e508d52677" providerId="LiveId" clId="{D8269AC2-045B-4BFC-9DC1-EDF9052473DB}" dt="2024-05-28T15:57:25.798" v="7377" actId="20577"/>
        <pc:sldMkLst>
          <pc:docMk/>
          <pc:sldMk cId="198803338" sldId="284"/>
        </pc:sldMkLst>
      </pc:sldChg>
      <pc:sldChg chg="addSp delSp modSp add mod">
        <pc:chgData name="Minh Đình" userId="836bd1e508d52677" providerId="LiveId" clId="{D8269AC2-045B-4BFC-9DC1-EDF9052473DB}" dt="2024-05-28T16:01:20.611" v="7396" actId="207"/>
        <pc:sldMkLst>
          <pc:docMk/>
          <pc:sldMk cId="3779123254" sldId="285"/>
        </pc:sldMkLst>
      </pc:sldChg>
      <pc:sldChg chg="modSp mod">
        <pc:chgData name="Minh Đình" userId="836bd1e508d52677" providerId="LiveId" clId="{D8269AC2-045B-4BFC-9DC1-EDF9052473DB}" dt="2024-05-28T10:08:27.103" v="7133" actId="20577"/>
        <pc:sldMkLst>
          <pc:docMk/>
          <pc:sldMk cId="3722698626" sldId="286"/>
        </pc:sldMkLst>
      </pc:sldChg>
      <pc:sldChg chg="addSp delSp modSp new mod">
        <pc:chgData name="Minh Đình" userId="836bd1e508d52677" providerId="LiveId" clId="{D8269AC2-045B-4BFC-9DC1-EDF9052473DB}" dt="2024-05-28T16:38:18.437" v="7789" actId="20577"/>
        <pc:sldMkLst>
          <pc:docMk/>
          <pc:sldMk cId="2053841181" sldId="287"/>
        </pc:sldMkLst>
      </pc:sldChg>
      <pc:sldChg chg="delSp modSp add mod">
        <pc:chgData name="Minh Đình" userId="836bd1e508d52677" providerId="LiveId" clId="{D8269AC2-045B-4BFC-9DC1-EDF9052473DB}" dt="2024-05-28T14:42:47.847" v="7304" actId="1076"/>
        <pc:sldMkLst>
          <pc:docMk/>
          <pc:sldMk cId="1045413417" sldId="288"/>
        </pc:sldMkLst>
      </pc:sldChg>
      <pc:sldChg chg="addSp delSp modSp add mod">
        <pc:chgData name="Minh Đình" userId="836bd1e508d52677" providerId="LiveId" clId="{D8269AC2-045B-4BFC-9DC1-EDF9052473DB}" dt="2024-05-28T10:02:54.352" v="7072" actId="1076"/>
        <pc:sldMkLst>
          <pc:docMk/>
          <pc:sldMk cId="812647908" sldId="289"/>
        </pc:sldMkLst>
      </pc:sldChg>
      <pc:sldChg chg="addSp delSp modSp add mod">
        <pc:chgData name="Minh Đình" userId="836bd1e508d52677" providerId="LiveId" clId="{D8269AC2-045B-4BFC-9DC1-EDF9052473DB}" dt="2024-05-28T10:03:53.189" v="7088" actId="1076"/>
        <pc:sldMkLst>
          <pc:docMk/>
          <pc:sldMk cId="314175993" sldId="290"/>
        </pc:sldMkLst>
      </pc:sldChg>
      <pc:sldMasterChg chg="addSp delSp modSp mod addSldLayout delSldLayout modSldLayout">
        <pc:chgData name="Minh Đình" userId="836bd1e508d52677" providerId="LiveId" clId="{D8269AC2-045B-4BFC-9DC1-EDF9052473DB}" dt="2024-05-23T13:39:36.153" v="3268" actId="1036"/>
        <pc:sldMasterMkLst>
          <pc:docMk/>
          <pc:sldMasterMk cId="901545815" sldId="2147483648"/>
        </pc:sldMasterMkLst>
        <pc:sldLayoutChg chg="addSp delSp modSp mod setBg">
          <pc:chgData name="Minh Đình" userId="836bd1e508d52677" providerId="LiveId" clId="{D8269AC2-045B-4BFC-9DC1-EDF9052473DB}" dt="2024-05-22T10:32:22.068" v="792" actId="478"/>
          <pc:sldLayoutMkLst>
            <pc:docMk/>
            <pc:sldMasterMk cId="901545815" sldId="2147483648"/>
            <pc:sldLayoutMk cId="2285719357" sldId="2147483649"/>
          </pc:sldLayoutMkLst>
        </pc:sldLayoutChg>
        <pc:sldLayoutChg chg="delSp mod">
          <pc:chgData name="Minh Đình" userId="836bd1e508d52677" providerId="LiveId" clId="{D8269AC2-045B-4BFC-9DC1-EDF9052473DB}" dt="2024-05-22T10:32:27.084" v="795" actId="478"/>
          <pc:sldLayoutMkLst>
            <pc:docMk/>
            <pc:sldMasterMk cId="901545815" sldId="2147483648"/>
            <pc:sldLayoutMk cId="1146928141" sldId="2147483650"/>
          </pc:sldLayoutMkLst>
        </pc:sldLayoutChg>
        <pc:sldLayoutChg chg="new del mod">
          <pc:chgData name="Minh Đình" userId="836bd1e508d52677" providerId="LiveId" clId="{D8269AC2-045B-4BFC-9DC1-EDF9052473DB}" dt="2024-05-21T15:08:34.512" v="26" actId="11236"/>
          <pc:sldLayoutMkLst>
            <pc:docMk/>
            <pc:sldMasterMk cId="901545815" sldId="2147483648"/>
            <pc:sldLayoutMk cId="3839378159" sldId="2147483660"/>
          </pc:sldLayoutMkLst>
        </pc:sldLayoutChg>
        <pc:sldLayoutChg chg="new del mod">
          <pc:chgData name="Minh Đình" userId="836bd1e508d52677" providerId="LiveId" clId="{D8269AC2-045B-4BFC-9DC1-EDF9052473DB}" dt="2024-05-21T15:21:37.485" v="270" actId="11236"/>
          <pc:sldLayoutMkLst>
            <pc:docMk/>
            <pc:sldMasterMk cId="901545815" sldId="2147483648"/>
            <pc:sldLayoutMk cId="4065314896" sldId="2147483660"/>
          </pc:sldLayoutMkLst>
        </pc:sldLayoutChg>
      </pc:sldMasterChg>
      <pc:sldMasterChg chg="new del mod addSldLayout delSldLayout">
        <pc:chgData name="Minh Đình" userId="836bd1e508d52677" providerId="LiveId" clId="{D8269AC2-045B-4BFC-9DC1-EDF9052473DB}" dt="2024-05-21T15:05:26.091" v="3" actId="6938"/>
        <pc:sldMasterMkLst>
          <pc:docMk/>
          <pc:sldMasterMk cId="2978924479" sldId="2147483660"/>
        </pc:sldMasterMkLst>
        <pc:sldLayoutChg chg="new del replId">
          <pc:chgData name="Minh Đình" userId="836bd1e508d52677" providerId="LiveId" clId="{D8269AC2-045B-4BFC-9DC1-EDF9052473DB}" dt="2024-05-21T15:05:26.091" v="3" actId="6938"/>
          <pc:sldLayoutMkLst>
            <pc:docMk/>
            <pc:sldMasterMk cId="2978924479" sldId="2147483660"/>
            <pc:sldLayoutMk cId="1440865641" sldId="2147483661"/>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1970954096" sldId="2147483662"/>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3681018290" sldId="2147483663"/>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1639210604" sldId="2147483664"/>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2752334895" sldId="2147483665"/>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3627391385" sldId="2147483666"/>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2131078976" sldId="2147483667"/>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3577487748" sldId="2147483668"/>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3268048231" sldId="2147483669"/>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404001556" sldId="2147483670"/>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4264046280" sldId="2147483671"/>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D8291F-1C18-4178-9BD5-D93A1C64E3DB}" type="doc">
      <dgm:prSet loTypeId="urn:microsoft.com/office/officeart/2005/8/layout/process1" loCatId="process" qsTypeId="urn:microsoft.com/office/officeart/2005/8/quickstyle/simple1" qsCatId="simple" csTypeId="urn:microsoft.com/office/officeart/2005/8/colors/accent1_2" csCatId="accent1" phldr="1"/>
      <dgm:spPr/>
    </dgm:pt>
    <dgm:pt modelId="{6CCAC4D5-4708-43F9-B979-75769F83442B}">
      <dgm:prSet phldrT="[Text]" custT="1"/>
      <dgm:spPr>
        <a:solidFill>
          <a:srgbClr val="00B0F0"/>
        </a:solidFill>
        <a:ln>
          <a:solidFill>
            <a:srgbClr val="00477F"/>
          </a:solidFill>
        </a:ln>
      </dgm:spPr>
      <dgm:t>
        <a:bodyPr/>
        <a:lstStyle/>
        <a:p>
          <a:r>
            <a:rPr lang="vi-VN" sz="1600" dirty="0">
              <a:latin typeface="+mj-lt"/>
            </a:rPr>
            <a:t>User nhập lệnh vào Terminal</a:t>
          </a:r>
          <a:endParaRPr lang="en-US" sz="1600" dirty="0">
            <a:latin typeface="+mj-lt"/>
          </a:endParaRPr>
        </a:p>
      </dgm:t>
    </dgm:pt>
    <dgm:pt modelId="{DF16D8F6-1CFF-4C72-81D4-C18115EAB013}" type="parTrans" cxnId="{854E244D-921D-4A36-99F1-ACAF62F30ADA}">
      <dgm:prSet/>
      <dgm:spPr/>
      <dgm:t>
        <a:bodyPr/>
        <a:lstStyle/>
        <a:p>
          <a:endParaRPr lang="en-US" sz="1600">
            <a:latin typeface="+mj-lt"/>
          </a:endParaRPr>
        </a:p>
      </dgm:t>
    </dgm:pt>
    <dgm:pt modelId="{B68CBFC1-50B0-41DE-9BB7-3334C14937B9}" type="sibTrans" cxnId="{854E244D-921D-4A36-99F1-ACAF62F30ADA}">
      <dgm:prSet custT="1"/>
      <dgm:spPr/>
      <dgm:t>
        <a:bodyPr/>
        <a:lstStyle/>
        <a:p>
          <a:endParaRPr lang="en-US" sz="1600">
            <a:latin typeface="+mj-lt"/>
          </a:endParaRPr>
        </a:p>
      </dgm:t>
    </dgm:pt>
    <dgm:pt modelId="{AC7424AF-22B1-4590-A1DF-70FE4328AE69}">
      <dgm:prSet phldrT="[Text]" custT="1"/>
      <dgm:spPr>
        <a:solidFill>
          <a:srgbClr val="00B0F0"/>
        </a:solidFill>
        <a:ln>
          <a:solidFill>
            <a:srgbClr val="00477F"/>
          </a:solidFill>
        </a:ln>
      </dgm:spPr>
      <dgm:t>
        <a:bodyPr/>
        <a:lstStyle/>
        <a:p>
          <a:pPr>
            <a:buFont typeface="+mj-lt"/>
            <a:buAutoNum type="arabicPeriod"/>
          </a:pPr>
          <a:r>
            <a:rPr lang="en-US" sz="1600" dirty="0">
              <a:latin typeface="+mj-lt"/>
            </a:rPr>
            <a:t>Shell phân </a:t>
          </a:r>
          <a:r>
            <a:rPr lang="en-US" sz="1600" dirty="0" err="1">
              <a:latin typeface="+mj-lt"/>
            </a:rPr>
            <a:t>tích</a:t>
          </a:r>
          <a:r>
            <a:rPr lang="en-US" sz="1600" dirty="0">
              <a:latin typeface="+mj-lt"/>
            </a:rPr>
            <a:t> </a:t>
          </a:r>
          <a:r>
            <a:rPr lang="en-US" sz="1600" dirty="0" err="1">
              <a:latin typeface="+mj-lt"/>
            </a:rPr>
            <a:t>và</a:t>
          </a:r>
          <a:r>
            <a:rPr lang="en-US" sz="1600" dirty="0">
              <a:latin typeface="+mj-lt"/>
            </a:rPr>
            <a:t> </a:t>
          </a:r>
          <a:r>
            <a:rPr lang="en-US" sz="1600" dirty="0" err="1">
              <a:latin typeface="+mj-lt"/>
            </a:rPr>
            <a:t>thực</a:t>
          </a:r>
          <a:r>
            <a:rPr lang="en-US" sz="1600" dirty="0">
              <a:latin typeface="+mj-lt"/>
            </a:rPr>
            <a:t> </a:t>
          </a:r>
          <a:r>
            <a:rPr lang="en-US" sz="1600" dirty="0" err="1">
              <a:latin typeface="+mj-lt"/>
            </a:rPr>
            <a:t>thi</a:t>
          </a:r>
          <a:r>
            <a:rPr lang="en-US" sz="1600" dirty="0">
              <a:latin typeface="+mj-lt"/>
            </a:rPr>
            <a:t> </a:t>
          </a:r>
          <a:r>
            <a:rPr lang="en-US" sz="1600" dirty="0" err="1">
              <a:latin typeface="+mj-lt"/>
            </a:rPr>
            <a:t>từng</a:t>
          </a:r>
          <a:r>
            <a:rPr lang="en-US" sz="1600" dirty="0">
              <a:latin typeface="+mj-lt"/>
            </a:rPr>
            <a:t> </a:t>
          </a:r>
          <a:r>
            <a:rPr lang="en-US" sz="1600" dirty="0" err="1">
              <a:latin typeface="+mj-lt"/>
            </a:rPr>
            <a:t>lệnh</a:t>
          </a:r>
          <a:endParaRPr lang="en-US" sz="1600" dirty="0">
            <a:latin typeface="+mj-lt"/>
          </a:endParaRPr>
        </a:p>
      </dgm:t>
    </dgm:pt>
    <dgm:pt modelId="{F0D41BE3-0077-42AC-9373-E03D4E0DA339}" type="parTrans" cxnId="{FDC7A7BF-94C1-4D96-8091-F1984E5C08B3}">
      <dgm:prSet/>
      <dgm:spPr/>
      <dgm:t>
        <a:bodyPr/>
        <a:lstStyle/>
        <a:p>
          <a:endParaRPr lang="en-US" sz="1600">
            <a:latin typeface="+mj-lt"/>
          </a:endParaRPr>
        </a:p>
      </dgm:t>
    </dgm:pt>
    <dgm:pt modelId="{26F19926-17FA-430C-912F-1D900731DE7F}" type="sibTrans" cxnId="{FDC7A7BF-94C1-4D96-8091-F1984E5C08B3}">
      <dgm:prSet custT="1"/>
      <dgm:spPr/>
      <dgm:t>
        <a:bodyPr/>
        <a:lstStyle/>
        <a:p>
          <a:endParaRPr lang="en-US" sz="1600">
            <a:latin typeface="+mj-lt"/>
          </a:endParaRPr>
        </a:p>
      </dgm:t>
    </dgm:pt>
    <dgm:pt modelId="{A91075D0-D590-4DF5-A7F6-92AB716FA966}">
      <dgm:prSet phldrT="[Text]" custT="1"/>
      <dgm:spPr>
        <a:solidFill>
          <a:srgbClr val="00B0F0"/>
        </a:solidFill>
        <a:ln>
          <a:solidFill>
            <a:srgbClr val="00477F"/>
          </a:solidFill>
        </a:ln>
      </dgm:spPr>
      <dgm:t>
        <a:bodyPr/>
        <a:lstStyle/>
        <a:p>
          <a:r>
            <a:rPr lang="en-US" sz="1600" dirty="0">
              <a:latin typeface="+mj-lt"/>
            </a:rPr>
            <a:t>Shell </a:t>
          </a:r>
          <a:r>
            <a:rPr lang="en-US" sz="1600" dirty="0" err="1">
              <a:latin typeface="+mj-lt"/>
            </a:rPr>
            <a:t>gửi</a:t>
          </a:r>
          <a:r>
            <a:rPr lang="en-US" sz="1600" dirty="0">
              <a:latin typeface="+mj-lt"/>
            </a:rPr>
            <a:t> </a:t>
          </a:r>
          <a:r>
            <a:rPr lang="en-US" sz="1600" dirty="0" err="1">
              <a:latin typeface="+mj-lt"/>
            </a:rPr>
            <a:t>yêu</a:t>
          </a:r>
          <a:r>
            <a:rPr lang="en-US" sz="1600" dirty="0">
              <a:latin typeface="+mj-lt"/>
            </a:rPr>
            <a:t> </a:t>
          </a:r>
          <a:r>
            <a:rPr lang="en-US" sz="1600" dirty="0" err="1">
              <a:latin typeface="+mj-lt"/>
            </a:rPr>
            <a:t>cầu</a:t>
          </a:r>
          <a:r>
            <a:rPr lang="en-US" sz="1600" dirty="0">
              <a:latin typeface="+mj-lt"/>
            </a:rPr>
            <a:t> </a:t>
          </a:r>
          <a:r>
            <a:rPr lang="en-US" sz="1600" dirty="0" err="1">
              <a:latin typeface="+mj-lt"/>
            </a:rPr>
            <a:t>thực</a:t>
          </a:r>
          <a:r>
            <a:rPr lang="en-US" sz="1600" dirty="0">
              <a:latin typeface="+mj-lt"/>
            </a:rPr>
            <a:t> </a:t>
          </a:r>
          <a:r>
            <a:rPr lang="en-US" sz="1600" dirty="0" err="1">
              <a:latin typeface="+mj-lt"/>
            </a:rPr>
            <a:t>thi</a:t>
          </a:r>
          <a:r>
            <a:rPr lang="en-US" sz="1600" dirty="0">
              <a:latin typeface="+mj-lt"/>
            </a:rPr>
            <a:t> </a:t>
          </a:r>
          <a:r>
            <a:rPr lang="en-US" sz="1600" dirty="0" err="1">
              <a:latin typeface="+mj-lt"/>
            </a:rPr>
            <a:t>đến</a:t>
          </a:r>
          <a:r>
            <a:rPr lang="en-US" sz="1600" dirty="0">
              <a:latin typeface="+mj-lt"/>
            </a:rPr>
            <a:t> </a:t>
          </a:r>
          <a:r>
            <a:rPr lang="en-US" sz="1600" dirty="0" err="1">
              <a:latin typeface="+mj-lt"/>
            </a:rPr>
            <a:t>nhân</a:t>
          </a:r>
          <a:r>
            <a:rPr lang="en-US" sz="1600" dirty="0">
              <a:latin typeface="+mj-lt"/>
            </a:rPr>
            <a:t> Linux (Kernel)</a:t>
          </a:r>
        </a:p>
      </dgm:t>
    </dgm:pt>
    <dgm:pt modelId="{07EA1962-3CD5-4CD2-A4B7-B959B33D27DA}" type="parTrans" cxnId="{D4C7C68A-75A2-4FFB-AAC4-4A616A84390E}">
      <dgm:prSet/>
      <dgm:spPr/>
      <dgm:t>
        <a:bodyPr/>
        <a:lstStyle/>
        <a:p>
          <a:endParaRPr lang="en-US" sz="1600">
            <a:latin typeface="+mj-lt"/>
          </a:endParaRPr>
        </a:p>
      </dgm:t>
    </dgm:pt>
    <dgm:pt modelId="{17213708-E366-46A9-B10A-ACC93325AABF}" type="sibTrans" cxnId="{D4C7C68A-75A2-4FFB-AAC4-4A616A84390E}">
      <dgm:prSet custT="1"/>
      <dgm:spPr/>
      <dgm:t>
        <a:bodyPr/>
        <a:lstStyle/>
        <a:p>
          <a:endParaRPr lang="en-US" sz="1600">
            <a:latin typeface="+mj-lt"/>
          </a:endParaRPr>
        </a:p>
      </dgm:t>
    </dgm:pt>
    <dgm:pt modelId="{2D9FF133-6B74-4ABD-A6CA-0F98F64721C9}">
      <dgm:prSet phldrT="[Text]" custT="1"/>
      <dgm:spPr>
        <a:solidFill>
          <a:srgbClr val="00B0F0"/>
        </a:solidFill>
        <a:ln>
          <a:solidFill>
            <a:srgbClr val="00477F"/>
          </a:solidFill>
        </a:ln>
      </dgm:spPr>
      <dgm:t>
        <a:bodyPr/>
        <a:lstStyle/>
        <a:p>
          <a:r>
            <a:rPr lang="en-US" sz="1600">
              <a:latin typeface="+mj-lt"/>
            </a:rPr>
            <a:t>Kernel xử lý và trả về kết quả cho Shell</a:t>
          </a:r>
          <a:endParaRPr lang="en-US" sz="1600" dirty="0">
            <a:latin typeface="+mj-lt"/>
          </a:endParaRPr>
        </a:p>
      </dgm:t>
    </dgm:pt>
    <dgm:pt modelId="{BD17C75C-CE0F-41FA-B113-8CE7F5F99E9D}" type="parTrans" cxnId="{AF65BA2A-6D24-4BD0-BC20-E62C959EAE27}">
      <dgm:prSet/>
      <dgm:spPr/>
      <dgm:t>
        <a:bodyPr/>
        <a:lstStyle/>
        <a:p>
          <a:endParaRPr lang="en-US" sz="1600">
            <a:latin typeface="+mj-lt"/>
          </a:endParaRPr>
        </a:p>
      </dgm:t>
    </dgm:pt>
    <dgm:pt modelId="{CABCF62C-AB8E-4D67-AE26-47316C2169F0}" type="sibTrans" cxnId="{AF65BA2A-6D24-4BD0-BC20-E62C959EAE27}">
      <dgm:prSet custT="1"/>
      <dgm:spPr/>
      <dgm:t>
        <a:bodyPr/>
        <a:lstStyle/>
        <a:p>
          <a:endParaRPr lang="en-US" sz="1600">
            <a:latin typeface="+mj-lt"/>
          </a:endParaRPr>
        </a:p>
      </dgm:t>
    </dgm:pt>
    <dgm:pt modelId="{3EADFD25-802C-4140-9B31-BDC7D79AE522}">
      <dgm:prSet phldrT="[Text]" custT="1"/>
      <dgm:spPr>
        <a:solidFill>
          <a:srgbClr val="00B0F0"/>
        </a:solidFill>
        <a:ln>
          <a:solidFill>
            <a:srgbClr val="00477F"/>
          </a:solidFill>
        </a:ln>
      </dgm:spPr>
      <dgm:t>
        <a:bodyPr/>
        <a:lstStyle/>
        <a:p>
          <a:r>
            <a:rPr lang="vi-VN" sz="1600">
              <a:latin typeface="+mj-lt"/>
            </a:rPr>
            <a:t>Shell hiển thị kết quả cho người dùng</a:t>
          </a:r>
          <a:endParaRPr lang="en-US" sz="1600" dirty="0">
            <a:latin typeface="+mj-lt"/>
          </a:endParaRPr>
        </a:p>
      </dgm:t>
    </dgm:pt>
    <dgm:pt modelId="{1956135B-FE56-4801-92F0-C213E07B50E9}" type="parTrans" cxnId="{B05AB2BF-CDF6-4755-891B-00DB744FD8FB}">
      <dgm:prSet/>
      <dgm:spPr/>
      <dgm:t>
        <a:bodyPr/>
        <a:lstStyle/>
        <a:p>
          <a:endParaRPr lang="en-US" sz="1600">
            <a:latin typeface="+mj-lt"/>
          </a:endParaRPr>
        </a:p>
      </dgm:t>
    </dgm:pt>
    <dgm:pt modelId="{4E15D2DD-AA87-4C46-8AA5-52AF1254E195}" type="sibTrans" cxnId="{B05AB2BF-CDF6-4755-891B-00DB744FD8FB}">
      <dgm:prSet/>
      <dgm:spPr/>
      <dgm:t>
        <a:bodyPr/>
        <a:lstStyle/>
        <a:p>
          <a:endParaRPr lang="en-US" sz="1600">
            <a:latin typeface="+mj-lt"/>
          </a:endParaRPr>
        </a:p>
      </dgm:t>
    </dgm:pt>
    <dgm:pt modelId="{62BF2536-0BB9-4166-9A89-96323529BCBE}" type="pres">
      <dgm:prSet presAssocID="{2AD8291F-1C18-4178-9BD5-D93A1C64E3DB}" presName="Name0" presStyleCnt="0">
        <dgm:presLayoutVars>
          <dgm:dir/>
          <dgm:resizeHandles val="exact"/>
        </dgm:presLayoutVars>
      </dgm:prSet>
      <dgm:spPr/>
    </dgm:pt>
    <dgm:pt modelId="{6F1A6381-79CF-4220-B68A-B04533BADA1B}" type="pres">
      <dgm:prSet presAssocID="{6CCAC4D5-4708-43F9-B979-75769F83442B}" presName="node" presStyleLbl="node1" presStyleIdx="0" presStyleCnt="5">
        <dgm:presLayoutVars>
          <dgm:bulletEnabled val="1"/>
        </dgm:presLayoutVars>
      </dgm:prSet>
      <dgm:spPr/>
    </dgm:pt>
    <dgm:pt modelId="{466A2975-B13E-4287-9EE7-DC3E85E63CC9}" type="pres">
      <dgm:prSet presAssocID="{B68CBFC1-50B0-41DE-9BB7-3334C14937B9}" presName="sibTrans" presStyleLbl="sibTrans2D1" presStyleIdx="0" presStyleCnt="4"/>
      <dgm:spPr/>
    </dgm:pt>
    <dgm:pt modelId="{9DB1A204-D83E-4F0C-A3AC-72717C20BB86}" type="pres">
      <dgm:prSet presAssocID="{B68CBFC1-50B0-41DE-9BB7-3334C14937B9}" presName="connectorText" presStyleLbl="sibTrans2D1" presStyleIdx="0" presStyleCnt="4"/>
      <dgm:spPr/>
    </dgm:pt>
    <dgm:pt modelId="{D6D91A36-2C51-4B0B-BA9C-D32D3E11CA6D}" type="pres">
      <dgm:prSet presAssocID="{AC7424AF-22B1-4590-A1DF-70FE4328AE69}" presName="node" presStyleLbl="node1" presStyleIdx="1" presStyleCnt="5">
        <dgm:presLayoutVars>
          <dgm:bulletEnabled val="1"/>
        </dgm:presLayoutVars>
      </dgm:prSet>
      <dgm:spPr/>
    </dgm:pt>
    <dgm:pt modelId="{AD3522F5-11EB-4E30-89FE-661C0C7A9C6F}" type="pres">
      <dgm:prSet presAssocID="{26F19926-17FA-430C-912F-1D900731DE7F}" presName="sibTrans" presStyleLbl="sibTrans2D1" presStyleIdx="1" presStyleCnt="4"/>
      <dgm:spPr/>
    </dgm:pt>
    <dgm:pt modelId="{72EBF933-057E-4BC3-ACA6-F5868F0039B1}" type="pres">
      <dgm:prSet presAssocID="{26F19926-17FA-430C-912F-1D900731DE7F}" presName="connectorText" presStyleLbl="sibTrans2D1" presStyleIdx="1" presStyleCnt="4"/>
      <dgm:spPr/>
    </dgm:pt>
    <dgm:pt modelId="{841064ED-78FC-4BB9-A82A-79FFD10B02FD}" type="pres">
      <dgm:prSet presAssocID="{A91075D0-D590-4DF5-A7F6-92AB716FA966}" presName="node" presStyleLbl="node1" presStyleIdx="2" presStyleCnt="5">
        <dgm:presLayoutVars>
          <dgm:bulletEnabled val="1"/>
        </dgm:presLayoutVars>
      </dgm:prSet>
      <dgm:spPr/>
    </dgm:pt>
    <dgm:pt modelId="{64499B72-73AA-4786-86B2-F03EC14F3177}" type="pres">
      <dgm:prSet presAssocID="{17213708-E366-46A9-B10A-ACC93325AABF}" presName="sibTrans" presStyleLbl="sibTrans2D1" presStyleIdx="2" presStyleCnt="4"/>
      <dgm:spPr/>
    </dgm:pt>
    <dgm:pt modelId="{6811BBB1-64B6-46A4-916B-347B4F504A08}" type="pres">
      <dgm:prSet presAssocID="{17213708-E366-46A9-B10A-ACC93325AABF}" presName="connectorText" presStyleLbl="sibTrans2D1" presStyleIdx="2" presStyleCnt="4"/>
      <dgm:spPr/>
    </dgm:pt>
    <dgm:pt modelId="{7EBCE531-92A8-4423-A16C-277A2D01772F}" type="pres">
      <dgm:prSet presAssocID="{2D9FF133-6B74-4ABD-A6CA-0F98F64721C9}" presName="node" presStyleLbl="node1" presStyleIdx="3" presStyleCnt="5">
        <dgm:presLayoutVars>
          <dgm:bulletEnabled val="1"/>
        </dgm:presLayoutVars>
      </dgm:prSet>
      <dgm:spPr/>
    </dgm:pt>
    <dgm:pt modelId="{86F47B65-DAC8-4505-A0BB-9EB86B378F73}" type="pres">
      <dgm:prSet presAssocID="{CABCF62C-AB8E-4D67-AE26-47316C2169F0}" presName="sibTrans" presStyleLbl="sibTrans2D1" presStyleIdx="3" presStyleCnt="4"/>
      <dgm:spPr/>
    </dgm:pt>
    <dgm:pt modelId="{59B20936-6196-4AA9-8C84-E679E08F39E9}" type="pres">
      <dgm:prSet presAssocID="{CABCF62C-AB8E-4D67-AE26-47316C2169F0}" presName="connectorText" presStyleLbl="sibTrans2D1" presStyleIdx="3" presStyleCnt="4"/>
      <dgm:spPr/>
    </dgm:pt>
    <dgm:pt modelId="{FC0AE056-F62D-42B3-AC45-9457DA2C4D0C}" type="pres">
      <dgm:prSet presAssocID="{3EADFD25-802C-4140-9B31-BDC7D79AE522}" presName="node" presStyleLbl="node1" presStyleIdx="4" presStyleCnt="5">
        <dgm:presLayoutVars>
          <dgm:bulletEnabled val="1"/>
        </dgm:presLayoutVars>
      </dgm:prSet>
      <dgm:spPr/>
    </dgm:pt>
  </dgm:ptLst>
  <dgm:cxnLst>
    <dgm:cxn modelId="{FB09740C-0D43-4FD7-B920-A0C9DB582C86}" type="presOf" srcId="{B68CBFC1-50B0-41DE-9BB7-3334C14937B9}" destId="{9DB1A204-D83E-4F0C-A3AC-72717C20BB86}" srcOrd="1" destOrd="0" presId="urn:microsoft.com/office/officeart/2005/8/layout/process1"/>
    <dgm:cxn modelId="{923EE818-F31E-4193-A39B-93C94B4B10ED}" type="presOf" srcId="{17213708-E366-46A9-B10A-ACC93325AABF}" destId="{6811BBB1-64B6-46A4-916B-347B4F504A08}" srcOrd="1" destOrd="0" presId="urn:microsoft.com/office/officeart/2005/8/layout/process1"/>
    <dgm:cxn modelId="{AF65BA2A-6D24-4BD0-BC20-E62C959EAE27}" srcId="{2AD8291F-1C18-4178-9BD5-D93A1C64E3DB}" destId="{2D9FF133-6B74-4ABD-A6CA-0F98F64721C9}" srcOrd="3" destOrd="0" parTransId="{BD17C75C-CE0F-41FA-B113-8CE7F5F99E9D}" sibTransId="{CABCF62C-AB8E-4D67-AE26-47316C2169F0}"/>
    <dgm:cxn modelId="{9242B135-6922-4C9A-A30A-A712E8B313BB}" type="presOf" srcId="{3EADFD25-802C-4140-9B31-BDC7D79AE522}" destId="{FC0AE056-F62D-42B3-AC45-9457DA2C4D0C}" srcOrd="0" destOrd="0" presId="urn:microsoft.com/office/officeart/2005/8/layout/process1"/>
    <dgm:cxn modelId="{6D9D4136-3846-4F0E-99FC-9BAE6DF555DC}" type="presOf" srcId="{AC7424AF-22B1-4590-A1DF-70FE4328AE69}" destId="{D6D91A36-2C51-4B0B-BA9C-D32D3E11CA6D}" srcOrd="0" destOrd="0" presId="urn:microsoft.com/office/officeart/2005/8/layout/process1"/>
    <dgm:cxn modelId="{A7228468-07E0-4E00-9F6C-6082DA7B9ABD}" type="presOf" srcId="{26F19926-17FA-430C-912F-1D900731DE7F}" destId="{72EBF933-057E-4BC3-ACA6-F5868F0039B1}" srcOrd="1" destOrd="0" presId="urn:microsoft.com/office/officeart/2005/8/layout/process1"/>
    <dgm:cxn modelId="{ADB08C6C-F3FF-443E-80F6-F5E3EA483C0C}" type="presOf" srcId="{CABCF62C-AB8E-4D67-AE26-47316C2169F0}" destId="{59B20936-6196-4AA9-8C84-E679E08F39E9}" srcOrd="1" destOrd="0" presId="urn:microsoft.com/office/officeart/2005/8/layout/process1"/>
    <dgm:cxn modelId="{854E244D-921D-4A36-99F1-ACAF62F30ADA}" srcId="{2AD8291F-1C18-4178-9BD5-D93A1C64E3DB}" destId="{6CCAC4D5-4708-43F9-B979-75769F83442B}" srcOrd="0" destOrd="0" parTransId="{DF16D8F6-1CFF-4C72-81D4-C18115EAB013}" sibTransId="{B68CBFC1-50B0-41DE-9BB7-3334C14937B9}"/>
    <dgm:cxn modelId="{0CF5EF75-1D0E-440E-B22D-26BF53F49421}" type="presOf" srcId="{B68CBFC1-50B0-41DE-9BB7-3334C14937B9}" destId="{466A2975-B13E-4287-9EE7-DC3E85E63CC9}" srcOrd="0" destOrd="0" presId="urn:microsoft.com/office/officeart/2005/8/layout/process1"/>
    <dgm:cxn modelId="{CB097481-A481-4690-9596-78F0C15E2CE6}" type="presOf" srcId="{2D9FF133-6B74-4ABD-A6CA-0F98F64721C9}" destId="{7EBCE531-92A8-4423-A16C-277A2D01772F}" srcOrd="0" destOrd="0" presId="urn:microsoft.com/office/officeart/2005/8/layout/process1"/>
    <dgm:cxn modelId="{D4C7C68A-75A2-4FFB-AAC4-4A616A84390E}" srcId="{2AD8291F-1C18-4178-9BD5-D93A1C64E3DB}" destId="{A91075D0-D590-4DF5-A7F6-92AB716FA966}" srcOrd="2" destOrd="0" parTransId="{07EA1962-3CD5-4CD2-A4B7-B959B33D27DA}" sibTransId="{17213708-E366-46A9-B10A-ACC93325AABF}"/>
    <dgm:cxn modelId="{7BC9E6A9-68F5-4C69-B96E-AAF75E71A65E}" type="presOf" srcId="{6CCAC4D5-4708-43F9-B979-75769F83442B}" destId="{6F1A6381-79CF-4220-B68A-B04533BADA1B}" srcOrd="0" destOrd="0" presId="urn:microsoft.com/office/officeart/2005/8/layout/process1"/>
    <dgm:cxn modelId="{FDC7A7BF-94C1-4D96-8091-F1984E5C08B3}" srcId="{2AD8291F-1C18-4178-9BD5-D93A1C64E3DB}" destId="{AC7424AF-22B1-4590-A1DF-70FE4328AE69}" srcOrd="1" destOrd="0" parTransId="{F0D41BE3-0077-42AC-9373-E03D4E0DA339}" sibTransId="{26F19926-17FA-430C-912F-1D900731DE7F}"/>
    <dgm:cxn modelId="{B05AB2BF-CDF6-4755-891B-00DB744FD8FB}" srcId="{2AD8291F-1C18-4178-9BD5-D93A1C64E3DB}" destId="{3EADFD25-802C-4140-9B31-BDC7D79AE522}" srcOrd="4" destOrd="0" parTransId="{1956135B-FE56-4801-92F0-C213E07B50E9}" sibTransId="{4E15D2DD-AA87-4C46-8AA5-52AF1254E195}"/>
    <dgm:cxn modelId="{638090C1-1523-4867-80B8-9AC7B253E952}" type="presOf" srcId="{26F19926-17FA-430C-912F-1D900731DE7F}" destId="{AD3522F5-11EB-4E30-89FE-661C0C7A9C6F}" srcOrd="0" destOrd="0" presId="urn:microsoft.com/office/officeart/2005/8/layout/process1"/>
    <dgm:cxn modelId="{8B45F6C2-598F-4150-91E9-37C2F8423D04}" type="presOf" srcId="{2AD8291F-1C18-4178-9BD5-D93A1C64E3DB}" destId="{62BF2536-0BB9-4166-9A89-96323529BCBE}" srcOrd="0" destOrd="0" presId="urn:microsoft.com/office/officeart/2005/8/layout/process1"/>
    <dgm:cxn modelId="{542CA2C7-8FD1-44BA-B906-0DC0A0E1FCA9}" type="presOf" srcId="{CABCF62C-AB8E-4D67-AE26-47316C2169F0}" destId="{86F47B65-DAC8-4505-A0BB-9EB86B378F73}" srcOrd="0" destOrd="0" presId="urn:microsoft.com/office/officeart/2005/8/layout/process1"/>
    <dgm:cxn modelId="{0EEB07D5-71B8-48A4-BBA8-D50994629319}" type="presOf" srcId="{17213708-E366-46A9-B10A-ACC93325AABF}" destId="{64499B72-73AA-4786-86B2-F03EC14F3177}" srcOrd="0" destOrd="0" presId="urn:microsoft.com/office/officeart/2005/8/layout/process1"/>
    <dgm:cxn modelId="{5C6087D8-DB3F-44B3-83B7-145BB93392E0}" type="presOf" srcId="{A91075D0-D590-4DF5-A7F6-92AB716FA966}" destId="{841064ED-78FC-4BB9-A82A-79FFD10B02FD}" srcOrd="0" destOrd="0" presId="urn:microsoft.com/office/officeart/2005/8/layout/process1"/>
    <dgm:cxn modelId="{F5C4E4A0-F704-4EB7-B65E-8C55CC056925}" type="presParOf" srcId="{62BF2536-0BB9-4166-9A89-96323529BCBE}" destId="{6F1A6381-79CF-4220-B68A-B04533BADA1B}" srcOrd="0" destOrd="0" presId="urn:microsoft.com/office/officeart/2005/8/layout/process1"/>
    <dgm:cxn modelId="{9D4720F9-0327-40BD-8383-B52BB7572538}" type="presParOf" srcId="{62BF2536-0BB9-4166-9A89-96323529BCBE}" destId="{466A2975-B13E-4287-9EE7-DC3E85E63CC9}" srcOrd="1" destOrd="0" presId="urn:microsoft.com/office/officeart/2005/8/layout/process1"/>
    <dgm:cxn modelId="{2BBE5375-8638-4DE2-98A6-1385287B3F34}" type="presParOf" srcId="{466A2975-B13E-4287-9EE7-DC3E85E63CC9}" destId="{9DB1A204-D83E-4F0C-A3AC-72717C20BB86}" srcOrd="0" destOrd="0" presId="urn:microsoft.com/office/officeart/2005/8/layout/process1"/>
    <dgm:cxn modelId="{577DD56C-95DE-467C-B8A3-B419D9FE13CF}" type="presParOf" srcId="{62BF2536-0BB9-4166-9A89-96323529BCBE}" destId="{D6D91A36-2C51-4B0B-BA9C-D32D3E11CA6D}" srcOrd="2" destOrd="0" presId="urn:microsoft.com/office/officeart/2005/8/layout/process1"/>
    <dgm:cxn modelId="{2FC20BAB-1C1F-48E0-AEAB-3C6CA2EAD7B1}" type="presParOf" srcId="{62BF2536-0BB9-4166-9A89-96323529BCBE}" destId="{AD3522F5-11EB-4E30-89FE-661C0C7A9C6F}" srcOrd="3" destOrd="0" presId="urn:microsoft.com/office/officeart/2005/8/layout/process1"/>
    <dgm:cxn modelId="{51A93B92-821B-4DE2-A998-743ABE47C078}" type="presParOf" srcId="{AD3522F5-11EB-4E30-89FE-661C0C7A9C6F}" destId="{72EBF933-057E-4BC3-ACA6-F5868F0039B1}" srcOrd="0" destOrd="0" presId="urn:microsoft.com/office/officeart/2005/8/layout/process1"/>
    <dgm:cxn modelId="{86EAEBC2-905A-4ED8-9B63-00B6A6FCE078}" type="presParOf" srcId="{62BF2536-0BB9-4166-9A89-96323529BCBE}" destId="{841064ED-78FC-4BB9-A82A-79FFD10B02FD}" srcOrd="4" destOrd="0" presId="urn:microsoft.com/office/officeart/2005/8/layout/process1"/>
    <dgm:cxn modelId="{80B81A61-4D13-40E1-95E9-F1C2904FC6AB}" type="presParOf" srcId="{62BF2536-0BB9-4166-9A89-96323529BCBE}" destId="{64499B72-73AA-4786-86B2-F03EC14F3177}" srcOrd="5" destOrd="0" presId="urn:microsoft.com/office/officeart/2005/8/layout/process1"/>
    <dgm:cxn modelId="{03A83195-04BA-49EF-957C-7B872FEAED4E}" type="presParOf" srcId="{64499B72-73AA-4786-86B2-F03EC14F3177}" destId="{6811BBB1-64B6-46A4-916B-347B4F504A08}" srcOrd="0" destOrd="0" presId="urn:microsoft.com/office/officeart/2005/8/layout/process1"/>
    <dgm:cxn modelId="{02F0F8B1-DA90-4DDF-AE3D-9497B297C47F}" type="presParOf" srcId="{62BF2536-0BB9-4166-9A89-96323529BCBE}" destId="{7EBCE531-92A8-4423-A16C-277A2D01772F}" srcOrd="6" destOrd="0" presId="urn:microsoft.com/office/officeart/2005/8/layout/process1"/>
    <dgm:cxn modelId="{E41A1BA5-2228-425A-A618-02C9E87C6ADF}" type="presParOf" srcId="{62BF2536-0BB9-4166-9A89-96323529BCBE}" destId="{86F47B65-DAC8-4505-A0BB-9EB86B378F73}" srcOrd="7" destOrd="0" presId="urn:microsoft.com/office/officeart/2005/8/layout/process1"/>
    <dgm:cxn modelId="{7B5692EE-AD40-4DDF-839B-AD7C7DC9B740}" type="presParOf" srcId="{86F47B65-DAC8-4505-A0BB-9EB86B378F73}" destId="{59B20936-6196-4AA9-8C84-E679E08F39E9}" srcOrd="0" destOrd="0" presId="urn:microsoft.com/office/officeart/2005/8/layout/process1"/>
    <dgm:cxn modelId="{99DFD235-189D-460D-841F-07472F6112CA}" type="presParOf" srcId="{62BF2536-0BB9-4166-9A89-96323529BCBE}" destId="{FC0AE056-F62D-42B3-AC45-9457DA2C4D0C}"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1A6381-79CF-4220-B68A-B04533BADA1B}">
      <dsp:nvSpPr>
        <dsp:cNvPr id="0" name=""/>
        <dsp:cNvSpPr/>
      </dsp:nvSpPr>
      <dsp:spPr>
        <a:xfrm>
          <a:off x="5309" y="1544751"/>
          <a:ext cx="1645997" cy="1172773"/>
        </a:xfrm>
        <a:prstGeom prst="roundRect">
          <a:avLst>
            <a:gd name="adj" fmla="val 10000"/>
          </a:avLst>
        </a:prstGeom>
        <a:solidFill>
          <a:srgbClr val="00B0F0"/>
        </a:solidFill>
        <a:ln w="19050" cap="flat" cmpd="sng" algn="ctr">
          <a:solidFill>
            <a:srgbClr val="00477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vi-VN" sz="1600" kern="1200" dirty="0">
              <a:latin typeface="+mj-lt"/>
            </a:rPr>
            <a:t>User nhập lệnh vào Terminal</a:t>
          </a:r>
          <a:endParaRPr lang="en-US" sz="1600" kern="1200" dirty="0">
            <a:latin typeface="+mj-lt"/>
          </a:endParaRPr>
        </a:p>
      </dsp:txBody>
      <dsp:txXfrm>
        <a:off x="39658" y="1579100"/>
        <a:ext cx="1577299" cy="1104075"/>
      </dsp:txXfrm>
    </dsp:sp>
    <dsp:sp modelId="{466A2975-B13E-4287-9EE7-DC3E85E63CC9}">
      <dsp:nvSpPr>
        <dsp:cNvPr id="0" name=""/>
        <dsp:cNvSpPr/>
      </dsp:nvSpPr>
      <dsp:spPr>
        <a:xfrm>
          <a:off x="1815907" y="1927034"/>
          <a:ext cx="348951" cy="40820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latin typeface="+mj-lt"/>
          </a:endParaRPr>
        </a:p>
      </dsp:txBody>
      <dsp:txXfrm>
        <a:off x="1815907" y="2008675"/>
        <a:ext cx="244266" cy="244925"/>
      </dsp:txXfrm>
    </dsp:sp>
    <dsp:sp modelId="{D6D91A36-2C51-4B0B-BA9C-D32D3E11CA6D}">
      <dsp:nvSpPr>
        <dsp:cNvPr id="0" name=""/>
        <dsp:cNvSpPr/>
      </dsp:nvSpPr>
      <dsp:spPr>
        <a:xfrm>
          <a:off x="2309706" y="1544751"/>
          <a:ext cx="1645997" cy="1172773"/>
        </a:xfrm>
        <a:prstGeom prst="roundRect">
          <a:avLst>
            <a:gd name="adj" fmla="val 10000"/>
          </a:avLst>
        </a:prstGeom>
        <a:solidFill>
          <a:srgbClr val="00B0F0"/>
        </a:solidFill>
        <a:ln w="19050" cap="flat" cmpd="sng" algn="ctr">
          <a:solidFill>
            <a:srgbClr val="00477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Font typeface="+mj-lt"/>
            <a:buNone/>
          </a:pPr>
          <a:r>
            <a:rPr lang="en-US" sz="1600" kern="1200" dirty="0">
              <a:latin typeface="+mj-lt"/>
            </a:rPr>
            <a:t>Shell phân </a:t>
          </a:r>
          <a:r>
            <a:rPr lang="en-US" sz="1600" kern="1200" dirty="0" err="1">
              <a:latin typeface="+mj-lt"/>
            </a:rPr>
            <a:t>tích</a:t>
          </a:r>
          <a:r>
            <a:rPr lang="en-US" sz="1600" kern="1200" dirty="0">
              <a:latin typeface="+mj-lt"/>
            </a:rPr>
            <a:t> </a:t>
          </a:r>
          <a:r>
            <a:rPr lang="en-US" sz="1600" kern="1200" dirty="0" err="1">
              <a:latin typeface="+mj-lt"/>
            </a:rPr>
            <a:t>và</a:t>
          </a:r>
          <a:r>
            <a:rPr lang="en-US" sz="1600" kern="1200" dirty="0">
              <a:latin typeface="+mj-lt"/>
            </a:rPr>
            <a:t> </a:t>
          </a:r>
          <a:r>
            <a:rPr lang="en-US" sz="1600" kern="1200" dirty="0" err="1">
              <a:latin typeface="+mj-lt"/>
            </a:rPr>
            <a:t>thực</a:t>
          </a:r>
          <a:r>
            <a:rPr lang="en-US" sz="1600" kern="1200" dirty="0">
              <a:latin typeface="+mj-lt"/>
            </a:rPr>
            <a:t> </a:t>
          </a:r>
          <a:r>
            <a:rPr lang="en-US" sz="1600" kern="1200" dirty="0" err="1">
              <a:latin typeface="+mj-lt"/>
            </a:rPr>
            <a:t>thi</a:t>
          </a:r>
          <a:r>
            <a:rPr lang="en-US" sz="1600" kern="1200" dirty="0">
              <a:latin typeface="+mj-lt"/>
            </a:rPr>
            <a:t> </a:t>
          </a:r>
          <a:r>
            <a:rPr lang="en-US" sz="1600" kern="1200" dirty="0" err="1">
              <a:latin typeface="+mj-lt"/>
            </a:rPr>
            <a:t>từng</a:t>
          </a:r>
          <a:r>
            <a:rPr lang="en-US" sz="1600" kern="1200" dirty="0">
              <a:latin typeface="+mj-lt"/>
            </a:rPr>
            <a:t> </a:t>
          </a:r>
          <a:r>
            <a:rPr lang="en-US" sz="1600" kern="1200" dirty="0" err="1">
              <a:latin typeface="+mj-lt"/>
            </a:rPr>
            <a:t>lệnh</a:t>
          </a:r>
          <a:endParaRPr lang="en-US" sz="1600" kern="1200" dirty="0">
            <a:latin typeface="+mj-lt"/>
          </a:endParaRPr>
        </a:p>
      </dsp:txBody>
      <dsp:txXfrm>
        <a:off x="2344055" y="1579100"/>
        <a:ext cx="1577299" cy="1104075"/>
      </dsp:txXfrm>
    </dsp:sp>
    <dsp:sp modelId="{AD3522F5-11EB-4E30-89FE-661C0C7A9C6F}">
      <dsp:nvSpPr>
        <dsp:cNvPr id="0" name=""/>
        <dsp:cNvSpPr/>
      </dsp:nvSpPr>
      <dsp:spPr>
        <a:xfrm>
          <a:off x="4120304" y="1927034"/>
          <a:ext cx="348951" cy="40820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latin typeface="+mj-lt"/>
          </a:endParaRPr>
        </a:p>
      </dsp:txBody>
      <dsp:txXfrm>
        <a:off x="4120304" y="2008675"/>
        <a:ext cx="244266" cy="244925"/>
      </dsp:txXfrm>
    </dsp:sp>
    <dsp:sp modelId="{841064ED-78FC-4BB9-A82A-79FFD10B02FD}">
      <dsp:nvSpPr>
        <dsp:cNvPr id="0" name=""/>
        <dsp:cNvSpPr/>
      </dsp:nvSpPr>
      <dsp:spPr>
        <a:xfrm>
          <a:off x="4614104" y="1544751"/>
          <a:ext cx="1645997" cy="1172773"/>
        </a:xfrm>
        <a:prstGeom prst="roundRect">
          <a:avLst>
            <a:gd name="adj" fmla="val 10000"/>
          </a:avLst>
        </a:prstGeom>
        <a:solidFill>
          <a:srgbClr val="00B0F0"/>
        </a:solidFill>
        <a:ln w="19050" cap="flat" cmpd="sng" algn="ctr">
          <a:solidFill>
            <a:srgbClr val="00477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j-lt"/>
            </a:rPr>
            <a:t>Shell </a:t>
          </a:r>
          <a:r>
            <a:rPr lang="en-US" sz="1600" kern="1200" dirty="0" err="1">
              <a:latin typeface="+mj-lt"/>
            </a:rPr>
            <a:t>gửi</a:t>
          </a:r>
          <a:r>
            <a:rPr lang="en-US" sz="1600" kern="1200" dirty="0">
              <a:latin typeface="+mj-lt"/>
            </a:rPr>
            <a:t> </a:t>
          </a:r>
          <a:r>
            <a:rPr lang="en-US" sz="1600" kern="1200" dirty="0" err="1">
              <a:latin typeface="+mj-lt"/>
            </a:rPr>
            <a:t>yêu</a:t>
          </a:r>
          <a:r>
            <a:rPr lang="en-US" sz="1600" kern="1200" dirty="0">
              <a:latin typeface="+mj-lt"/>
            </a:rPr>
            <a:t> </a:t>
          </a:r>
          <a:r>
            <a:rPr lang="en-US" sz="1600" kern="1200" dirty="0" err="1">
              <a:latin typeface="+mj-lt"/>
            </a:rPr>
            <a:t>cầu</a:t>
          </a:r>
          <a:r>
            <a:rPr lang="en-US" sz="1600" kern="1200" dirty="0">
              <a:latin typeface="+mj-lt"/>
            </a:rPr>
            <a:t> </a:t>
          </a:r>
          <a:r>
            <a:rPr lang="en-US" sz="1600" kern="1200" dirty="0" err="1">
              <a:latin typeface="+mj-lt"/>
            </a:rPr>
            <a:t>thực</a:t>
          </a:r>
          <a:r>
            <a:rPr lang="en-US" sz="1600" kern="1200" dirty="0">
              <a:latin typeface="+mj-lt"/>
            </a:rPr>
            <a:t> </a:t>
          </a:r>
          <a:r>
            <a:rPr lang="en-US" sz="1600" kern="1200" dirty="0" err="1">
              <a:latin typeface="+mj-lt"/>
            </a:rPr>
            <a:t>thi</a:t>
          </a:r>
          <a:r>
            <a:rPr lang="en-US" sz="1600" kern="1200" dirty="0">
              <a:latin typeface="+mj-lt"/>
            </a:rPr>
            <a:t> </a:t>
          </a:r>
          <a:r>
            <a:rPr lang="en-US" sz="1600" kern="1200" dirty="0" err="1">
              <a:latin typeface="+mj-lt"/>
            </a:rPr>
            <a:t>đến</a:t>
          </a:r>
          <a:r>
            <a:rPr lang="en-US" sz="1600" kern="1200" dirty="0">
              <a:latin typeface="+mj-lt"/>
            </a:rPr>
            <a:t> </a:t>
          </a:r>
          <a:r>
            <a:rPr lang="en-US" sz="1600" kern="1200" dirty="0" err="1">
              <a:latin typeface="+mj-lt"/>
            </a:rPr>
            <a:t>nhân</a:t>
          </a:r>
          <a:r>
            <a:rPr lang="en-US" sz="1600" kern="1200" dirty="0">
              <a:latin typeface="+mj-lt"/>
            </a:rPr>
            <a:t> Linux (Kernel)</a:t>
          </a:r>
        </a:p>
      </dsp:txBody>
      <dsp:txXfrm>
        <a:off x="4648453" y="1579100"/>
        <a:ext cx="1577299" cy="1104075"/>
      </dsp:txXfrm>
    </dsp:sp>
    <dsp:sp modelId="{64499B72-73AA-4786-86B2-F03EC14F3177}">
      <dsp:nvSpPr>
        <dsp:cNvPr id="0" name=""/>
        <dsp:cNvSpPr/>
      </dsp:nvSpPr>
      <dsp:spPr>
        <a:xfrm>
          <a:off x="6424701" y="1927034"/>
          <a:ext cx="348951" cy="40820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latin typeface="+mj-lt"/>
          </a:endParaRPr>
        </a:p>
      </dsp:txBody>
      <dsp:txXfrm>
        <a:off x="6424701" y="2008675"/>
        <a:ext cx="244266" cy="244925"/>
      </dsp:txXfrm>
    </dsp:sp>
    <dsp:sp modelId="{7EBCE531-92A8-4423-A16C-277A2D01772F}">
      <dsp:nvSpPr>
        <dsp:cNvPr id="0" name=""/>
        <dsp:cNvSpPr/>
      </dsp:nvSpPr>
      <dsp:spPr>
        <a:xfrm>
          <a:off x="6918501" y="1544751"/>
          <a:ext cx="1645997" cy="1172773"/>
        </a:xfrm>
        <a:prstGeom prst="roundRect">
          <a:avLst>
            <a:gd name="adj" fmla="val 10000"/>
          </a:avLst>
        </a:prstGeom>
        <a:solidFill>
          <a:srgbClr val="00B0F0"/>
        </a:solidFill>
        <a:ln w="19050" cap="flat" cmpd="sng" algn="ctr">
          <a:solidFill>
            <a:srgbClr val="00477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latin typeface="+mj-lt"/>
            </a:rPr>
            <a:t>Kernel xử lý và trả về kết quả cho Shell</a:t>
          </a:r>
          <a:endParaRPr lang="en-US" sz="1600" kern="1200" dirty="0">
            <a:latin typeface="+mj-lt"/>
          </a:endParaRPr>
        </a:p>
      </dsp:txBody>
      <dsp:txXfrm>
        <a:off x="6952850" y="1579100"/>
        <a:ext cx="1577299" cy="1104075"/>
      </dsp:txXfrm>
    </dsp:sp>
    <dsp:sp modelId="{86F47B65-DAC8-4505-A0BB-9EB86B378F73}">
      <dsp:nvSpPr>
        <dsp:cNvPr id="0" name=""/>
        <dsp:cNvSpPr/>
      </dsp:nvSpPr>
      <dsp:spPr>
        <a:xfrm>
          <a:off x="8729098" y="1927034"/>
          <a:ext cx="348951" cy="40820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latin typeface="+mj-lt"/>
          </a:endParaRPr>
        </a:p>
      </dsp:txBody>
      <dsp:txXfrm>
        <a:off x="8729098" y="2008675"/>
        <a:ext cx="244266" cy="244925"/>
      </dsp:txXfrm>
    </dsp:sp>
    <dsp:sp modelId="{FC0AE056-F62D-42B3-AC45-9457DA2C4D0C}">
      <dsp:nvSpPr>
        <dsp:cNvPr id="0" name=""/>
        <dsp:cNvSpPr/>
      </dsp:nvSpPr>
      <dsp:spPr>
        <a:xfrm>
          <a:off x="9222898" y="1544751"/>
          <a:ext cx="1645997" cy="1172773"/>
        </a:xfrm>
        <a:prstGeom prst="roundRect">
          <a:avLst>
            <a:gd name="adj" fmla="val 10000"/>
          </a:avLst>
        </a:prstGeom>
        <a:solidFill>
          <a:srgbClr val="00B0F0"/>
        </a:solidFill>
        <a:ln w="19050" cap="flat" cmpd="sng" algn="ctr">
          <a:solidFill>
            <a:srgbClr val="00477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vi-VN" sz="1600" kern="1200">
              <a:latin typeface="+mj-lt"/>
            </a:rPr>
            <a:t>Shell hiển thị kết quả cho người dùng</a:t>
          </a:r>
          <a:endParaRPr lang="en-US" sz="1600" kern="1200" dirty="0">
            <a:latin typeface="+mj-lt"/>
          </a:endParaRPr>
        </a:p>
      </dsp:txBody>
      <dsp:txXfrm>
        <a:off x="9257247" y="1579100"/>
        <a:ext cx="1577299" cy="1104075"/>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C5D22D5-67AE-7373-3230-81048FB4486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7705D38-0F62-0034-3F24-4F1677BDE9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A5B708-785D-4B6B-AB00-E10C3916B9DB}" type="datetimeFigureOut">
              <a:rPr lang="en-US" smtClean="0"/>
              <a:t>16-Feb-25</a:t>
            </a:fld>
            <a:endParaRPr lang="en-US"/>
          </a:p>
        </p:txBody>
      </p:sp>
      <p:sp>
        <p:nvSpPr>
          <p:cNvPr id="4" name="Footer Placeholder 3">
            <a:extLst>
              <a:ext uri="{FF2B5EF4-FFF2-40B4-BE49-F238E27FC236}">
                <a16:creationId xmlns:a16="http://schemas.microsoft.com/office/drawing/2014/main" id="{C9900F23-6376-CA9C-7E2B-3F022725B37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E9A43DE-DA26-71B0-0302-7DA460CC9A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78E7808-D9F7-45E6-B583-B52021C182BB}" type="slidenum">
              <a:rPr lang="en-US" smtClean="0"/>
              <a:t>‹#›</a:t>
            </a:fld>
            <a:endParaRPr lang="en-US"/>
          </a:p>
        </p:txBody>
      </p:sp>
    </p:spTree>
    <p:extLst>
      <p:ext uri="{BB962C8B-B14F-4D97-AF65-F5344CB8AC3E}">
        <p14:creationId xmlns:p14="http://schemas.microsoft.com/office/powerpoint/2010/main" val="36966466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1BC5C2-1317-4FA4-A81F-0011D2E940A6}" type="datetimeFigureOut">
              <a:rPr lang="en-US" smtClean="0"/>
              <a:t>16-Feb-25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9B1F58-AC68-46E8-808A-40B5D90CA113}" type="slidenum">
              <a:rPr lang="en-US" smtClean="0"/>
              <a:t>‹#›</a:t>
            </a:fld>
            <a:endParaRPr lang="en-US"/>
          </a:p>
        </p:txBody>
      </p:sp>
    </p:spTree>
    <p:extLst>
      <p:ext uri="{BB962C8B-B14F-4D97-AF65-F5344CB8AC3E}">
        <p14:creationId xmlns:p14="http://schemas.microsoft.com/office/powerpoint/2010/main" val="1551697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7E9B1F58-AC68-46E8-808A-40B5D90CA113}" type="slidenum">
              <a:rPr lang="en-US" smtClean="0"/>
              <a:t>1</a:t>
            </a:fld>
            <a:endParaRPr lang="en-US"/>
          </a:p>
        </p:txBody>
      </p:sp>
    </p:spTree>
    <p:extLst>
      <p:ext uri="{BB962C8B-B14F-4D97-AF65-F5344CB8AC3E}">
        <p14:creationId xmlns:p14="http://schemas.microsoft.com/office/powerpoint/2010/main" val="37856767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9545E-0970-2D38-18CB-3132F4A176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ECC98-61B8-CE46-D5B8-01EFC7F51A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DACAD7-6078-31D7-FC88-E452C94F8E25}"/>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37E370B5-FCC8-B73C-38B9-EFAFFBC25C90}"/>
              </a:ext>
            </a:extLst>
          </p:cNvPr>
          <p:cNvSpPr>
            <a:spLocks noGrp="1"/>
          </p:cNvSpPr>
          <p:nvPr>
            <p:ph type="sldNum" sz="quarter" idx="5"/>
          </p:nvPr>
        </p:nvSpPr>
        <p:spPr/>
        <p:txBody>
          <a:bodyPr/>
          <a:lstStyle/>
          <a:p>
            <a:fld id="{7E9B1F58-AC68-46E8-808A-40B5D90CA113}" type="slidenum">
              <a:rPr lang="en-US" smtClean="0"/>
              <a:t>2</a:t>
            </a:fld>
            <a:endParaRPr lang="en-US"/>
          </a:p>
        </p:txBody>
      </p:sp>
    </p:spTree>
    <p:extLst>
      <p:ext uri="{BB962C8B-B14F-4D97-AF65-F5344CB8AC3E}">
        <p14:creationId xmlns:p14="http://schemas.microsoft.com/office/powerpoint/2010/main" val="21087530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4EA1B-F6CD-68FA-CC92-399B058681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CB1320-7C7E-8AEB-9FCD-A9C99A90C8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45AE1A-F403-C31F-4A8B-011B479DEB83}"/>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7FC02B01-B954-E341-9B9D-DB2446D4EE6E}"/>
              </a:ext>
            </a:extLst>
          </p:cNvPr>
          <p:cNvSpPr>
            <a:spLocks noGrp="1"/>
          </p:cNvSpPr>
          <p:nvPr>
            <p:ph type="sldNum" sz="quarter" idx="5"/>
          </p:nvPr>
        </p:nvSpPr>
        <p:spPr/>
        <p:txBody>
          <a:bodyPr/>
          <a:lstStyle/>
          <a:p>
            <a:fld id="{7E9B1F58-AC68-46E8-808A-40B5D90CA113}" type="slidenum">
              <a:rPr lang="en-US" smtClean="0"/>
              <a:t>3</a:t>
            </a:fld>
            <a:endParaRPr lang="en-US"/>
          </a:p>
        </p:txBody>
      </p:sp>
    </p:spTree>
    <p:extLst>
      <p:ext uri="{BB962C8B-B14F-4D97-AF65-F5344CB8AC3E}">
        <p14:creationId xmlns:p14="http://schemas.microsoft.com/office/powerpoint/2010/main" val="4351549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0AF9A-B7F3-E8B6-24E5-573A94A36F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F353B5-21A2-0FD9-C3F6-20F6AA20D7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86D567-6F66-FBC9-4F80-66BB1260E8F1}"/>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80966062-E749-8ADC-874D-009BDA8977FD}"/>
              </a:ext>
            </a:extLst>
          </p:cNvPr>
          <p:cNvSpPr>
            <a:spLocks noGrp="1"/>
          </p:cNvSpPr>
          <p:nvPr>
            <p:ph type="sldNum" sz="quarter" idx="5"/>
          </p:nvPr>
        </p:nvSpPr>
        <p:spPr/>
        <p:txBody>
          <a:bodyPr/>
          <a:lstStyle/>
          <a:p>
            <a:fld id="{7E9B1F58-AC68-46E8-808A-40B5D90CA113}" type="slidenum">
              <a:rPr lang="en-US" smtClean="0"/>
              <a:t>4</a:t>
            </a:fld>
            <a:endParaRPr lang="en-US"/>
          </a:p>
        </p:txBody>
      </p:sp>
    </p:spTree>
    <p:extLst>
      <p:ext uri="{BB962C8B-B14F-4D97-AF65-F5344CB8AC3E}">
        <p14:creationId xmlns:p14="http://schemas.microsoft.com/office/powerpoint/2010/main" val="20592680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AE4D6-3E82-B181-B1E6-3190056B77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A281A6-DEE6-C79D-CD13-86E10D57BB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0482D3-AA46-9132-8135-5EB8F2BCAAE3}"/>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AD2F3319-2B94-37B2-3B75-9019042A75D0}"/>
              </a:ext>
            </a:extLst>
          </p:cNvPr>
          <p:cNvSpPr>
            <a:spLocks noGrp="1"/>
          </p:cNvSpPr>
          <p:nvPr>
            <p:ph type="sldNum" sz="quarter" idx="5"/>
          </p:nvPr>
        </p:nvSpPr>
        <p:spPr/>
        <p:txBody>
          <a:bodyPr/>
          <a:lstStyle/>
          <a:p>
            <a:fld id="{7E9B1F58-AC68-46E8-808A-40B5D90CA113}" type="slidenum">
              <a:rPr lang="en-US" smtClean="0"/>
              <a:t>5</a:t>
            </a:fld>
            <a:endParaRPr lang="en-US"/>
          </a:p>
        </p:txBody>
      </p:sp>
    </p:spTree>
    <p:extLst>
      <p:ext uri="{BB962C8B-B14F-4D97-AF65-F5344CB8AC3E}">
        <p14:creationId xmlns:p14="http://schemas.microsoft.com/office/powerpoint/2010/main" val="2690998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E4152-8DFD-3573-742F-1AAC90C31E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58407A-73FE-D187-DE4E-F960C582F1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E01A3C-0BB4-315B-345F-423581C7753E}"/>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B64E92D0-B13C-9538-BEA0-8065878E3B59}"/>
              </a:ext>
            </a:extLst>
          </p:cNvPr>
          <p:cNvSpPr>
            <a:spLocks noGrp="1"/>
          </p:cNvSpPr>
          <p:nvPr>
            <p:ph type="sldNum" sz="quarter" idx="5"/>
          </p:nvPr>
        </p:nvSpPr>
        <p:spPr/>
        <p:txBody>
          <a:bodyPr/>
          <a:lstStyle/>
          <a:p>
            <a:fld id="{7E9B1F58-AC68-46E8-808A-40B5D90CA113}" type="slidenum">
              <a:rPr lang="en-US" smtClean="0"/>
              <a:t>6</a:t>
            </a:fld>
            <a:endParaRPr lang="en-US"/>
          </a:p>
        </p:txBody>
      </p:sp>
    </p:spTree>
    <p:extLst>
      <p:ext uri="{BB962C8B-B14F-4D97-AF65-F5344CB8AC3E}">
        <p14:creationId xmlns:p14="http://schemas.microsoft.com/office/powerpoint/2010/main" val="8971628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2EEAB-55A6-5DEA-CDD8-B45AD1929E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D33BF2-D34A-F83B-AB36-188B2A6699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60BE12-5252-31B3-3321-2EA11D49AB71}"/>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6896FEA4-0B1A-4979-4E94-7BA3C70D7943}"/>
              </a:ext>
            </a:extLst>
          </p:cNvPr>
          <p:cNvSpPr>
            <a:spLocks noGrp="1"/>
          </p:cNvSpPr>
          <p:nvPr>
            <p:ph type="sldNum" sz="quarter" idx="5"/>
          </p:nvPr>
        </p:nvSpPr>
        <p:spPr/>
        <p:txBody>
          <a:bodyPr/>
          <a:lstStyle/>
          <a:p>
            <a:fld id="{7E9B1F58-AC68-46E8-808A-40B5D90CA113}" type="slidenum">
              <a:rPr lang="en-US" smtClean="0"/>
              <a:t>7</a:t>
            </a:fld>
            <a:endParaRPr lang="en-US"/>
          </a:p>
        </p:txBody>
      </p:sp>
    </p:spTree>
    <p:extLst>
      <p:ext uri="{BB962C8B-B14F-4D97-AF65-F5344CB8AC3E}">
        <p14:creationId xmlns:p14="http://schemas.microsoft.com/office/powerpoint/2010/main" val="18473451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B23A0-48F7-7780-F9FD-A3DB10E36C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1742A7-DD72-2B55-5A8F-A60D607CD7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625F36-787E-89FA-641D-CBAE1A112D64}"/>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26A6C3D0-8621-2D8F-870A-7ABBECCFA681}"/>
              </a:ext>
            </a:extLst>
          </p:cNvPr>
          <p:cNvSpPr>
            <a:spLocks noGrp="1"/>
          </p:cNvSpPr>
          <p:nvPr>
            <p:ph type="sldNum" sz="quarter" idx="5"/>
          </p:nvPr>
        </p:nvSpPr>
        <p:spPr/>
        <p:txBody>
          <a:bodyPr/>
          <a:lstStyle/>
          <a:p>
            <a:fld id="{7E9B1F58-AC68-46E8-808A-40B5D90CA113}" type="slidenum">
              <a:rPr lang="en-US" smtClean="0"/>
              <a:t>8</a:t>
            </a:fld>
            <a:endParaRPr lang="en-US"/>
          </a:p>
        </p:txBody>
      </p:sp>
    </p:spTree>
    <p:extLst>
      <p:ext uri="{BB962C8B-B14F-4D97-AF65-F5344CB8AC3E}">
        <p14:creationId xmlns:p14="http://schemas.microsoft.com/office/powerpoint/2010/main" val="2760586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32FB4-983E-D3FD-3529-39D0109AA3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98CB60-62D9-5ED1-17A9-C8C28EECBA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22B567-70DC-8952-D4C7-E170E4242476}"/>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FD86FD0D-6F36-AE20-87D6-684F9723DD83}"/>
              </a:ext>
            </a:extLst>
          </p:cNvPr>
          <p:cNvSpPr>
            <a:spLocks noGrp="1"/>
          </p:cNvSpPr>
          <p:nvPr>
            <p:ph type="sldNum" sz="quarter" idx="5"/>
          </p:nvPr>
        </p:nvSpPr>
        <p:spPr/>
        <p:txBody>
          <a:bodyPr/>
          <a:lstStyle/>
          <a:p>
            <a:fld id="{7E9B1F58-AC68-46E8-808A-40B5D90CA113}" type="slidenum">
              <a:rPr lang="en-US" smtClean="0"/>
              <a:t>9</a:t>
            </a:fld>
            <a:endParaRPr lang="en-US"/>
          </a:p>
        </p:txBody>
      </p:sp>
    </p:spTree>
    <p:extLst>
      <p:ext uri="{BB962C8B-B14F-4D97-AF65-F5344CB8AC3E}">
        <p14:creationId xmlns:p14="http://schemas.microsoft.com/office/powerpoint/2010/main" val="3917905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BD65C-0E24-3469-EF4F-25F0251C73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02880C-3388-B8AF-563C-C2C9ED5233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BFA0F5-C67F-7E63-929E-CF3174AB5ADF}"/>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962E4192-DBD5-3230-2E0C-6631EEFAAB6F}"/>
              </a:ext>
            </a:extLst>
          </p:cNvPr>
          <p:cNvSpPr>
            <a:spLocks noGrp="1"/>
          </p:cNvSpPr>
          <p:nvPr>
            <p:ph type="sldNum" sz="quarter" idx="5"/>
          </p:nvPr>
        </p:nvSpPr>
        <p:spPr/>
        <p:txBody>
          <a:bodyPr/>
          <a:lstStyle/>
          <a:p>
            <a:fld id="{7E9B1F58-AC68-46E8-808A-40B5D90CA113}" type="slidenum">
              <a:rPr lang="en-US" smtClean="0"/>
              <a:t>10</a:t>
            </a:fld>
            <a:endParaRPr lang="en-US"/>
          </a:p>
        </p:txBody>
      </p:sp>
    </p:spTree>
    <p:extLst>
      <p:ext uri="{BB962C8B-B14F-4D97-AF65-F5344CB8AC3E}">
        <p14:creationId xmlns:p14="http://schemas.microsoft.com/office/powerpoint/2010/main" val="14889268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EBCF3-B917-F04E-21BE-3F47DDE671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4ECC13-EB07-D8A1-31C3-FE8BF0ACDB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7482E9-A4E9-7353-748E-7AB3381C7C0A}"/>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6CFE3107-1769-C4CD-D738-39841211CF8E}"/>
              </a:ext>
            </a:extLst>
          </p:cNvPr>
          <p:cNvSpPr>
            <a:spLocks noGrp="1"/>
          </p:cNvSpPr>
          <p:nvPr>
            <p:ph type="sldNum" sz="quarter" idx="5"/>
          </p:nvPr>
        </p:nvSpPr>
        <p:spPr/>
        <p:txBody>
          <a:bodyPr/>
          <a:lstStyle/>
          <a:p>
            <a:fld id="{7E9B1F58-AC68-46E8-808A-40B5D90CA113}" type="slidenum">
              <a:rPr lang="en-US" smtClean="0"/>
              <a:t>11</a:t>
            </a:fld>
            <a:endParaRPr lang="en-US"/>
          </a:p>
        </p:txBody>
      </p:sp>
    </p:spTree>
    <p:extLst>
      <p:ext uri="{BB962C8B-B14F-4D97-AF65-F5344CB8AC3E}">
        <p14:creationId xmlns:p14="http://schemas.microsoft.com/office/powerpoint/2010/main" val="29477373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8335B-7953-6845-05D9-D7D117CAB8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D83B0F-FCB4-283E-665A-DCE84B3FC8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8E3EA5-41B5-9FF6-0BA2-5D5ED4623A34}"/>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848D6290-BA36-A688-4EE6-4B0EECEA2862}"/>
              </a:ext>
            </a:extLst>
          </p:cNvPr>
          <p:cNvSpPr>
            <a:spLocks noGrp="1"/>
          </p:cNvSpPr>
          <p:nvPr>
            <p:ph type="sldNum" sz="quarter" idx="5"/>
          </p:nvPr>
        </p:nvSpPr>
        <p:spPr/>
        <p:txBody>
          <a:bodyPr/>
          <a:lstStyle/>
          <a:p>
            <a:fld id="{7E9B1F58-AC68-46E8-808A-40B5D90CA113}" type="slidenum">
              <a:rPr lang="en-US" smtClean="0"/>
              <a:t>12</a:t>
            </a:fld>
            <a:endParaRPr lang="en-US"/>
          </a:p>
        </p:txBody>
      </p:sp>
    </p:spTree>
    <p:extLst>
      <p:ext uri="{BB962C8B-B14F-4D97-AF65-F5344CB8AC3E}">
        <p14:creationId xmlns:p14="http://schemas.microsoft.com/office/powerpoint/2010/main" val="12343341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6A8BA-D8F4-4368-1327-F7E3197D3E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4F1A28-2FB1-A513-5D10-8272DB8519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2A85ED-C0A2-A580-C08A-C7C84677F707}"/>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1E6D66BE-50F4-A411-E31D-ED5A0650FF61}"/>
              </a:ext>
            </a:extLst>
          </p:cNvPr>
          <p:cNvSpPr>
            <a:spLocks noGrp="1"/>
          </p:cNvSpPr>
          <p:nvPr>
            <p:ph type="sldNum" sz="quarter" idx="5"/>
          </p:nvPr>
        </p:nvSpPr>
        <p:spPr/>
        <p:txBody>
          <a:bodyPr/>
          <a:lstStyle/>
          <a:p>
            <a:fld id="{7E9B1F58-AC68-46E8-808A-40B5D90CA113}" type="slidenum">
              <a:rPr lang="en-US" smtClean="0"/>
              <a:t>13</a:t>
            </a:fld>
            <a:endParaRPr lang="en-US"/>
          </a:p>
        </p:txBody>
      </p:sp>
    </p:spTree>
    <p:extLst>
      <p:ext uri="{BB962C8B-B14F-4D97-AF65-F5344CB8AC3E}">
        <p14:creationId xmlns:p14="http://schemas.microsoft.com/office/powerpoint/2010/main" val="34831570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CD398-A173-5BC8-5E16-73AF28862D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516D3B-8CBB-8E93-AC1E-2CBB954759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8F6FD5-74FA-7EC3-F5DD-67918414FA68}"/>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E77D6D9B-EC0D-4923-CE17-193B1FB1756C}"/>
              </a:ext>
            </a:extLst>
          </p:cNvPr>
          <p:cNvSpPr>
            <a:spLocks noGrp="1"/>
          </p:cNvSpPr>
          <p:nvPr>
            <p:ph type="sldNum" sz="quarter" idx="5"/>
          </p:nvPr>
        </p:nvSpPr>
        <p:spPr/>
        <p:txBody>
          <a:bodyPr/>
          <a:lstStyle/>
          <a:p>
            <a:fld id="{7E9B1F58-AC68-46E8-808A-40B5D90CA113}" type="slidenum">
              <a:rPr lang="en-US" smtClean="0"/>
              <a:t>14</a:t>
            </a:fld>
            <a:endParaRPr lang="en-US"/>
          </a:p>
        </p:txBody>
      </p:sp>
    </p:spTree>
    <p:extLst>
      <p:ext uri="{BB962C8B-B14F-4D97-AF65-F5344CB8AC3E}">
        <p14:creationId xmlns:p14="http://schemas.microsoft.com/office/powerpoint/2010/main" val="3844774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42F8F-6506-227D-5D30-E9EBBBC085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5E9A5C-469A-0B18-9FBB-4F607E246B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B611D6-6DA9-23C5-BDFB-8A7350565E89}"/>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D5B376A8-FEBE-610F-54C7-A7320AAD600F}"/>
              </a:ext>
            </a:extLst>
          </p:cNvPr>
          <p:cNvSpPr>
            <a:spLocks noGrp="1"/>
          </p:cNvSpPr>
          <p:nvPr>
            <p:ph type="sldNum" sz="quarter" idx="5"/>
          </p:nvPr>
        </p:nvSpPr>
        <p:spPr/>
        <p:txBody>
          <a:bodyPr/>
          <a:lstStyle/>
          <a:p>
            <a:fld id="{7E9B1F58-AC68-46E8-808A-40B5D90CA113}" type="slidenum">
              <a:rPr lang="en-US" smtClean="0"/>
              <a:t>15</a:t>
            </a:fld>
            <a:endParaRPr lang="en-US"/>
          </a:p>
        </p:txBody>
      </p:sp>
    </p:spTree>
    <p:extLst>
      <p:ext uri="{BB962C8B-B14F-4D97-AF65-F5344CB8AC3E}">
        <p14:creationId xmlns:p14="http://schemas.microsoft.com/office/powerpoint/2010/main" val="6879780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892DE-2139-2560-04DA-2BFA075577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54E5A0-6BFB-61DB-FB36-54C2DE414A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82E853-9246-50D9-B50C-DF8397DC4283}"/>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49290445-5EFE-FAF1-6C76-95C2826B2B34}"/>
              </a:ext>
            </a:extLst>
          </p:cNvPr>
          <p:cNvSpPr>
            <a:spLocks noGrp="1"/>
          </p:cNvSpPr>
          <p:nvPr>
            <p:ph type="sldNum" sz="quarter" idx="5"/>
          </p:nvPr>
        </p:nvSpPr>
        <p:spPr/>
        <p:txBody>
          <a:bodyPr/>
          <a:lstStyle/>
          <a:p>
            <a:fld id="{7E9B1F58-AC68-46E8-808A-40B5D90CA113}" type="slidenum">
              <a:rPr lang="en-US" smtClean="0"/>
              <a:t>16</a:t>
            </a:fld>
            <a:endParaRPr lang="en-US"/>
          </a:p>
        </p:txBody>
      </p:sp>
    </p:spTree>
    <p:extLst>
      <p:ext uri="{BB962C8B-B14F-4D97-AF65-F5344CB8AC3E}">
        <p14:creationId xmlns:p14="http://schemas.microsoft.com/office/powerpoint/2010/main" val="13378274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DAFA5-BB94-B769-B023-CB05568860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6EA91-644F-3D76-73DB-7E87C5AF3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453598-97B1-D7E3-37E9-175AFE2CA69C}"/>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4BC22254-3625-CC46-EC39-EDC673BD5A21}"/>
              </a:ext>
            </a:extLst>
          </p:cNvPr>
          <p:cNvSpPr>
            <a:spLocks noGrp="1"/>
          </p:cNvSpPr>
          <p:nvPr>
            <p:ph type="sldNum" sz="quarter" idx="5"/>
          </p:nvPr>
        </p:nvSpPr>
        <p:spPr/>
        <p:txBody>
          <a:bodyPr/>
          <a:lstStyle/>
          <a:p>
            <a:fld id="{7E9B1F58-AC68-46E8-808A-40B5D90CA113}" type="slidenum">
              <a:rPr lang="en-US" smtClean="0"/>
              <a:t>17</a:t>
            </a:fld>
            <a:endParaRPr lang="en-US"/>
          </a:p>
        </p:txBody>
      </p:sp>
    </p:spTree>
    <p:extLst>
      <p:ext uri="{BB962C8B-B14F-4D97-AF65-F5344CB8AC3E}">
        <p14:creationId xmlns:p14="http://schemas.microsoft.com/office/powerpoint/2010/main" val="18649128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6B681-94C6-36B7-1234-27618DC038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726661-C4E9-76BF-EB7D-EAF5A446C2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ED4A56-7E02-FAB7-925D-90CD7E742B4B}"/>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08303329-5BE4-2536-3666-C130BC0A5A7C}"/>
              </a:ext>
            </a:extLst>
          </p:cNvPr>
          <p:cNvSpPr>
            <a:spLocks noGrp="1"/>
          </p:cNvSpPr>
          <p:nvPr>
            <p:ph type="sldNum" sz="quarter" idx="5"/>
          </p:nvPr>
        </p:nvSpPr>
        <p:spPr/>
        <p:txBody>
          <a:bodyPr/>
          <a:lstStyle/>
          <a:p>
            <a:fld id="{7E9B1F58-AC68-46E8-808A-40B5D90CA113}" type="slidenum">
              <a:rPr lang="en-US" smtClean="0"/>
              <a:t>18</a:t>
            </a:fld>
            <a:endParaRPr lang="en-US"/>
          </a:p>
        </p:txBody>
      </p:sp>
    </p:spTree>
    <p:extLst>
      <p:ext uri="{BB962C8B-B14F-4D97-AF65-F5344CB8AC3E}">
        <p14:creationId xmlns:p14="http://schemas.microsoft.com/office/powerpoint/2010/main" val="8389187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DA1C0-935C-98E0-C4B4-68CC870DC2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70C24A-C660-30E7-7698-0A6515772A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6560C-6A69-B454-01F5-BA46E7ACCD65}"/>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3A5CE781-4C41-54FC-EF27-E94AAF171185}"/>
              </a:ext>
            </a:extLst>
          </p:cNvPr>
          <p:cNvSpPr>
            <a:spLocks noGrp="1"/>
          </p:cNvSpPr>
          <p:nvPr>
            <p:ph type="sldNum" sz="quarter" idx="5"/>
          </p:nvPr>
        </p:nvSpPr>
        <p:spPr/>
        <p:txBody>
          <a:bodyPr/>
          <a:lstStyle/>
          <a:p>
            <a:fld id="{7E9B1F58-AC68-46E8-808A-40B5D90CA113}" type="slidenum">
              <a:rPr lang="en-US" smtClean="0"/>
              <a:t>19</a:t>
            </a:fld>
            <a:endParaRPr lang="en-US"/>
          </a:p>
        </p:txBody>
      </p:sp>
    </p:spTree>
    <p:extLst>
      <p:ext uri="{BB962C8B-B14F-4D97-AF65-F5344CB8AC3E}">
        <p14:creationId xmlns:p14="http://schemas.microsoft.com/office/powerpoint/2010/main" val="28278939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28E5E-7D0B-5316-85C4-988EC07F69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DDF5B-E61C-DDFB-6999-587812E57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8F8067-1B4F-64D2-8354-690EA193F8F4}"/>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4CF62421-049D-4437-4E62-843193B79330}"/>
              </a:ext>
            </a:extLst>
          </p:cNvPr>
          <p:cNvSpPr>
            <a:spLocks noGrp="1"/>
          </p:cNvSpPr>
          <p:nvPr>
            <p:ph type="sldNum" sz="quarter" idx="5"/>
          </p:nvPr>
        </p:nvSpPr>
        <p:spPr/>
        <p:txBody>
          <a:bodyPr/>
          <a:lstStyle/>
          <a:p>
            <a:fld id="{7E9B1F58-AC68-46E8-808A-40B5D90CA113}" type="slidenum">
              <a:rPr lang="en-US" smtClean="0"/>
              <a:t>20</a:t>
            </a:fld>
            <a:endParaRPr lang="en-US"/>
          </a:p>
        </p:txBody>
      </p:sp>
    </p:spTree>
    <p:extLst>
      <p:ext uri="{BB962C8B-B14F-4D97-AF65-F5344CB8AC3E}">
        <p14:creationId xmlns:p14="http://schemas.microsoft.com/office/powerpoint/2010/main" val="35677313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6469B-9D7A-F242-CBBE-B3FF6CF07D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5614FA-6D8F-8034-925C-933B48E6A8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27F0D5-8FB1-D536-60FD-370AD6AB2EBE}"/>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F71C68EC-5CE4-468A-34F1-2E970DD7B7B6}"/>
              </a:ext>
            </a:extLst>
          </p:cNvPr>
          <p:cNvSpPr>
            <a:spLocks noGrp="1"/>
          </p:cNvSpPr>
          <p:nvPr>
            <p:ph type="sldNum" sz="quarter" idx="5"/>
          </p:nvPr>
        </p:nvSpPr>
        <p:spPr/>
        <p:txBody>
          <a:bodyPr/>
          <a:lstStyle/>
          <a:p>
            <a:fld id="{7E9B1F58-AC68-46E8-808A-40B5D90CA113}" type="slidenum">
              <a:rPr lang="en-US" smtClean="0"/>
              <a:t>21</a:t>
            </a:fld>
            <a:endParaRPr lang="en-US"/>
          </a:p>
        </p:txBody>
      </p:sp>
    </p:spTree>
    <p:extLst>
      <p:ext uri="{BB962C8B-B14F-4D97-AF65-F5344CB8AC3E}">
        <p14:creationId xmlns:p14="http://schemas.microsoft.com/office/powerpoint/2010/main" val="27773345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2FCB1-C38D-4D64-15F3-9E2C662857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B7E37-2A5B-61E9-63C7-F51667D27D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AEEF15-BD55-C06A-2D56-3E164D700828}"/>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673556AD-F192-A711-94F2-EDE986CB3B5B}"/>
              </a:ext>
            </a:extLst>
          </p:cNvPr>
          <p:cNvSpPr>
            <a:spLocks noGrp="1"/>
          </p:cNvSpPr>
          <p:nvPr>
            <p:ph type="sldNum" sz="quarter" idx="5"/>
          </p:nvPr>
        </p:nvSpPr>
        <p:spPr/>
        <p:txBody>
          <a:bodyPr/>
          <a:lstStyle/>
          <a:p>
            <a:fld id="{7E9B1F58-AC68-46E8-808A-40B5D90CA113}" type="slidenum">
              <a:rPr lang="en-US" smtClean="0"/>
              <a:t>22</a:t>
            </a:fld>
            <a:endParaRPr lang="en-US"/>
          </a:p>
        </p:txBody>
      </p:sp>
    </p:spTree>
    <p:extLst>
      <p:ext uri="{BB962C8B-B14F-4D97-AF65-F5344CB8AC3E}">
        <p14:creationId xmlns:p14="http://schemas.microsoft.com/office/powerpoint/2010/main" val="17194344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0044D-BF6F-038C-FAA6-652AC34674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187AE7-55A5-13CA-9C6D-6D4D380870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0D8776-C44B-ACC8-49C7-30871AC32283}"/>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09E7F26B-2EC8-3480-9756-4AB603BC4C60}"/>
              </a:ext>
            </a:extLst>
          </p:cNvPr>
          <p:cNvSpPr>
            <a:spLocks noGrp="1"/>
          </p:cNvSpPr>
          <p:nvPr>
            <p:ph type="sldNum" sz="quarter" idx="5"/>
          </p:nvPr>
        </p:nvSpPr>
        <p:spPr/>
        <p:txBody>
          <a:bodyPr/>
          <a:lstStyle/>
          <a:p>
            <a:fld id="{7E9B1F58-AC68-46E8-808A-40B5D90CA113}" type="slidenum">
              <a:rPr lang="en-US" smtClean="0"/>
              <a:t>23</a:t>
            </a:fld>
            <a:endParaRPr lang="en-US"/>
          </a:p>
        </p:txBody>
      </p:sp>
    </p:spTree>
    <p:extLst>
      <p:ext uri="{BB962C8B-B14F-4D97-AF65-F5344CB8AC3E}">
        <p14:creationId xmlns:p14="http://schemas.microsoft.com/office/powerpoint/2010/main" val="4657289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7DDA7-2BD8-CA13-4D36-2C996D3A81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ADF99-0045-5522-8361-F450E05EE7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28D50E-7D4C-BCF7-5E78-AC0621DB30AA}"/>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BF2E4F78-C31E-CF13-25BF-A57E797C2845}"/>
              </a:ext>
            </a:extLst>
          </p:cNvPr>
          <p:cNvSpPr>
            <a:spLocks noGrp="1"/>
          </p:cNvSpPr>
          <p:nvPr>
            <p:ph type="sldNum" sz="quarter" idx="5"/>
          </p:nvPr>
        </p:nvSpPr>
        <p:spPr/>
        <p:txBody>
          <a:bodyPr/>
          <a:lstStyle/>
          <a:p>
            <a:fld id="{7E9B1F58-AC68-46E8-808A-40B5D90CA113}" type="slidenum">
              <a:rPr lang="en-US" smtClean="0"/>
              <a:t>24</a:t>
            </a:fld>
            <a:endParaRPr lang="en-US"/>
          </a:p>
        </p:txBody>
      </p:sp>
    </p:spTree>
    <p:extLst>
      <p:ext uri="{BB962C8B-B14F-4D97-AF65-F5344CB8AC3E}">
        <p14:creationId xmlns:p14="http://schemas.microsoft.com/office/powerpoint/2010/main" val="26664426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AD096-6548-0D5B-81EF-2275762736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7501E4-9E44-D50C-C486-AD3EC36010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A5591A-21CF-C5CB-62F7-F92A4D73F6F3}"/>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254A6610-CB53-B4F1-0C71-F296F0E181CD}"/>
              </a:ext>
            </a:extLst>
          </p:cNvPr>
          <p:cNvSpPr>
            <a:spLocks noGrp="1"/>
          </p:cNvSpPr>
          <p:nvPr>
            <p:ph type="sldNum" sz="quarter" idx="5"/>
          </p:nvPr>
        </p:nvSpPr>
        <p:spPr/>
        <p:txBody>
          <a:bodyPr/>
          <a:lstStyle/>
          <a:p>
            <a:fld id="{7E9B1F58-AC68-46E8-808A-40B5D90CA113}" type="slidenum">
              <a:rPr lang="en-US" smtClean="0"/>
              <a:t>25</a:t>
            </a:fld>
            <a:endParaRPr lang="en-US"/>
          </a:p>
        </p:txBody>
      </p:sp>
    </p:spTree>
    <p:extLst>
      <p:ext uri="{BB962C8B-B14F-4D97-AF65-F5344CB8AC3E}">
        <p14:creationId xmlns:p14="http://schemas.microsoft.com/office/powerpoint/2010/main" val="11174600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9CB6E-33C2-0219-63FC-E7FFB28D37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E065D5-3DD9-1614-20F4-2D2B20897A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3D5F12-DA69-2A4B-03E0-74564BEE6BED}"/>
              </a:ext>
            </a:extLst>
          </p:cNvPr>
          <p:cNvSpPr>
            <a:spLocks noGrp="1"/>
          </p:cNvSpPr>
          <p:nvPr>
            <p:ph type="body" idx="1"/>
          </p:nvPr>
        </p:nvSpPr>
        <p:spPr/>
        <p:txBody>
          <a:bodyPr/>
          <a:lstStyle/>
          <a:p>
            <a:r>
              <a:rPr lang="vi-VN" dirty="0"/>
              <a:t>Định mức dạy hằng năm: 270 giờ thực hành</a:t>
            </a:r>
          </a:p>
          <a:p>
            <a:r>
              <a:rPr lang="vi-VN" dirty="0"/>
              <a:t>Hoàn thành định mức nghiên cứu</a:t>
            </a:r>
            <a:endParaRPr lang="en-US" dirty="0"/>
          </a:p>
        </p:txBody>
      </p:sp>
      <p:sp>
        <p:nvSpPr>
          <p:cNvPr id="4" name="Slide Number Placeholder 3">
            <a:extLst>
              <a:ext uri="{FF2B5EF4-FFF2-40B4-BE49-F238E27FC236}">
                <a16:creationId xmlns:a16="http://schemas.microsoft.com/office/drawing/2014/main" id="{FF126123-F12B-9F88-A040-74A3B4AD7226}"/>
              </a:ext>
            </a:extLst>
          </p:cNvPr>
          <p:cNvSpPr>
            <a:spLocks noGrp="1"/>
          </p:cNvSpPr>
          <p:nvPr>
            <p:ph type="sldNum" sz="quarter" idx="5"/>
          </p:nvPr>
        </p:nvSpPr>
        <p:spPr/>
        <p:txBody>
          <a:bodyPr/>
          <a:lstStyle/>
          <a:p>
            <a:fld id="{7E9B1F58-AC68-46E8-808A-40B5D90CA113}" type="slidenum">
              <a:rPr lang="en-US" smtClean="0"/>
              <a:t>26</a:t>
            </a:fld>
            <a:endParaRPr lang="en-US"/>
          </a:p>
        </p:txBody>
      </p:sp>
    </p:spTree>
    <p:extLst>
      <p:ext uri="{BB962C8B-B14F-4D97-AF65-F5344CB8AC3E}">
        <p14:creationId xmlns:p14="http://schemas.microsoft.com/office/powerpoint/2010/main" val="20971657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2">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571935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B6772-2DFA-A0FD-9FD7-AD191D6E71EE}"/>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4176A5E2-45E7-1731-2FF1-5C548149EE86}"/>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6928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0E28E-4C72-AC38-6BA7-2DF4BB3768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FB71BED-69FB-F64E-38DC-EA5728390A66}"/>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CFFB3B-8350-C9B3-3AD6-1152B413B14C}"/>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16-Feb-25</a:t>
            </a:fld>
            <a:endParaRPr lang="en-US"/>
          </a:p>
        </p:txBody>
      </p:sp>
      <p:sp>
        <p:nvSpPr>
          <p:cNvPr id="5" name="Footer Placeholder 4">
            <a:extLst>
              <a:ext uri="{FF2B5EF4-FFF2-40B4-BE49-F238E27FC236}">
                <a16:creationId xmlns:a16="http://schemas.microsoft.com/office/drawing/2014/main" id="{90420E20-9661-07A1-D628-A34A266B8FA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3929FD2-0772-EC8B-74A5-084CC80D6A36}"/>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2805286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D560F-5482-58B1-E919-C2B0C54A0EBF}"/>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2758D08-6A58-FF2E-17EB-1D79DD6376AF}"/>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41D292-79A0-9AFC-AE10-56D6C501845C}"/>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CB8BC9-0C9E-3AF8-8199-8C98B0B523B5}"/>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16-Feb-25</a:t>
            </a:fld>
            <a:endParaRPr lang="en-US"/>
          </a:p>
        </p:txBody>
      </p:sp>
      <p:sp>
        <p:nvSpPr>
          <p:cNvPr id="6" name="Footer Placeholder 5">
            <a:extLst>
              <a:ext uri="{FF2B5EF4-FFF2-40B4-BE49-F238E27FC236}">
                <a16:creationId xmlns:a16="http://schemas.microsoft.com/office/drawing/2014/main" id="{AC80D20F-1760-CD05-B479-30D3C1BD588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415AD3D2-CC78-0A68-A9B9-81D2F2EE0629}"/>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407120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F6685-CD1B-734F-8659-3A0801A4C0E1}"/>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46DF79B5-5C83-B613-D7F9-76E189864357}"/>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C9887B-5786-6285-54A6-355421D44BA6}"/>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3DE4EB-524D-AA6A-D606-4294973D995D}"/>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C8AAC1-65B6-F623-82A5-3175AA9761B0}"/>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BC4AB0-9866-9475-19CC-1179BEE4A139}"/>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16-Feb-25</a:t>
            </a:fld>
            <a:endParaRPr lang="en-US"/>
          </a:p>
        </p:txBody>
      </p:sp>
      <p:sp>
        <p:nvSpPr>
          <p:cNvPr id="8" name="Footer Placeholder 7">
            <a:extLst>
              <a:ext uri="{FF2B5EF4-FFF2-40B4-BE49-F238E27FC236}">
                <a16:creationId xmlns:a16="http://schemas.microsoft.com/office/drawing/2014/main" id="{805D1CC9-DCD4-79CE-2497-69F3DF0F967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382F4CD-8285-508E-2B45-F5B2C9A5B383}"/>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3081047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FF99B-A2F7-186C-0C0F-368C3FD8B1A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B247839A-B8B0-83E0-91B6-D426CA4F9755}"/>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16-Feb-25</a:t>
            </a:fld>
            <a:endParaRPr lang="en-US"/>
          </a:p>
        </p:txBody>
      </p:sp>
      <p:sp>
        <p:nvSpPr>
          <p:cNvPr id="4" name="Footer Placeholder 3">
            <a:extLst>
              <a:ext uri="{FF2B5EF4-FFF2-40B4-BE49-F238E27FC236}">
                <a16:creationId xmlns:a16="http://schemas.microsoft.com/office/drawing/2014/main" id="{523D2850-F287-4343-84AE-94EE97E7D5D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609E254B-6C7E-BB86-F627-CF20B347E96C}"/>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4249183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45667F-5979-B62B-3C80-D2C01F396928}"/>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16-Feb-25</a:t>
            </a:fld>
            <a:endParaRPr lang="en-US"/>
          </a:p>
        </p:txBody>
      </p:sp>
      <p:sp>
        <p:nvSpPr>
          <p:cNvPr id="3" name="Footer Placeholder 2">
            <a:extLst>
              <a:ext uri="{FF2B5EF4-FFF2-40B4-BE49-F238E27FC236}">
                <a16:creationId xmlns:a16="http://schemas.microsoft.com/office/drawing/2014/main" id="{70752A54-505D-E10A-AD91-0F1B8DE6C84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21C5B76A-9160-3CE7-5569-9FB268749E67}"/>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1948713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75D6A-0BD4-9C52-53F0-6B198C46E1F1}"/>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BE23FE7-7FD1-B111-8B41-190C75501D6B}"/>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10E578-D4C1-2F47-429E-B71195DA688A}"/>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5EB8CC-8CA8-32DA-E0B1-57E67FB6A060}"/>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16-Feb-25</a:t>
            </a:fld>
            <a:endParaRPr lang="en-US"/>
          </a:p>
        </p:txBody>
      </p:sp>
      <p:sp>
        <p:nvSpPr>
          <p:cNvPr id="6" name="Footer Placeholder 5">
            <a:extLst>
              <a:ext uri="{FF2B5EF4-FFF2-40B4-BE49-F238E27FC236}">
                <a16:creationId xmlns:a16="http://schemas.microsoft.com/office/drawing/2014/main" id="{059962E6-0AD5-4D1F-7D36-19A2DCD2389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6DDB9BF6-3F86-A335-5F76-2F8C63591FFF}"/>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3192697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DCD07-572C-15B9-F31C-B1E4C76490F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0AA8CE-DD51-3D6D-FFA6-97E674BF1715}"/>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27FFA98-50DC-1B36-E035-129227400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F0F2B9-E397-BD54-1343-26D2F565CC4F}"/>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16-Feb-25</a:t>
            </a:fld>
            <a:endParaRPr lang="en-US"/>
          </a:p>
        </p:txBody>
      </p:sp>
      <p:sp>
        <p:nvSpPr>
          <p:cNvPr id="6" name="Footer Placeholder 5">
            <a:extLst>
              <a:ext uri="{FF2B5EF4-FFF2-40B4-BE49-F238E27FC236}">
                <a16:creationId xmlns:a16="http://schemas.microsoft.com/office/drawing/2014/main" id="{89F775A2-13CD-8CA0-9C3B-3DE8956ED96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C62F769-ADDA-BFD7-73AA-42BC09C6AE37}"/>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4211308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0E891-3048-9D27-A509-73C47AF3B6D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9309A1-B931-822F-47CE-11EFC3EFD3B7}"/>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5FC3C5-505E-D3C3-B2DC-E608F50DB411}"/>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16-Feb-25</a:t>
            </a:fld>
            <a:endParaRPr lang="en-US"/>
          </a:p>
        </p:txBody>
      </p:sp>
      <p:sp>
        <p:nvSpPr>
          <p:cNvPr id="5" name="Footer Placeholder 4">
            <a:extLst>
              <a:ext uri="{FF2B5EF4-FFF2-40B4-BE49-F238E27FC236}">
                <a16:creationId xmlns:a16="http://schemas.microsoft.com/office/drawing/2014/main" id="{2E134AC1-1929-4AD5-C4DB-6083AE805C2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FBEB6E4-CCAC-D271-55D0-83CD92806456}"/>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4039626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4A8EB9-D0AC-3EBF-73CD-31ABE5019A98}"/>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D68CEEC-08E9-80BA-A5FB-D0369978F7B6}"/>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6C485F-3FFC-A9D1-3883-FECBDA7D23E3}"/>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16-Feb-25</a:t>
            </a:fld>
            <a:endParaRPr lang="en-US"/>
          </a:p>
        </p:txBody>
      </p:sp>
      <p:sp>
        <p:nvSpPr>
          <p:cNvPr id="5" name="Footer Placeholder 4">
            <a:extLst>
              <a:ext uri="{FF2B5EF4-FFF2-40B4-BE49-F238E27FC236}">
                <a16:creationId xmlns:a16="http://schemas.microsoft.com/office/drawing/2014/main" id="{7BD023F2-84F3-B0B4-C921-2906D89B92D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BD66FE9-9F6D-3964-463C-A0F54C3BEAD4}"/>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4176317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A blue and black logo&#10;&#10;Description automatically generated">
            <a:extLst>
              <a:ext uri="{FF2B5EF4-FFF2-40B4-BE49-F238E27FC236}">
                <a16:creationId xmlns:a16="http://schemas.microsoft.com/office/drawing/2014/main" id="{6178EA7D-A847-155D-78C9-8A3F37D793F0}"/>
              </a:ext>
            </a:extLst>
          </p:cNvPr>
          <p:cNvPicPr>
            <a:picLocks noChangeAspect="1"/>
          </p:cNvPicPr>
          <p:nvPr userDrawn="1"/>
        </p:nvPicPr>
        <p:blipFill>
          <a:blip r:embed="rId13"/>
          <a:stretch>
            <a:fillRect/>
          </a:stretch>
        </p:blipFill>
        <p:spPr>
          <a:xfrm>
            <a:off x="1212481" y="291471"/>
            <a:ext cx="608153" cy="251021"/>
          </a:xfrm>
          <a:prstGeom prst="rect">
            <a:avLst/>
          </a:prstGeom>
        </p:spPr>
      </p:pic>
      <p:pic>
        <p:nvPicPr>
          <p:cNvPr id="8" name="Picture 2">
            <a:extLst>
              <a:ext uri="{FF2B5EF4-FFF2-40B4-BE49-F238E27FC236}">
                <a16:creationId xmlns:a16="http://schemas.microsoft.com/office/drawing/2014/main" id="{B45AE5D3-C826-6767-6823-69A566615462}"/>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741386" y="221446"/>
            <a:ext cx="382127" cy="38212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2">
            <a:extLst>
              <a:ext uri="{FF2B5EF4-FFF2-40B4-BE49-F238E27FC236}">
                <a16:creationId xmlns:a16="http://schemas.microsoft.com/office/drawing/2014/main" id="{9E9327F4-F6DE-E142-2752-1B7949167B43}"/>
              </a:ext>
            </a:extLst>
          </p:cNvPr>
          <p:cNvSpPr txBox="1">
            <a:spLocks/>
          </p:cNvSpPr>
          <p:nvPr userDrawn="1"/>
        </p:nvSpPr>
        <p:spPr>
          <a:xfrm>
            <a:off x="1868259" y="417721"/>
            <a:ext cx="2864962" cy="32196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vi-VN" sz="1200" b="1" dirty="0">
                <a:solidFill>
                  <a:schemeClr val="tx2">
                    <a:lumMod val="75000"/>
                    <a:lumOff val="25000"/>
                  </a:schemeClr>
                </a:solidFill>
                <a:latin typeface="+mj-lt"/>
              </a:rPr>
              <a:t>KHOA ĐIỆN TỬ VIỄN THÔNG</a:t>
            </a:r>
          </a:p>
        </p:txBody>
      </p:sp>
      <p:sp>
        <p:nvSpPr>
          <p:cNvPr id="10" name="Text Placeholder 2">
            <a:extLst>
              <a:ext uri="{FF2B5EF4-FFF2-40B4-BE49-F238E27FC236}">
                <a16:creationId xmlns:a16="http://schemas.microsoft.com/office/drawing/2014/main" id="{D3E14BDB-0F66-4DAD-F574-3E2F18DEBF72}"/>
              </a:ext>
            </a:extLst>
          </p:cNvPr>
          <p:cNvSpPr txBox="1">
            <a:spLocks/>
          </p:cNvSpPr>
          <p:nvPr userDrawn="1"/>
        </p:nvSpPr>
        <p:spPr>
          <a:xfrm>
            <a:off x="1868259" y="172746"/>
            <a:ext cx="2959645" cy="32196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vi-VN" sz="1200" b="0" dirty="0">
                <a:solidFill>
                  <a:schemeClr val="tx2">
                    <a:lumMod val="75000"/>
                    <a:lumOff val="25000"/>
                  </a:schemeClr>
                </a:solidFill>
                <a:latin typeface="Averta CY" panose="00000500000000000000" pitchFamily="50" charset="0"/>
              </a:rPr>
              <a:t>TRƯỜNG ĐẠI HỌC CÔNG NGHỆ</a:t>
            </a:r>
          </a:p>
        </p:txBody>
      </p:sp>
      <p:cxnSp>
        <p:nvCxnSpPr>
          <p:cNvPr id="11" name="Straight Connector 10">
            <a:extLst>
              <a:ext uri="{FF2B5EF4-FFF2-40B4-BE49-F238E27FC236}">
                <a16:creationId xmlns:a16="http://schemas.microsoft.com/office/drawing/2014/main" id="{40AEB371-4333-BF4F-523E-F5ED312D3761}"/>
              </a:ext>
            </a:extLst>
          </p:cNvPr>
          <p:cNvCxnSpPr>
            <a:cxnSpLocks/>
          </p:cNvCxnSpPr>
          <p:nvPr userDrawn="1"/>
        </p:nvCxnSpPr>
        <p:spPr>
          <a:xfrm>
            <a:off x="-182880" y="752356"/>
            <a:ext cx="12446000" cy="0"/>
          </a:xfrm>
          <a:prstGeom prst="line">
            <a:avLst/>
          </a:prstGeom>
          <a:ln w="19050">
            <a:solidFill>
              <a:srgbClr val="E9E9E9"/>
            </a:solidFill>
          </a:ln>
        </p:spPr>
        <p:style>
          <a:lnRef idx="1">
            <a:schemeClr val="accent2"/>
          </a:lnRef>
          <a:fillRef idx="0">
            <a:schemeClr val="accent2"/>
          </a:fillRef>
          <a:effectRef idx="0">
            <a:schemeClr val="accent2"/>
          </a:effectRef>
          <a:fontRef idx="minor">
            <a:schemeClr val="tx1"/>
          </a:fontRef>
        </p:style>
      </p:cxnSp>
      <p:sp>
        <p:nvSpPr>
          <p:cNvPr id="2" name="Date Placeholder 3">
            <a:extLst>
              <a:ext uri="{FF2B5EF4-FFF2-40B4-BE49-F238E27FC236}">
                <a16:creationId xmlns:a16="http://schemas.microsoft.com/office/drawing/2014/main" id="{E77C5897-653A-F2F1-77FE-E1D5D3865A4B}"/>
              </a:ext>
            </a:extLst>
          </p:cNvPr>
          <p:cNvSpPr txBox="1">
            <a:spLocks/>
          </p:cNvSpPr>
          <p:nvPr userDrawn="1"/>
        </p:nvSpPr>
        <p:spPr>
          <a:xfrm>
            <a:off x="8531157" y="6337623"/>
            <a:ext cx="2994069"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accent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vi-VN" sz="1300" b="0" i="1" dirty="0">
                <a:solidFill>
                  <a:schemeClr val="tx2">
                    <a:lumMod val="75000"/>
                    <a:lumOff val="25000"/>
                  </a:schemeClr>
                </a:solidFill>
                <a:latin typeface="Averta CY" panose="00000500000000000000" pitchFamily="50" charset="0"/>
              </a:rPr>
              <a:t>Học kỳ II, năm học 2024 - 2025</a:t>
            </a:r>
            <a:endParaRPr lang="en-US" sz="1300" b="0" i="1" dirty="0">
              <a:solidFill>
                <a:schemeClr val="tx2">
                  <a:lumMod val="75000"/>
                  <a:lumOff val="25000"/>
                </a:schemeClr>
              </a:solidFill>
              <a:latin typeface="Averta CY" panose="00000500000000000000" pitchFamily="50" charset="0"/>
            </a:endParaRPr>
          </a:p>
        </p:txBody>
      </p:sp>
      <p:cxnSp>
        <p:nvCxnSpPr>
          <p:cNvPr id="20" name="Straight Connector 19">
            <a:extLst>
              <a:ext uri="{FF2B5EF4-FFF2-40B4-BE49-F238E27FC236}">
                <a16:creationId xmlns:a16="http://schemas.microsoft.com/office/drawing/2014/main" id="{1AA7F6F6-894D-3640-190D-9CE5F4102A4D}"/>
              </a:ext>
            </a:extLst>
          </p:cNvPr>
          <p:cNvCxnSpPr>
            <a:cxnSpLocks/>
          </p:cNvCxnSpPr>
          <p:nvPr userDrawn="1"/>
        </p:nvCxnSpPr>
        <p:spPr>
          <a:xfrm>
            <a:off x="-277792" y="6263727"/>
            <a:ext cx="12674278" cy="0"/>
          </a:xfrm>
          <a:prstGeom prst="line">
            <a:avLst/>
          </a:prstGeom>
          <a:ln w="19050">
            <a:solidFill>
              <a:srgbClr val="E9E9E9"/>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9015458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accent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3CCB468-C979-1CDA-04DA-576C0643CB83}"/>
              </a:ext>
            </a:extLst>
          </p:cNvPr>
          <p:cNvSpPr txBox="1"/>
          <p:nvPr/>
        </p:nvSpPr>
        <p:spPr>
          <a:xfrm>
            <a:off x="1092073" y="2418448"/>
            <a:ext cx="10007850" cy="706091"/>
          </a:xfrm>
          <a:prstGeom prst="rect">
            <a:avLst/>
          </a:prstGeom>
          <a:noFill/>
        </p:spPr>
        <p:txBody>
          <a:bodyPr wrap="square" rtlCol="0">
            <a:spAutoFit/>
          </a:bodyPr>
          <a:lstStyle/>
          <a:p>
            <a:pPr algn="ctr">
              <a:lnSpc>
                <a:spcPct val="140000"/>
              </a:lnSpc>
            </a:pPr>
            <a:r>
              <a:rPr lang="vi-VN" sz="3200" b="1" dirty="0">
                <a:solidFill>
                  <a:schemeClr val="tx2">
                    <a:lumMod val="90000"/>
                    <a:lumOff val="10000"/>
                  </a:schemeClr>
                </a:solidFill>
                <a:latin typeface="+mj-lt"/>
              </a:rPr>
              <a:t>KỸ THUẬT LẬP TRÌNH NÂNG CAO</a:t>
            </a:r>
          </a:p>
        </p:txBody>
      </p:sp>
      <p:sp>
        <p:nvSpPr>
          <p:cNvPr id="4" name="Rectangle: Rounded Corners 3">
            <a:extLst>
              <a:ext uri="{FF2B5EF4-FFF2-40B4-BE49-F238E27FC236}">
                <a16:creationId xmlns:a16="http://schemas.microsoft.com/office/drawing/2014/main" id="{DB3A15CA-E8F9-8934-82F2-7178AD31101E}"/>
              </a:ext>
            </a:extLst>
          </p:cNvPr>
          <p:cNvSpPr/>
          <p:nvPr/>
        </p:nvSpPr>
        <p:spPr>
          <a:xfrm>
            <a:off x="2372029" y="3429000"/>
            <a:ext cx="7447937" cy="796074"/>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tIns="0" rtlCol="0" anchor="ctr"/>
          <a:lstStyle/>
          <a:p>
            <a:pPr algn="ctr">
              <a:lnSpc>
                <a:spcPct val="150000"/>
              </a:lnSpc>
            </a:pPr>
            <a:r>
              <a:rPr lang="vi-VN" sz="2800" dirty="0">
                <a:latin typeface="Averta CY Semibold" panose="00000700000000000000" pitchFamily="50" charset="0"/>
              </a:rPr>
              <a:t>LAB 1. LẬP TRÌNH SHELL TRÊN LINUX</a:t>
            </a:r>
            <a:endParaRPr lang="en-US" sz="2800" dirty="0">
              <a:latin typeface="Averta CY Semibold" panose="00000700000000000000" pitchFamily="50" charset="0"/>
            </a:endParaRPr>
          </a:p>
        </p:txBody>
      </p:sp>
    </p:spTree>
    <p:extLst>
      <p:ext uri="{BB962C8B-B14F-4D97-AF65-F5344CB8AC3E}">
        <p14:creationId xmlns:p14="http://schemas.microsoft.com/office/powerpoint/2010/main" val="34575368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CC31E-B94E-2A87-B961-ADA75860F7A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028DC55-3378-8EC0-A12E-CB039622D053}"/>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10" name="TextBox 9">
            <a:extLst>
              <a:ext uri="{FF2B5EF4-FFF2-40B4-BE49-F238E27FC236}">
                <a16:creationId xmlns:a16="http://schemas.microsoft.com/office/drawing/2014/main" id="{CEF5A8A1-15AE-04A6-E970-7C3A3F4E15CA}"/>
              </a:ext>
            </a:extLst>
          </p:cNvPr>
          <p:cNvSpPr txBox="1"/>
          <p:nvPr/>
        </p:nvSpPr>
        <p:spPr>
          <a:xfrm>
            <a:off x="535834" y="2575426"/>
            <a:ext cx="4660219" cy="2633670"/>
          </a:xfrm>
          <a:prstGeom prst="rect">
            <a:avLst/>
          </a:prstGeom>
          <a:noFill/>
        </p:spPr>
        <p:txBody>
          <a:bodyPr wrap="square" rtlCol="0">
            <a:spAutoFit/>
          </a:bodyPr>
          <a:lstStyle/>
          <a:p>
            <a:pPr algn="just">
              <a:lnSpc>
                <a:spcPct val="150000"/>
              </a:lnSpc>
            </a:pPr>
            <a:r>
              <a:rPr lang="vi-VN" sz="1600" dirty="0">
                <a:solidFill>
                  <a:srgbClr val="00477F"/>
                </a:solidFill>
                <a:latin typeface="Averta Std CY" panose="00000500000000000000" pitchFamily="50" charset="0"/>
              </a:rPr>
              <a:t>Lệnh shell là lệnh được đưa ra cho shell để thực hiện một thao tác, chẳng hạn như quản lý tệp, thực thi chương trình hoặc xử lý các quy trình hệ thống. </a:t>
            </a:r>
          </a:p>
          <a:p>
            <a:pPr algn="just">
              <a:lnSpc>
                <a:spcPct val="150000"/>
              </a:lnSpc>
            </a:pPr>
            <a:r>
              <a:rPr lang="vi-VN" sz="1600" dirty="0">
                <a:solidFill>
                  <a:srgbClr val="00477F"/>
                </a:solidFill>
                <a:latin typeface="Averta Std CY" panose="00000500000000000000" pitchFamily="50" charset="0"/>
              </a:rPr>
              <a:t>Các lệnh được thực thi trong thiết bị đầu cuối và chúng tương tác với hệ điều hành thông qua shell. </a:t>
            </a:r>
            <a:endParaRPr lang="en-US" sz="1600" dirty="0">
              <a:solidFill>
                <a:srgbClr val="00477F"/>
              </a:solidFill>
              <a:latin typeface="Averta Std CY" panose="00000500000000000000" pitchFamily="50" charset="0"/>
            </a:endParaRPr>
          </a:p>
        </p:txBody>
      </p:sp>
      <p:sp>
        <p:nvSpPr>
          <p:cNvPr id="2" name="Rectangle: Rounded Corners 1">
            <a:extLst>
              <a:ext uri="{FF2B5EF4-FFF2-40B4-BE49-F238E27FC236}">
                <a16:creationId xmlns:a16="http://schemas.microsoft.com/office/drawing/2014/main" id="{0AAA35CF-EE04-3072-2794-8E37FEDF4650}"/>
              </a:ext>
            </a:extLst>
          </p:cNvPr>
          <p:cNvSpPr/>
          <p:nvPr/>
        </p:nvSpPr>
        <p:spPr>
          <a:xfrm>
            <a:off x="521381" y="1417726"/>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LỆNH SHELL</a:t>
            </a:r>
            <a:endParaRPr lang="en-US" dirty="0">
              <a:latin typeface="Averta CY Semibold" panose="00000700000000000000" pitchFamily="50" charset="0"/>
            </a:endParaRPr>
          </a:p>
        </p:txBody>
      </p:sp>
      <p:pic>
        <p:nvPicPr>
          <p:cNvPr id="3" name="Picture 2" descr="Introduction to Linux Shell and Shell Scripting - GeeksforGeeks">
            <a:extLst>
              <a:ext uri="{FF2B5EF4-FFF2-40B4-BE49-F238E27FC236}">
                <a16:creationId xmlns:a16="http://schemas.microsoft.com/office/drawing/2014/main" id="{9BD343D2-D74E-AB9A-D313-BB438334FC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7714" y="2079746"/>
            <a:ext cx="5982905" cy="3625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4964483"/>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8AC1E-A856-9689-6D21-D8FFE23FF7E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52D1543-6875-3F8B-1F2B-50B2A9662D2A}"/>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10" name="TextBox 9">
            <a:extLst>
              <a:ext uri="{FF2B5EF4-FFF2-40B4-BE49-F238E27FC236}">
                <a16:creationId xmlns:a16="http://schemas.microsoft.com/office/drawing/2014/main" id="{85803315-6913-2BB4-1CAF-D06AAF3D1949}"/>
              </a:ext>
            </a:extLst>
          </p:cNvPr>
          <p:cNvSpPr txBox="1"/>
          <p:nvPr/>
        </p:nvSpPr>
        <p:spPr>
          <a:xfrm>
            <a:off x="521381" y="2558260"/>
            <a:ext cx="4689716" cy="417678"/>
          </a:xfrm>
          <a:prstGeom prst="rect">
            <a:avLst/>
          </a:prstGeom>
          <a:noFill/>
        </p:spPr>
        <p:txBody>
          <a:bodyPr wrap="square" rtlCol="0">
            <a:spAutoFit/>
          </a:bodyPr>
          <a:lstStyle/>
          <a:p>
            <a:pPr algn="just">
              <a:lnSpc>
                <a:spcPct val="150000"/>
              </a:lnSpc>
            </a:pPr>
            <a:r>
              <a:rPr lang="vi-VN" sz="1600" dirty="0">
                <a:solidFill>
                  <a:srgbClr val="00477F"/>
                </a:solidFill>
                <a:latin typeface="Averta Std CY" panose="00000500000000000000" pitchFamily="50" charset="0"/>
              </a:rPr>
              <a:t>Lệnh shell thường tuân theo cấu trúc sau:</a:t>
            </a:r>
            <a:endParaRPr lang="en-US" sz="1600" dirty="0">
              <a:solidFill>
                <a:srgbClr val="00477F"/>
              </a:solidFill>
              <a:latin typeface="Averta Std CY" panose="00000500000000000000" pitchFamily="50" charset="0"/>
            </a:endParaRPr>
          </a:p>
        </p:txBody>
      </p:sp>
      <p:sp>
        <p:nvSpPr>
          <p:cNvPr id="2" name="Rectangle: Rounded Corners 1">
            <a:extLst>
              <a:ext uri="{FF2B5EF4-FFF2-40B4-BE49-F238E27FC236}">
                <a16:creationId xmlns:a16="http://schemas.microsoft.com/office/drawing/2014/main" id="{C198B6CA-B7BA-922E-F34D-7E0B40792EE8}"/>
              </a:ext>
            </a:extLst>
          </p:cNvPr>
          <p:cNvSpPr/>
          <p:nvPr/>
        </p:nvSpPr>
        <p:spPr>
          <a:xfrm>
            <a:off x="521381" y="1384444"/>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LỆNH SHELL</a:t>
            </a:r>
            <a:endParaRPr lang="en-US" dirty="0">
              <a:latin typeface="Averta CY Semibold" panose="00000700000000000000" pitchFamily="50" charset="0"/>
            </a:endParaRPr>
          </a:p>
        </p:txBody>
      </p:sp>
      <p:sp>
        <p:nvSpPr>
          <p:cNvPr id="5" name="Rectangle 4">
            <a:extLst>
              <a:ext uri="{FF2B5EF4-FFF2-40B4-BE49-F238E27FC236}">
                <a16:creationId xmlns:a16="http://schemas.microsoft.com/office/drawing/2014/main" id="{CE5894F2-1A10-0208-A13B-81C68EE701EF}"/>
              </a:ext>
            </a:extLst>
          </p:cNvPr>
          <p:cNvSpPr/>
          <p:nvPr/>
        </p:nvSpPr>
        <p:spPr>
          <a:xfrm>
            <a:off x="3692013" y="3439092"/>
            <a:ext cx="4807974" cy="458331"/>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solidFill>
                  <a:schemeClr val="bg1"/>
                </a:solidFill>
                <a:latin typeface="+mj-lt"/>
              </a:rPr>
              <a:t>command [options] [arguments]</a:t>
            </a:r>
            <a:endParaRPr lang="en-US" dirty="0">
              <a:solidFill>
                <a:schemeClr val="bg1"/>
              </a:solidFill>
              <a:latin typeface="+mj-lt"/>
            </a:endParaRPr>
          </a:p>
        </p:txBody>
      </p:sp>
      <p:sp>
        <p:nvSpPr>
          <p:cNvPr id="8" name="TextBox 7">
            <a:extLst>
              <a:ext uri="{FF2B5EF4-FFF2-40B4-BE49-F238E27FC236}">
                <a16:creationId xmlns:a16="http://schemas.microsoft.com/office/drawing/2014/main" id="{31F27DE4-0EC0-2A31-5633-C3EEFE68C3CF}"/>
              </a:ext>
            </a:extLst>
          </p:cNvPr>
          <p:cNvSpPr txBox="1"/>
          <p:nvPr/>
        </p:nvSpPr>
        <p:spPr>
          <a:xfrm>
            <a:off x="521381" y="4319924"/>
            <a:ext cx="9861484" cy="1156342"/>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command – </a:t>
            </a:r>
            <a:r>
              <a:rPr lang="vi-VN" sz="1600" dirty="0">
                <a:solidFill>
                  <a:srgbClr val="00477F"/>
                </a:solidFill>
                <a:latin typeface="Averta Std CY" panose="00000500000000000000" pitchFamily="50" charset="0"/>
              </a:rPr>
              <a:t>Lệnh thực tế để thực thi (ví dụ: ls, mkdir, echo).</a:t>
            </a:r>
          </a:p>
          <a:p>
            <a:pPr marL="285750"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options – </a:t>
            </a:r>
            <a:r>
              <a:rPr lang="vi-VN" sz="1600" dirty="0">
                <a:solidFill>
                  <a:srgbClr val="00477F"/>
                </a:solidFill>
                <a:latin typeface="Averta Std CY" panose="00000500000000000000" pitchFamily="50" charset="0"/>
              </a:rPr>
              <a:t>Sửa đổi hành vi của lệnh (thường được đặt trước bằng - hoặc --).</a:t>
            </a:r>
          </a:p>
          <a:p>
            <a:pPr marL="285750"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arguments – </a:t>
            </a:r>
            <a:r>
              <a:rPr lang="vi-VN" sz="1600" dirty="0">
                <a:solidFill>
                  <a:srgbClr val="00477F"/>
                </a:solidFill>
                <a:latin typeface="Averta Std CY" panose="00000500000000000000" pitchFamily="50" charset="0"/>
              </a:rPr>
              <a:t>Chỉ định lệnh sẽ tác động vào mục nào (ví dụ: tên tệp hoặc thư mục).</a:t>
            </a:r>
            <a:endParaRPr lang="en-US" sz="1600" dirty="0">
              <a:solidFill>
                <a:srgbClr val="00477F"/>
              </a:solidFill>
              <a:latin typeface="Averta Std CY" panose="00000500000000000000" pitchFamily="50" charset="0"/>
            </a:endParaRPr>
          </a:p>
        </p:txBody>
      </p:sp>
    </p:spTree>
    <p:extLst>
      <p:ext uri="{BB962C8B-B14F-4D97-AF65-F5344CB8AC3E}">
        <p14:creationId xmlns:p14="http://schemas.microsoft.com/office/powerpoint/2010/main" val="1772134238"/>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3E3AF-13AE-79AF-4EA7-8C928F1F1A3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03A9842-BF84-FB5D-0C66-8491299457B4}"/>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10" name="TextBox 9">
            <a:extLst>
              <a:ext uri="{FF2B5EF4-FFF2-40B4-BE49-F238E27FC236}">
                <a16:creationId xmlns:a16="http://schemas.microsoft.com/office/drawing/2014/main" id="{5D625B2B-F3EF-4680-1E37-D4110CA68FD0}"/>
              </a:ext>
            </a:extLst>
          </p:cNvPr>
          <p:cNvSpPr txBox="1"/>
          <p:nvPr/>
        </p:nvSpPr>
        <p:spPr>
          <a:xfrm>
            <a:off x="521381" y="2554957"/>
            <a:ext cx="4689716" cy="417678"/>
          </a:xfrm>
          <a:prstGeom prst="rect">
            <a:avLst/>
          </a:prstGeom>
          <a:noFill/>
        </p:spPr>
        <p:txBody>
          <a:bodyPr wrap="square" rtlCol="0">
            <a:spAutoFit/>
          </a:bodyPr>
          <a:lstStyle/>
          <a:p>
            <a:pPr algn="just">
              <a:lnSpc>
                <a:spcPct val="150000"/>
              </a:lnSpc>
            </a:pPr>
            <a:r>
              <a:rPr lang="vi-VN" sz="1600" dirty="0">
                <a:solidFill>
                  <a:srgbClr val="00477F"/>
                </a:solidFill>
                <a:latin typeface="Averta Std CY" panose="00000500000000000000" pitchFamily="50" charset="0"/>
              </a:rPr>
              <a:t>Ví dụ một lệnh sau:</a:t>
            </a:r>
            <a:endParaRPr lang="en-US" sz="1600" dirty="0">
              <a:solidFill>
                <a:srgbClr val="00477F"/>
              </a:solidFill>
              <a:latin typeface="Averta Std CY" panose="00000500000000000000" pitchFamily="50" charset="0"/>
            </a:endParaRPr>
          </a:p>
        </p:txBody>
      </p:sp>
      <p:sp>
        <p:nvSpPr>
          <p:cNvPr id="2" name="Rectangle: Rounded Corners 1">
            <a:extLst>
              <a:ext uri="{FF2B5EF4-FFF2-40B4-BE49-F238E27FC236}">
                <a16:creationId xmlns:a16="http://schemas.microsoft.com/office/drawing/2014/main" id="{88C042D4-7E8B-A2DD-516A-F5B8B0465E30}"/>
              </a:ext>
            </a:extLst>
          </p:cNvPr>
          <p:cNvSpPr/>
          <p:nvPr/>
        </p:nvSpPr>
        <p:spPr>
          <a:xfrm>
            <a:off x="521381" y="1384444"/>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LỆNH SHELL</a:t>
            </a:r>
            <a:endParaRPr lang="en-US" dirty="0">
              <a:latin typeface="Averta CY Semibold" panose="00000700000000000000" pitchFamily="50" charset="0"/>
            </a:endParaRPr>
          </a:p>
        </p:txBody>
      </p:sp>
      <p:sp>
        <p:nvSpPr>
          <p:cNvPr id="5" name="Rectangle 4">
            <a:extLst>
              <a:ext uri="{FF2B5EF4-FFF2-40B4-BE49-F238E27FC236}">
                <a16:creationId xmlns:a16="http://schemas.microsoft.com/office/drawing/2014/main" id="{73337BA6-B891-C0DB-8B02-91755D4A89E8}"/>
              </a:ext>
            </a:extLst>
          </p:cNvPr>
          <p:cNvSpPr/>
          <p:nvPr/>
        </p:nvSpPr>
        <p:spPr>
          <a:xfrm>
            <a:off x="3692013" y="3439092"/>
            <a:ext cx="4807974" cy="458331"/>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solidFill>
                  <a:schemeClr val="bg1"/>
                </a:solidFill>
                <a:latin typeface="+mj-lt"/>
              </a:rPr>
              <a:t>ls -l /home/user</a:t>
            </a:r>
            <a:endParaRPr lang="en-US" dirty="0">
              <a:solidFill>
                <a:schemeClr val="bg1"/>
              </a:solidFill>
              <a:latin typeface="+mj-lt"/>
            </a:endParaRPr>
          </a:p>
        </p:txBody>
      </p:sp>
      <p:sp>
        <p:nvSpPr>
          <p:cNvPr id="8" name="TextBox 7">
            <a:extLst>
              <a:ext uri="{FF2B5EF4-FFF2-40B4-BE49-F238E27FC236}">
                <a16:creationId xmlns:a16="http://schemas.microsoft.com/office/drawing/2014/main" id="{147B2212-27B8-2278-46B1-048EDEF2996B}"/>
              </a:ext>
            </a:extLst>
          </p:cNvPr>
          <p:cNvSpPr txBox="1"/>
          <p:nvPr/>
        </p:nvSpPr>
        <p:spPr>
          <a:xfrm>
            <a:off x="521381" y="4319924"/>
            <a:ext cx="10648064" cy="1156342"/>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ls → </a:t>
            </a:r>
            <a:r>
              <a:rPr lang="vi-VN" sz="1600" dirty="0">
                <a:solidFill>
                  <a:srgbClr val="00477F"/>
                </a:solidFill>
                <a:latin typeface="Averta Std CY" panose="00000500000000000000" pitchFamily="50" charset="0"/>
              </a:rPr>
              <a:t>Tên lệnh (dùng để liệt kê nội dung thư mục).</a:t>
            </a:r>
          </a:p>
          <a:p>
            <a:pPr marL="285750"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-l → </a:t>
            </a:r>
            <a:r>
              <a:rPr lang="vi-VN" sz="1600" dirty="0">
                <a:solidFill>
                  <a:srgbClr val="00477F"/>
                </a:solidFill>
                <a:latin typeface="Averta Std CY" panose="00000500000000000000" pitchFamily="50" charset="0"/>
              </a:rPr>
              <a:t>Tùy chọn (định dạng dài, hiển thị thông tin chi tiết như quyền, chủ sở hữu, kích thước…)</a:t>
            </a:r>
          </a:p>
          <a:p>
            <a:pPr marL="285750"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/home/user → </a:t>
            </a:r>
            <a:r>
              <a:rPr lang="vi-VN" sz="1600" dirty="0">
                <a:solidFill>
                  <a:srgbClr val="00477F"/>
                </a:solidFill>
                <a:latin typeface="Averta Std CY" panose="00000500000000000000" pitchFamily="50" charset="0"/>
              </a:rPr>
              <a:t>Đối số (thư mục cần liệt kê).</a:t>
            </a:r>
            <a:endParaRPr lang="en-US" sz="1600" dirty="0">
              <a:solidFill>
                <a:srgbClr val="00477F"/>
              </a:solidFill>
              <a:latin typeface="Averta Std CY" panose="00000500000000000000" pitchFamily="50" charset="0"/>
            </a:endParaRPr>
          </a:p>
        </p:txBody>
      </p:sp>
    </p:spTree>
    <p:extLst>
      <p:ext uri="{BB962C8B-B14F-4D97-AF65-F5344CB8AC3E}">
        <p14:creationId xmlns:p14="http://schemas.microsoft.com/office/powerpoint/2010/main" val="1993788489"/>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A488E-10E8-5262-1F73-B1640C276D6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265A8E3-4B14-144F-D9C8-1E2237B0FD67}"/>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6ED74681-892D-3886-1883-777A8A51A8F9}"/>
              </a:ext>
            </a:extLst>
          </p:cNvPr>
          <p:cNvSpPr/>
          <p:nvPr/>
        </p:nvSpPr>
        <p:spPr>
          <a:xfrm>
            <a:off x="521382" y="1417726"/>
            <a:ext cx="3716322"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CÁCH SHELL THỰC THI LỆNH</a:t>
            </a:r>
            <a:endParaRPr lang="en-US" dirty="0">
              <a:latin typeface="Averta CY Semibold" panose="00000700000000000000" pitchFamily="50" charset="0"/>
            </a:endParaRPr>
          </a:p>
        </p:txBody>
      </p:sp>
      <p:graphicFrame>
        <p:nvGraphicFramePr>
          <p:cNvPr id="3" name="Diagram 2">
            <a:extLst>
              <a:ext uri="{FF2B5EF4-FFF2-40B4-BE49-F238E27FC236}">
                <a16:creationId xmlns:a16="http://schemas.microsoft.com/office/drawing/2014/main" id="{B4064978-78A6-9C40-8A14-4E48CC6FB37A}"/>
              </a:ext>
            </a:extLst>
          </p:cNvPr>
          <p:cNvGraphicFramePr/>
          <p:nvPr>
            <p:extLst>
              <p:ext uri="{D42A27DB-BD31-4B8C-83A1-F6EECF244321}">
                <p14:modId xmlns:p14="http://schemas.microsoft.com/office/powerpoint/2010/main" val="3296937010"/>
              </p:ext>
            </p:extLst>
          </p:nvPr>
        </p:nvGraphicFramePr>
        <p:xfrm>
          <a:off x="521382" y="1923314"/>
          <a:ext cx="10874206" cy="42622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94637366"/>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5C3E5-B2AF-4CD9-581D-E7973B1A7F7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3990276-C408-CBAB-0007-178F79FA59D1}"/>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438B5675-63D5-79DF-D8B7-5129D5B2BBFE}"/>
              </a:ext>
            </a:extLst>
          </p:cNvPr>
          <p:cNvSpPr/>
          <p:nvPr/>
        </p:nvSpPr>
        <p:spPr>
          <a:xfrm>
            <a:off x="521381" y="1384444"/>
            <a:ext cx="4925690"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latin typeface="Averta CY Semibold" panose="00000700000000000000" pitchFamily="50" charset="0"/>
              </a:rPr>
              <a:t>TỔ CHỨC HỆ THỐNG FILE TRÊN LINUX</a:t>
            </a:r>
            <a:endParaRPr lang="en-US" dirty="0">
              <a:latin typeface="Averta CY Semibold" panose="00000700000000000000" pitchFamily="50" charset="0"/>
            </a:endParaRPr>
          </a:p>
        </p:txBody>
      </p:sp>
      <p:sp>
        <p:nvSpPr>
          <p:cNvPr id="8" name="TextBox 7">
            <a:extLst>
              <a:ext uri="{FF2B5EF4-FFF2-40B4-BE49-F238E27FC236}">
                <a16:creationId xmlns:a16="http://schemas.microsoft.com/office/drawing/2014/main" id="{74370EB4-8593-F11E-784F-AA0254327FEF}"/>
              </a:ext>
            </a:extLst>
          </p:cNvPr>
          <p:cNvSpPr txBox="1"/>
          <p:nvPr/>
        </p:nvSpPr>
        <p:spPr>
          <a:xfrm>
            <a:off x="521381" y="2250153"/>
            <a:ext cx="10648064" cy="3464666"/>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vi-VN" sz="1600" dirty="0">
                <a:solidFill>
                  <a:srgbClr val="00477F"/>
                </a:solidFill>
                <a:latin typeface="Averta CY Semibold" panose="00000700000000000000" pitchFamily="50" charset="0"/>
              </a:rPr>
              <a:t>/ (Thư mục gốc) → </a:t>
            </a:r>
            <a:r>
              <a:rPr lang="vi-VN" sz="1600" dirty="0">
                <a:solidFill>
                  <a:srgbClr val="00477F"/>
                </a:solidFill>
                <a:latin typeface="Averta Std CY" panose="00000500000000000000" pitchFamily="50" charset="0"/>
              </a:rPr>
              <a:t>Thư mục cấp cao nhất chứa tất cả các tệp và thư mục con.</a:t>
            </a:r>
          </a:p>
          <a:p>
            <a:pPr marL="285750" indent="-285750" algn="just">
              <a:lnSpc>
                <a:spcPct val="200000"/>
              </a:lnSpc>
              <a:buFont typeface="Arial" panose="020B0604020202020204" pitchFamily="34" charset="0"/>
              <a:buChar char="•"/>
            </a:pPr>
            <a:r>
              <a:rPr lang="vi-VN" sz="1600" dirty="0">
                <a:solidFill>
                  <a:srgbClr val="00477F"/>
                </a:solidFill>
                <a:latin typeface="Averta CY Semibold" panose="00000700000000000000" pitchFamily="50" charset="0"/>
              </a:rPr>
              <a:t>/home → </a:t>
            </a:r>
            <a:r>
              <a:rPr lang="vi-VN" sz="1600" dirty="0">
                <a:solidFill>
                  <a:srgbClr val="00477F"/>
                </a:solidFill>
                <a:latin typeface="Averta Std CY" panose="00000500000000000000" pitchFamily="50" charset="0"/>
              </a:rPr>
              <a:t>Thư mục người dùng (/home/user)</a:t>
            </a:r>
          </a:p>
          <a:p>
            <a:pPr marL="285750" indent="-285750" algn="just">
              <a:lnSpc>
                <a:spcPct val="200000"/>
              </a:lnSpc>
              <a:buFont typeface="Arial" panose="020B0604020202020204" pitchFamily="34" charset="0"/>
              <a:buChar char="•"/>
            </a:pPr>
            <a:r>
              <a:rPr lang="vi-VN" sz="1600" dirty="0">
                <a:solidFill>
                  <a:srgbClr val="00477F"/>
                </a:solidFill>
                <a:latin typeface="Averta CY Semibold" panose="00000700000000000000" pitchFamily="50" charset="0"/>
              </a:rPr>
              <a:t>./bin → </a:t>
            </a:r>
            <a:r>
              <a:rPr lang="vi-VN" sz="1600" dirty="0">
                <a:solidFill>
                  <a:srgbClr val="00477F"/>
                </a:solidFill>
                <a:latin typeface="Averta Std CY" panose="00000500000000000000" pitchFamily="50" charset="0"/>
              </a:rPr>
              <a:t>Các chương trình nhị phân thiết yếu (ví dụ: ls, cp, mv)</a:t>
            </a:r>
          </a:p>
          <a:p>
            <a:pPr marL="285750" indent="-285750" algn="just">
              <a:lnSpc>
                <a:spcPct val="200000"/>
              </a:lnSpc>
              <a:buFont typeface="Arial" panose="020B0604020202020204" pitchFamily="34" charset="0"/>
              <a:buChar char="•"/>
            </a:pPr>
            <a:r>
              <a:rPr lang="vi-VN" sz="1600" dirty="0">
                <a:solidFill>
                  <a:srgbClr val="00477F"/>
                </a:solidFill>
                <a:latin typeface="Averta CY Semibold" panose="00000700000000000000" pitchFamily="50" charset="0"/>
              </a:rPr>
              <a:t>./etc → </a:t>
            </a:r>
            <a:r>
              <a:rPr lang="vi-VN" sz="1600" dirty="0">
                <a:solidFill>
                  <a:srgbClr val="00477F"/>
                </a:solidFill>
                <a:latin typeface="Averta Std CY" panose="00000500000000000000" pitchFamily="50" charset="0"/>
              </a:rPr>
              <a:t>Tệp cấu hình cho hệ thống</a:t>
            </a:r>
          </a:p>
          <a:p>
            <a:pPr marL="285750" indent="-285750" algn="just">
              <a:lnSpc>
                <a:spcPct val="200000"/>
              </a:lnSpc>
              <a:buFont typeface="Arial" panose="020B0604020202020204" pitchFamily="34" charset="0"/>
              <a:buChar char="•"/>
            </a:pPr>
            <a:r>
              <a:rPr lang="vi-VN" sz="1600" dirty="0">
                <a:solidFill>
                  <a:srgbClr val="00477F"/>
                </a:solidFill>
                <a:latin typeface="Averta CY Semibold" panose="00000700000000000000" pitchFamily="50" charset="0"/>
              </a:rPr>
              <a:t>./var → </a:t>
            </a:r>
            <a:r>
              <a:rPr lang="vi-VN" sz="1600" dirty="0">
                <a:solidFill>
                  <a:srgbClr val="00477F"/>
                </a:solidFill>
                <a:latin typeface="Averta Std CY" panose="00000500000000000000" pitchFamily="50" charset="0"/>
              </a:rPr>
              <a:t>Nhật ký, bộ nhớ đệm và dữ liệu biến</a:t>
            </a:r>
          </a:p>
          <a:p>
            <a:pPr marL="285750" indent="-285750" algn="just">
              <a:lnSpc>
                <a:spcPct val="200000"/>
              </a:lnSpc>
              <a:buFont typeface="Arial" panose="020B0604020202020204" pitchFamily="34" charset="0"/>
              <a:buChar char="•"/>
            </a:pPr>
            <a:r>
              <a:rPr lang="vi-VN" sz="1600" dirty="0">
                <a:solidFill>
                  <a:srgbClr val="00477F"/>
                </a:solidFill>
                <a:latin typeface="Averta CY Semibold" panose="00000700000000000000" pitchFamily="50" charset="0"/>
              </a:rPr>
              <a:t>./tmp → </a:t>
            </a:r>
            <a:r>
              <a:rPr lang="vi-VN" sz="1600" dirty="0">
                <a:solidFill>
                  <a:srgbClr val="00477F"/>
                </a:solidFill>
                <a:latin typeface="Averta Std CY" panose="00000500000000000000" pitchFamily="50" charset="0"/>
              </a:rPr>
              <a:t>Tệp tạm thời (xóa khi khởi động lại)</a:t>
            </a:r>
          </a:p>
          <a:p>
            <a:pPr marL="285750" indent="-285750" algn="just">
              <a:lnSpc>
                <a:spcPct val="200000"/>
              </a:lnSpc>
              <a:buFont typeface="Arial" panose="020B0604020202020204" pitchFamily="34" charset="0"/>
              <a:buChar char="•"/>
            </a:pPr>
            <a:r>
              <a:rPr lang="vi-VN" sz="1600" dirty="0">
                <a:solidFill>
                  <a:srgbClr val="00477F"/>
                </a:solidFill>
                <a:latin typeface="Averta CY Semibold" panose="00000700000000000000" pitchFamily="50" charset="0"/>
              </a:rPr>
              <a:t>./dev → </a:t>
            </a:r>
            <a:r>
              <a:rPr lang="vi-VN" sz="1600" dirty="0">
                <a:solidFill>
                  <a:srgbClr val="00477F"/>
                </a:solidFill>
                <a:latin typeface="Averta Std CY" panose="00000500000000000000" pitchFamily="50" charset="0"/>
              </a:rPr>
              <a:t>Tệp thiết bị (ví dụ: /dev/sda đối với ổ cứng).</a:t>
            </a:r>
            <a:endParaRPr lang="en-US" sz="1600" dirty="0">
              <a:solidFill>
                <a:srgbClr val="00477F"/>
              </a:solidFill>
              <a:latin typeface="Averta Std CY" panose="00000500000000000000" pitchFamily="50" charset="0"/>
            </a:endParaRPr>
          </a:p>
        </p:txBody>
      </p:sp>
      <p:pic>
        <p:nvPicPr>
          <p:cNvPr id="3" name="Picture 2">
            <a:extLst>
              <a:ext uri="{FF2B5EF4-FFF2-40B4-BE49-F238E27FC236}">
                <a16:creationId xmlns:a16="http://schemas.microsoft.com/office/drawing/2014/main" id="{BFDABE9F-29BE-6154-225E-6484639B310D}"/>
              </a:ext>
            </a:extLst>
          </p:cNvPr>
          <p:cNvPicPr>
            <a:picLocks noChangeAspect="1"/>
          </p:cNvPicPr>
          <p:nvPr/>
        </p:nvPicPr>
        <p:blipFill>
          <a:blip r:embed="rId3"/>
          <a:stretch>
            <a:fillRect/>
          </a:stretch>
        </p:blipFill>
        <p:spPr>
          <a:xfrm>
            <a:off x="7171154" y="2861186"/>
            <a:ext cx="4302820" cy="2733368"/>
          </a:xfrm>
          <a:prstGeom prst="rect">
            <a:avLst/>
          </a:prstGeom>
        </p:spPr>
      </p:pic>
    </p:spTree>
    <p:extLst>
      <p:ext uri="{BB962C8B-B14F-4D97-AF65-F5344CB8AC3E}">
        <p14:creationId xmlns:p14="http://schemas.microsoft.com/office/powerpoint/2010/main" val="3422989575"/>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E71B1-31CC-D662-D77C-E246B3AFEEE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EFC8946-618B-C21A-7737-ED5E7B975C54}"/>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0A4643C3-66CB-ABA8-4599-CC819B60CA57}"/>
              </a:ext>
            </a:extLst>
          </p:cNvPr>
          <p:cNvSpPr/>
          <p:nvPr/>
        </p:nvSpPr>
        <p:spPr>
          <a:xfrm>
            <a:off x="521381" y="1384444"/>
            <a:ext cx="4925690"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ĐỊNH VỊ TỆP TRONG LINUX</a:t>
            </a:r>
            <a:endParaRPr lang="en-US" dirty="0">
              <a:latin typeface="Averta CY Semibold" panose="00000700000000000000" pitchFamily="50" charset="0"/>
            </a:endParaRPr>
          </a:p>
        </p:txBody>
      </p:sp>
      <p:sp>
        <p:nvSpPr>
          <p:cNvPr id="8" name="TextBox 7">
            <a:extLst>
              <a:ext uri="{FF2B5EF4-FFF2-40B4-BE49-F238E27FC236}">
                <a16:creationId xmlns:a16="http://schemas.microsoft.com/office/drawing/2014/main" id="{EEB13361-D26C-8869-7E54-CB7CA454F968}"/>
              </a:ext>
            </a:extLst>
          </p:cNvPr>
          <p:cNvSpPr txBox="1"/>
          <p:nvPr/>
        </p:nvSpPr>
        <p:spPr>
          <a:xfrm>
            <a:off x="521381" y="2051457"/>
            <a:ext cx="10648064" cy="3464666"/>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vi-VN" sz="1600" dirty="0">
                <a:solidFill>
                  <a:srgbClr val="00477F"/>
                </a:solidFill>
                <a:latin typeface="Averta Std CY" panose="00000500000000000000" pitchFamily="50" charset="0"/>
              </a:rPr>
              <a:t>Để định vị một tệp hoặc thư mục trong hệ thống tệp Linux, chúng ta cần một </a:t>
            </a:r>
            <a:r>
              <a:rPr lang="vi-VN" sz="1600" dirty="0">
                <a:solidFill>
                  <a:srgbClr val="00477F"/>
                </a:solidFill>
                <a:latin typeface="Averta CY Semibold" panose="00000700000000000000" pitchFamily="50" charset="0"/>
              </a:rPr>
              <a:t>đường dẫn tuyệt đối </a:t>
            </a:r>
            <a:r>
              <a:rPr lang="vi-VN" sz="1600" dirty="0">
                <a:solidFill>
                  <a:srgbClr val="00477F"/>
                </a:solidFill>
                <a:latin typeface="Averta Std CY" panose="00000500000000000000" pitchFamily="50" charset="0"/>
              </a:rPr>
              <a:t>hoặc </a:t>
            </a:r>
            <a:r>
              <a:rPr lang="vi-VN" sz="1600" dirty="0">
                <a:solidFill>
                  <a:srgbClr val="00477F"/>
                </a:solidFill>
                <a:latin typeface="Averta CY Semibold" panose="00000700000000000000" pitchFamily="50" charset="0"/>
              </a:rPr>
              <a:t>đường dẫn tương đối.</a:t>
            </a:r>
          </a:p>
          <a:p>
            <a:pPr marL="285750" indent="-285750" algn="just">
              <a:lnSpc>
                <a:spcPct val="200000"/>
              </a:lnSpc>
              <a:buFont typeface="Arial" panose="020B0604020202020204" pitchFamily="34" charset="0"/>
              <a:buChar char="•"/>
            </a:pPr>
            <a:r>
              <a:rPr lang="vi-VN" sz="1600" dirty="0">
                <a:solidFill>
                  <a:srgbClr val="00477F"/>
                </a:solidFill>
                <a:latin typeface="Averta CY Semibold" panose="00000700000000000000" pitchFamily="50" charset="0"/>
              </a:rPr>
              <a:t>Đường dẫn tuyệt </a:t>
            </a:r>
            <a:r>
              <a:rPr lang="vi-VN" sz="1600" dirty="0">
                <a:solidFill>
                  <a:srgbClr val="00477F"/>
                </a:solidFill>
                <a:latin typeface="Averta Std CY" panose="00000500000000000000" pitchFamily="50" charset="0"/>
              </a:rPr>
              <a:t>đối là đường dẫn đầy đủ đến một tệp hoặc thư mục, bắt đầu từ gốc (/).</a:t>
            </a:r>
          </a:p>
          <a:p>
            <a:pPr marL="285750" indent="-285750" algn="just">
              <a:lnSpc>
                <a:spcPct val="20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marL="285750" indent="-285750" algn="just">
              <a:lnSpc>
                <a:spcPct val="200000"/>
              </a:lnSpc>
              <a:buFont typeface="Arial" panose="020B0604020202020204" pitchFamily="34" charset="0"/>
              <a:buChar char="•"/>
            </a:pPr>
            <a:r>
              <a:rPr lang="vi-VN" sz="1600" dirty="0">
                <a:solidFill>
                  <a:srgbClr val="00477F"/>
                </a:solidFill>
                <a:latin typeface="Averta CY Semibold" panose="00000700000000000000" pitchFamily="50" charset="0"/>
              </a:rPr>
              <a:t>Đường dẫn tương đối </a:t>
            </a:r>
            <a:r>
              <a:rPr lang="vi-VN" sz="1600" dirty="0">
                <a:solidFill>
                  <a:srgbClr val="00477F"/>
                </a:solidFill>
                <a:latin typeface="Averta Std CY" panose="00000500000000000000" pitchFamily="50" charset="0"/>
              </a:rPr>
              <a:t>là đường dẫn tương đối với thư mục làm việc hiện tại.</a:t>
            </a:r>
          </a:p>
          <a:p>
            <a:pPr marL="742950" lvl="1" indent="-285750" algn="just">
              <a:lnSpc>
                <a:spcPct val="200000"/>
              </a:lnSpc>
              <a:buFont typeface="Arial" panose="020B0604020202020204" pitchFamily="34" charset="0"/>
              <a:buChar char="•"/>
            </a:pPr>
            <a:r>
              <a:rPr lang="vi-VN" sz="1600" dirty="0">
                <a:solidFill>
                  <a:srgbClr val="00477F"/>
                </a:solidFill>
                <a:latin typeface="Averta Std CY" panose="00000500000000000000" pitchFamily="50" charset="0"/>
              </a:rPr>
              <a:t>Không bắt đầu bằng /.</a:t>
            </a:r>
          </a:p>
          <a:p>
            <a:pPr marL="742950" lvl="1" indent="-285750" algn="just">
              <a:lnSpc>
                <a:spcPct val="200000"/>
              </a:lnSpc>
              <a:buFont typeface="Arial" panose="020B0604020202020204" pitchFamily="34" charset="0"/>
              <a:buChar char="•"/>
            </a:pPr>
            <a:r>
              <a:rPr lang="vi-VN" sz="1600" dirty="0">
                <a:solidFill>
                  <a:srgbClr val="00477F"/>
                </a:solidFill>
                <a:latin typeface="Averta Std CY" panose="00000500000000000000" pitchFamily="50" charset="0"/>
              </a:rPr>
              <a:t>Sử dụng các ký hiệu đặc biệt.</a:t>
            </a:r>
          </a:p>
        </p:txBody>
      </p:sp>
      <p:sp>
        <p:nvSpPr>
          <p:cNvPr id="4" name="Rectangle 3">
            <a:extLst>
              <a:ext uri="{FF2B5EF4-FFF2-40B4-BE49-F238E27FC236}">
                <a16:creationId xmlns:a16="http://schemas.microsoft.com/office/drawing/2014/main" id="{D58AF59D-67E4-1254-2172-B6480703BE9F}"/>
              </a:ext>
            </a:extLst>
          </p:cNvPr>
          <p:cNvSpPr/>
          <p:nvPr/>
        </p:nvSpPr>
        <p:spPr>
          <a:xfrm>
            <a:off x="3692013" y="3624787"/>
            <a:ext cx="4807974" cy="458331"/>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solidFill>
                  <a:schemeClr val="bg1"/>
                </a:solidFill>
                <a:latin typeface="+mj-lt"/>
              </a:rPr>
              <a:t>/home/username</a:t>
            </a:r>
            <a:endParaRPr lang="en-US" dirty="0">
              <a:solidFill>
                <a:schemeClr val="bg1"/>
              </a:solidFill>
              <a:latin typeface="+mj-lt"/>
            </a:endParaRPr>
          </a:p>
        </p:txBody>
      </p:sp>
      <p:sp>
        <p:nvSpPr>
          <p:cNvPr id="5" name="Rectangle 4">
            <a:extLst>
              <a:ext uri="{FF2B5EF4-FFF2-40B4-BE49-F238E27FC236}">
                <a16:creationId xmlns:a16="http://schemas.microsoft.com/office/drawing/2014/main" id="{AB5091DF-BCEF-AC95-9228-4F938B3CC2B1}"/>
              </a:ext>
            </a:extLst>
          </p:cNvPr>
          <p:cNvSpPr/>
          <p:nvPr/>
        </p:nvSpPr>
        <p:spPr>
          <a:xfrm>
            <a:off x="3692013" y="5545129"/>
            <a:ext cx="4807974" cy="458331"/>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solidFill>
                  <a:schemeClr val="bg1"/>
                </a:solidFill>
                <a:latin typeface="+mj-lt"/>
              </a:rPr>
              <a:t>.work</a:t>
            </a:r>
            <a:endParaRPr lang="en-US" dirty="0">
              <a:solidFill>
                <a:schemeClr val="bg1"/>
              </a:solidFill>
              <a:latin typeface="+mj-lt"/>
            </a:endParaRPr>
          </a:p>
        </p:txBody>
      </p:sp>
    </p:spTree>
    <p:extLst>
      <p:ext uri="{BB962C8B-B14F-4D97-AF65-F5344CB8AC3E}">
        <p14:creationId xmlns:p14="http://schemas.microsoft.com/office/powerpoint/2010/main" val="508656084"/>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70C0D-4D17-633C-51DF-42818FE9C69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FA63AAA-5472-3C09-228A-3C771616FF08}"/>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80652E57-92C7-23F2-A4CA-F491852E11D3}"/>
              </a:ext>
            </a:extLst>
          </p:cNvPr>
          <p:cNvSpPr/>
          <p:nvPr/>
        </p:nvSpPr>
        <p:spPr>
          <a:xfrm>
            <a:off x="521381" y="1384444"/>
            <a:ext cx="4925690"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QUYỀN TRUY CẬP TỆP TRONG LINUX</a:t>
            </a:r>
            <a:endParaRPr lang="en-US" dirty="0">
              <a:latin typeface="Averta CY Semibold" panose="00000700000000000000" pitchFamily="50" charset="0"/>
            </a:endParaRPr>
          </a:p>
        </p:txBody>
      </p:sp>
      <p:sp>
        <p:nvSpPr>
          <p:cNvPr id="8" name="TextBox 7">
            <a:extLst>
              <a:ext uri="{FF2B5EF4-FFF2-40B4-BE49-F238E27FC236}">
                <a16:creationId xmlns:a16="http://schemas.microsoft.com/office/drawing/2014/main" id="{D7014F5A-826B-921D-43F8-7B232BBBE75B}"/>
              </a:ext>
            </a:extLst>
          </p:cNvPr>
          <p:cNvSpPr txBox="1"/>
          <p:nvPr/>
        </p:nvSpPr>
        <p:spPr>
          <a:xfrm>
            <a:off x="521381" y="2362607"/>
            <a:ext cx="10648064" cy="2479781"/>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vi-VN" sz="1600" dirty="0">
                <a:solidFill>
                  <a:srgbClr val="00477F"/>
                </a:solidFill>
                <a:latin typeface="Averta Std CY" panose="00000500000000000000" pitchFamily="50" charset="0"/>
              </a:rPr>
              <a:t>Trong Linux, chế độ truy cập tệp xác định ai có thể </a:t>
            </a:r>
            <a:r>
              <a:rPr lang="vi-VN" sz="1600" dirty="0">
                <a:solidFill>
                  <a:srgbClr val="00477F"/>
                </a:solidFill>
                <a:latin typeface="Averta CY Semibold" panose="00000700000000000000" pitchFamily="50" charset="0"/>
              </a:rPr>
              <a:t>đọc (read)</a:t>
            </a:r>
            <a:r>
              <a:rPr lang="vi-VN" sz="1600" dirty="0">
                <a:solidFill>
                  <a:srgbClr val="00477F"/>
                </a:solidFill>
                <a:latin typeface="Averta Std CY" panose="00000500000000000000" pitchFamily="50" charset="0"/>
              </a:rPr>
              <a:t>, </a:t>
            </a:r>
            <a:r>
              <a:rPr lang="vi-VN" sz="1600" dirty="0">
                <a:solidFill>
                  <a:srgbClr val="00477F"/>
                </a:solidFill>
                <a:latin typeface="Averta CY Semibold" panose="00000700000000000000" pitchFamily="50" charset="0"/>
              </a:rPr>
              <a:t>ghi (write)</a:t>
            </a:r>
            <a:r>
              <a:rPr lang="vi-VN" sz="1600" dirty="0">
                <a:solidFill>
                  <a:srgbClr val="00477F"/>
                </a:solidFill>
                <a:latin typeface="Averta Std CY" panose="00000500000000000000" pitchFamily="50" charset="0"/>
              </a:rPr>
              <a:t> hoặc </a:t>
            </a:r>
            <a:r>
              <a:rPr lang="vi-VN" sz="1600" dirty="0">
                <a:solidFill>
                  <a:srgbClr val="00477F"/>
                </a:solidFill>
                <a:latin typeface="Averta CY Semibold" panose="00000700000000000000" pitchFamily="50" charset="0"/>
              </a:rPr>
              <a:t>thực thi (excute) </a:t>
            </a:r>
            <a:r>
              <a:rPr lang="vi-VN" sz="1600" dirty="0">
                <a:solidFill>
                  <a:srgbClr val="00477F"/>
                </a:solidFill>
                <a:latin typeface="Averta Std CY" panose="00000500000000000000" pitchFamily="50" charset="0"/>
              </a:rPr>
              <a:t>tệp.</a:t>
            </a:r>
          </a:p>
          <a:p>
            <a:pPr marL="285750" indent="-285750" algn="just">
              <a:lnSpc>
                <a:spcPct val="200000"/>
              </a:lnSpc>
              <a:buFont typeface="Arial" panose="020B0604020202020204" pitchFamily="34" charset="0"/>
              <a:buChar char="•"/>
            </a:pPr>
            <a:r>
              <a:rPr lang="vi-VN" sz="1600" dirty="0">
                <a:solidFill>
                  <a:srgbClr val="00477F"/>
                </a:solidFill>
                <a:latin typeface="Averta Std CY" panose="00000500000000000000" pitchFamily="50" charset="0"/>
              </a:rPr>
              <a:t>Mỗi tệp trong Linux có </a:t>
            </a:r>
            <a:r>
              <a:rPr lang="vi-VN" sz="1600" dirty="0">
                <a:solidFill>
                  <a:srgbClr val="00477F"/>
                </a:solidFill>
                <a:latin typeface="Averta CY Semibold" panose="00000700000000000000" pitchFamily="50" charset="0"/>
              </a:rPr>
              <a:t>03 loại người dùng </a:t>
            </a:r>
            <a:r>
              <a:rPr lang="vi-VN" sz="1600" dirty="0">
                <a:solidFill>
                  <a:srgbClr val="00477F"/>
                </a:solidFill>
                <a:latin typeface="Averta Std CY" panose="00000500000000000000" pitchFamily="50" charset="0"/>
              </a:rPr>
              <a:t>với các quyền truy cập khác nhau:</a:t>
            </a:r>
          </a:p>
          <a:p>
            <a:pPr marL="742950" lvl="1" indent="-285750" algn="just">
              <a:lnSpc>
                <a:spcPct val="200000"/>
              </a:lnSpc>
              <a:buFont typeface="Arial" panose="020B0604020202020204" pitchFamily="34" charset="0"/>
              <a:buChar char="•"/>
            </a:pPr>
            <a:r>
              <a:rPr lang="vi-VN" sz="1600" dirty="0">
                <a:solidFill>
                  <a:srgbClr val="00477F"/>
                </a:solidFill>
                <a:latin typeface="Averta CY Semibold" panose="00000700000000000000" pitchFamily="50" charset="0"/>
              </a:rPr>
              <a:t>Owner </a:t>
            </a:r>
            <a:r>
              <a:rPr lang="vi-VN" sz="1600" dirty="0">
                <a:solidFill>
                  <a:srgbClr val="00477F"/>
                </a:solidFill>
                <a:latin typeface="Averta Std CY" panose="00000500000000000000" pitchFamily="50" charset="0"/>
              </a:rPr>
              <a:t>(Người dùng - u): Người đã tạo tệp.</a:t>
            </a:r>
          </a:p>
          <a:p>
            <a:pPr marL="742950" lvl="1" indent="-285750" algn="just">
              <a:lnSpc>
                <a:spcPct val="200000"/>
              </a:lnSpc>
              <a:buFont typeface="Arial" panose="020B0604020202020204" pitchFamily="34" charset="0"/>
              <a:buChar char="•"/>
            </a:pPr>
            <a:r>
              <a:rPr lang="vi-VN" sz="1600" dirty="0">
                <a:solidFill>
                  <a:srgbClr val="00477F"/>
                </a:solidFill>
                <a:latin typeface="Averta CY Semibold" panose="00000700000000000000" pitchFamily="50" charset="0"/>
              </a:rPr>
              <a:t>Group</a:t>
            </a:r>
            <a:r>
              <a:rPr lang="vi-VN" sz="1600" dirty="0">
                <a:solidFill>
                  <a:srgbClr val="00477F"/>
                </a:solidFill>
                <a:latin typeface="Averta Std CY" panose="00000500000000000000" pitchFamily="50" charset="0"/>
              </a:rPr>
              <a:t> (g): Người dùng thuộc cùng nhóm với chủ sở hữu.</a:t>
            </a:r>
          </a:p>
          <a:p>
            <a:pPr marL="742950" lvl="1" indent="-285750" algn="just">
              <a:lnSpc>
                <a:spcPct val="200000"/>
              </a:lnSpc>
              <a:buFont typeface="Arial" panose="020B0604020202020204" pitchFamily="34" charset="0"/>
              <a:buChar char="•"/>
            </a:pPr>
            <a:r>
              <a:rPr lang="vi-VN" sz="1600" dirty="0">
                <a:solidFill>
                  <a:srgbClr val="00477F"/>
                </a:solidFill>
                <a:latin typeface="Averta CY Semibold" panose="00000700000000000000" pitchFamily="50" charset="0"/>
              </a:rPr>
              <a:t>Others</a:t>
            </a:r>
            <a:r>
              <a:rPr lang="vi-VN" sz="1600" dirty="0">
                <a:solidFill>
                  <a:srgbClr val="00477F"/>
                </a:solidFill>
                <a:latin typeface="Averta Std CY" panose="00000500000000000000" pitchFamily="50" charset="0"/>
              </a:rPr>
              <a:t> (o): Tất cả những người dùng khác không phải là chủ sở hữu hoặc trong nhóm.</a:t>
            </a:r>
          </a:p>
        </p:txBody>
      </p:sp>
    </p:spTree>
    <p:extLst>
      <p:ext uri="{BB962C8B-B14F-4D97-AF65-F5344CB8AC3E}">
        <p14:creationId xmlns:p14="http://schemas.microsoft.com/office/powerpoint/2010/main" val="2033096166"/>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1B35A-D20A-9D07-B84F-6BFD7958759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2646F5A-A429-F4CD-B741-DBC610C5170D}"/>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C9A7121A-C411-9C50-A60B-63FF7AB7633E}"/>
              </a:ext>
            </a:extLst>
          </p:cNvPr>
          <p:cNvSpPr/>
          <p:nvPr/>
        </p:nvSpPr>
        <p:spPr>
          <a:xfrm>
            <a:off x="521381" y="1384444"/>
            <a:ext cx="4925690"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QUYỀN TRUY CẬP TỆP TRONG LINUX</a:t>
            </a:r>
            <a:endParaRPr lang="en-US" dirty="0">
              <a:latin typeface="Averta CY Semibold" panose="00000700000000000000" pitchFamily="50" charset="0"/>
            </a:endParaRPr>
          </a:p>
        </p:txBody>
      </p:sp>
      <p:sp>
        <p:nvSpPr>
          <p:cNvPr id="8" name="TextBox 7">
            <a:extLst>
              <a:ext uri="{FF2B5EF4-FFF2-40B4-BE49-F238E27FC236}">
                <a16:creationId xmlns:a16="http://schemas.microsoft.com/office/drawing/2014/main" id="{1B52C76D-BCB5-584D-1F71-E776FC033F28}"/>
              </a:ext>
            </a:extLst>
          </p:cNvPr>
          <p:cNvSpPr txBox="1"/>
          <p:nvPr/>
        </p:nvSpPr>
        <p:spPr>
          <a:xfrm>
            <a:off x="521381" y="2046464"/>
            <a:ext cx="10648064" cy="510011"/>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vi-VN" sz="1600" dirty="0">
                <a:solidFill>
                  <a:srgbClr val="00477F"/>
                </a:solidFill>
                <a:latin typeface="Averta Std CY" panose="00000500000000000000" pitchFamily="50" charset="0"/>
              </a:rPr>
              <a:t>Mỗi tệp hoặc thư mục có 03 loại quyền:</a:t>
            </a:r>
          </a:p>
        </p:txBody>
      </p:sp>
      <p:graphicFrame>
        <p:nvGraphicFramePr>
          <p:cNvPr id="7" name="Table 6">
            <a:extLst>
              <a:ext uri="{FF2B5EF4-FFF2-40B4-BE49-F238E27FC236}">
                <a16:creationId xmlns:a16="http://schemas.microsoft.com/office/drawing/2014/main" id="{3A55483F-C277-A913-B075-1BA3613C99E4}"/>
              </a:ext>
            </a:extLst>
          </p:cNvPr>
          <p:cNvGraphicFramePr>
            <a:graphicFrameLocks noGrp="1"/>
          </p:cNvGraphicFramePr>
          <p:nvPr>
            <p:extLst>
              <p:ext uri="{D42A27DB-BD31-4B8C-83A1-F6EECF244321}">
                <p14:modId xmlns:p14="http://schemas.microsoft.com/office/powerpoint/2010/main" val="3609903879"/>
              </p:ext>
            </p:extLst>
          </p:nvPr>
        </p:nvGraphicFramePr>
        <p:xfrm>
          <a:off x="864399" y="2912173"/>
          <a:ext cx="10305046" cy="2561383"/>
        </p:xfrm>
        <a:graphic>
          <a:graphicData uri="http://schemas.openxmlformats.org/drawingml/2006/table">
            <a:tbl>
              <a:tblPr>
                <a:tableStyleId>{5940675A-B579-460E-94D1-54222C63F5DA}</a:tableStyleId>
              </a:tblPr>
              <a:tblGrid>
                <a:gridCol w="1583832">
                  <a:extLst>
                    <a:ext uri="{9D8B030D-6E8A-4147-A177-3AD203B41FA5}">
                      <a16:colId xmlns:a16="http://schemas.microsoft.com/office/drawing/2014/main" val="2432397964"/>
                    </a:ext>
                  </a:extLst>
                </a:gridCol>
                <a:gridCol w="2104103">
                  <a:extLst>
                    <a:ext uri="{9D8B030D-6E8A-4147-A177-3AD203B41FA5}">
                      <a16:colId xmlns:a16="http://schemas.microsoft.com/office/drawing/2014/main" val="3329633233"/>
                    </a:ext>
                  </a:extLst>
                </a:gridCol>
                <a:gridCol w="2467897">
                  <a:extLst>
                    <a:ext uri="{9D8B030D-6E8A-4147-A177-3AD203B41FA5}">
                      <a16:colId xmlns:a16="http://schemas.microsoft.com/office/drawing/2014/main" val="1667520294"/>
                    </a:ext>
                  </a:extLst>
                </a:gridCol>
                <a:gridCol w="4149214">
                  <a:extLst>
                    <a:ext uri="{9D8B030D-6E8A-4147-A177-3AD203B41FA5}">
                      <a16:colId xmlns:a16="http://schemas.microsoft.com/office/drawing/2014/main" val="1516834601"/>
                    </a:ext>
                  </a:extLst>
                </a:gridCol>
              </a:tblGrid>
              <a:tr h="388071">
                <a:tc>
                  <a:txBody>
                    <a:bodyPr/>
                    <a:lstStyle/>
                    <a:p>
                      <a:pPr marL="0" marR="0" algn="ctr">
                        <a:lnSpc>
                          <a:spcPct val="150000"/>
                        </a:lnSpc>
                      </a:pPr>
                      <a:r>
                        <a:rPr lang="en-US" sz="1600" b="0" dirty="0">
                          <a:solidFill>
                            <a:srgbClr val="00477F"/>
                          </a:solidFill>
                          <a:effectLst/>
                          <a:latin typeface="Averta CY Semibold" panose="00000700000000000000" pitchFamily="50" charset="0"/>
                        </a:rPr>
                        <a:t>Symbol</a:t>
                      </a:r>
                      <a:endParaRPr lang="en-US" sz="1600" b="0" dirty="0">
                        <a:solidFill>
                          <a:srgbClr val="00477F"/>
                        </a:solidFill>
                        <a:effectLst/>
                        <a:latin typeface="Averta CY Semibold" panose="00000700000000000000" pitchFamily="50" charset="0"/>
                        <a:ea typeface="Arial" panose="020B0604020202020204" pitchFamily="34" charset="0"/>
                      </a:endParaRPr>
                    </a:p>
                  </a:txBody>
                  <a:tcPr marL="68580" marR="68580" marT="0" marB="0" anchor="ctr">
                    <a:solidFill>
                      <a:schemeClr val="bg2">
                        <a:lumMod val="90000"/>
                      </a:schemeClr>
                    </a:solidFill>
                  </a:tcPr>
                </a:tc>
                <a:tc>
                  <a:txBody>
                    <a:bodyPr/>
                    <a:lstStyle/>
                    <a:p>
                      <a:pPr marL="0" marR="0" algn="ctr">
                        <a:lnSpc>
                          <a:spcPct val="150000"/>
                        </a:lnSpc>
                      </a:pPr>
                      <a:r>
                        <a:rPr lang="en-US" sz="1600" b="0" dirty="0">
                          <a:solidFill>
                            <a:srgbClr val="00477F"/>
                          </a:solidFill>
                          <a:effectLst/>
                          <a:latin typeface="Averta CY Semibold" panose="00000700000000000000" pitchFamily="50" charset="0"/>
                        </a:rPr>
                        <a:t>  Permission</a:t>
                      </a:r>
                      <a:endParaRPr lang="en-US" sz="1600" b="0" dirty="0">
                        <a:solidFill>
                          <a:srgbClr val="00477F"/>
                        </a:solidFill>
                        <a:effectLst/>
                        <a:latin typeface="Averta CY Semibold" panose="00000700000000000000" pitchFamily="50" charset="0"/>
                        <a:ea typeface="Arial" panose="020B0604020202020204" pitchFamily="34" charset="0"/>
                      </a:endParaRPr>
                    </a:p>
                  </a:txBody>
                  <a:tcPr marL="68580" marR="68580" marT="0" marB="0" anchor="ctr">
                    <a:solidFill>
                      <a:schemeClr val="bg2">
                        <a:lumMod val="90000"/>
                      </a:schemeClr>
                    </a:solidFill>
                  </a:tcPr>
                </a:tc>
                <a:tc>
                  <a:txBody>
                    <a:bodyPr/>
                    <a:lstStyle/>
                    <a:p>
                      <a:pPr marL="0" marR="0" algn="ctr">
                        <a:lnSpc>
                          <a:spcPct val="150000"/>
                        </a:lnSpc>
                      </a:pPr>
                      <a:r>
                        <a:rPr lang="en-US" sz="1600" b="0" dirty="0">
                          <a:solidFill>
                            <a:srgbClr val="00477F"/>
                          </a:solidFill>
                          <a:effectLst/>
                          <a:latin typeface="Averta CY Semibold" panose="00000700000000000000" pitchFamily="50" charset="0"/>
                        </a:rPr>
                        <a:t>Numeric Value</a:t>
                      </a:r>
                      <a:endParaRPr lang="en-US" sz="1600" b="0" dirty="0">
                        <a:solidFill>
                          <a:srgbClr val="00477F"/>
                        </a:solidFill>
                        <a:effectLst/>
                        <a:latin typeface="Averta CY Semibold" panose="00000700000000000000" pitchFamily="50" charset="0"/>
                        <a:ea typeface="Arial" panose="020B0604020202020204" pitchFamily="34" charset="0"/>
                      </a:endParaRPr>
                    </a:p>
                  </a:txBody>
                  <a:tcPr marL="68580" marR="68580" marT="0" marB="0" anchor="ctr">
                    <a:solidFill>
                      <a:schemeClr val="bg2">
                        <a:lumMod val="90000"/>
                      </a:schemeClr>
                    </a:solidFill>
                  </a:tcPr>
                </a:tc>
                <a:tc>
                  <a:txBody>
                    <a:bodyPr/>
                    <a:lstStyle/>
                    <a:p>
                      <a:pPr marL="0" marR="0" algn="ctr">
                        <a:lnSpc>
                          <a:spcPct val="150000"/>
                        </a:lnSpc>
                      </a:pPr>
                      <a:r>
                        <a:rPr lang="en-US" sz="1600" b="0" dirty="0">
                          <a:solidFill>
                            <a:srgbClr val="00477F"/>
                          </a:solidFill>
                          <a:effectLst/>
                          <a:latin typeface="Averta CY Semibold" panose="00000700000000000000" pitchFamily="50" charset="0"/>
                        </a:rPr>
                        <a:t>Description</a:t>
                      </a:r>
                      <a:endParaRPr lang="en-US" sz="1600" b="0" dirty="0">
                        <a:solidFill>
                          <a:srgbClr val="00477F"/>
                        </a:solidFill>
                        <a:effectLst/>
                        <a:latin typeface="Averta CY Semibold" panose="00000700000000000000" pitchFamily="50" charset="0"/>
                        <a:ea typeface="Arial" panose="020B0604020202020204" pitchFamily="34" charset="0"/>
                      </a:endParaRPr>
                    </a:p>
                  </a:txBody>
                  <a:tcPr marL="68580" marR="68580" marT="0" marB="0" anchor="ctr">
                    <a:solidFill>
                      <a:schemeClr val="bg2">
                        <a:lumMod val="90000"/>
                      </a:schemeClr>
                    </a:solidFill>
                  </a:tcPr>
                </a:tc>
                <a:extLst>
                  <a:ext uri="{0D108BD9-81ED-4DB2-BD59-A6C34878D82A}">
                    <a16:rowId xmlns:a16="http://schemas.microsoft.com/office/drawing/2014/main" val="3133983108"/>
                  </a:ext>
                </a:extLst>
              </a:tr>
              <a:tr h="660082">
                <a:tc>
                  <a:txBody>
                    <a:bodyPr/>
                    <a:lstStyle/>
                    <a:p>
                      <a:pPr marL="0" marR="0" algn="ctr">
                        <a:lnSpc>
                          <a:spcPct val="150000"/>
                        </a:lnSpc>
                      </a:pPr>
                      <a:r>
                        <a:rPr lang="en-US" sz="1600" dirty="0">
                          <a:solidFill>
                            <a:srgbClr val="00477F"/>
                          </a:solidFill>
                          <a:effectLst/>
                          <a:latin typeface="Averta Std CY" panose="00000500000000000000" pitchFamily="50" charset="0"/>
                        </a:rPr>
                        <a:t>r</a:t>
                      </a:r>
                      <a:endParaRPr lang="en-US" sz="1600" dirty="0">
                        <a:solidFill>
                          <a:srgbClr val="00477F"/>
                        </a:solidFill>
                        <a:effectLst/>
                        <a:latin typeface="Averta Std CY" panose="00000500000000000000" pitchFamily="50" charset="0"/>
                        <a:ea typeface="Arial" panose="020B0604020202020204" pitchFamily="34" charset="0"/>
                      </a:endParaRPr>
                    </a:p>
                  </a:txBody>
                  <a:tcPr marL="68580" marR="68580" marT="0" marB="0" anchor="ctr"/>
                </a:tc>
                <a:tc>
                  <a:txBody>
                    <a:bodyPr/>
                    <a:lstStyle/>
                    <a:p>
                      <a:pPr marL="0" marR="0" algn="ctr">
                        <a:lnSpc>
                          <a:spcPct val="150000"/>
                        </a:lnSpc>
                      </a:pPr>
                      <a:r>
                        <a:rPr lang="en-US" sz="1600" dirty="0">
                          <a:solidFill>
                            <a:srgbClr val="00477F"/>
                          </a:solidFill>
                          <a:effectLst/>
                          <a:latin typeface="Averta Std CY" panose="00000500000000000000" pitchFamily="50" charset="0"/>
                        </a:rPr>
                        <a:t>Read</a:t>
                      </a:r>
                      <a:endParaRPr lang="en-US" sz="1600" dirty="0">
                        <a:solidFill>
                          <a:srgbClr val="00477F"/>
                        </a:solidFill>
                        <a:effectLst/>
                        <a:latin typeface="Averta Std CY" panose="00000500000000000000" pitchFamily="50" charset="0"/>
                        <a:ea typeface="Arial" panose="020B0604020202020204" pitchFamily="34" charset="0"/>
                      </a:endParaRPr>
                    </a:p>
                  </a:txBody>
                  <a:tcPr marL="68580" marR="68580" marT="0" marB="0" anchor="ctr"/>
                </a:tc>
                <a:tc>
                  <a:txBody>
                    <a:bodyPr/>
                    <a:lstStyle/>
                    <a:p>
                      <a:pPr marL="0" marR="0" algn="ctr">
                        <a:lnSpc>
                          <a:spcPct val="150000"/>
                        </a:lnSpc>
                      </a:pPr>
                      <a:r>
                        <a:rPr lang="en-US" sz="1600" dirty="0">
                          <a:solidFill>
                            <a:srgbClr val="00477F"/>
                          </a:solidFill>
                          <a:effectLst/>
                          <a:latin typeface="Averta Std CY" panose="00000500000000000000" pitchFamily="50" charset="0"/>
                        </a:rPr>
                        <a:t>4</a:t>
                      </a:r>
                      <a:endParaRPr lang="en-US" sz="1600" dirty="0">
                        <a:solidFill>
                          <a:srgbClr val="00477F"/>
                        </a:solidFill>
                        <a:effectLst/>
                        <a:latin typeface="Averta Std CY" panose="00000500000000000000" pitchFamily="50" charset="0"/>
                        <a:ea typeface="Arial" panose="020B0604020202020204" pitchFamily="34" charset="0"/>
                      </a:endParaRPr>
                    </a:p>
                  </a:txBody>
                  <a:tcPr marL="68580" marR="68580" marT="0" marB="0" anchor="ctr"/>
                </a:tc>
                <a:tc>
                  <a:txBody>
                    <a:bodyPr/>
                    <a:lstStyle/>
                    <a:p>
                      <a:pPr marL="0" marR="0" algn="just">
                        <a:lnSpc>
                          <a:spcPct val="150000"/>
                        </a:lnSpc>
                        <a:tabLst>
                          <a:tab pos="614045" algn="l"/>
                        </a:tabLst>
                      </a:pPr>
                      <a:r>
                        <a:rPr lang="vi-VN" sz="1600" dirty="0">
                          <a:solidFill>
                            <a:srgbClr val="00477F"/>
                          </a:solidFill>
                          <a:effectLst/>
                          <a:latin typeface="Averta Std CY" panose="00000500000000000000" pitchFamily="50" charset="0"/>
                        </a:rPr>
                        <a:t>Có thể xem nội dung file</a:t>
                      </a:r>
                      <a:endParaRPr lang="en-US" sz="1600" dirty="0">
                        <a:solidFill>
                          <a:srgbClr val="00477F"/>
                        </a:solidFill>
                        <a:effectLst/>
                        <a:latin typeface="Averta Std CY" panose="00000500000000000000" pitchFamily="50" charset="0"/>
                        <a:ea typeface="Arial" panose="020B0604020202020204" pitchFamily="34" charset="0"/>
                      </a:endParaRPr>
                    </a:p>
                  </a:txBody>
                  <a:tcPr marL="68580" marR="68580" marT="0" marB="0" anchor="ctr"/>
                </a:tc>
                <a:extLst>
                  <a:ext uri="{0D108BD9-81ED-4DB2-BD59-A6C34878D82A}">
                    <a16:rowId xmlns:a16="http://schemas.microsoft.com/office/drawing/2014/main" val="2279148556"/>
                  </a:ext>
                </a:extLst>
              </a:tr>
              <a:tr h="684624">
                <a:tc>
                  <a:txBody>
                    <a:bodyPr/>
                    <a:lstStyle/>
                    <a:p>
                      <a:pPr marL="0" marR="0" algn="ctr">
                        <a:lnSpc>
                          <a:spcPct val="150000"/>
                        </a:lnSpc>
                      </a:pPr>
                      <a:r>
                        <a:rPr lang="vi-VN" sz="1600" dirty="0">
                          <a:solidFill>
                            <a:srgbClr val="00477F"/>
                          </a:solidFill>
                          <a:effectLst/>
                          <a:latin typeface="Averta Std CY" panose="00000500000000000000" pitchFamily="50" charset="0"/>
                        </a:rPr>
                        <a:t>w</a:t>
                      </a:r>
                      <a:endParaRPr lang="en-US" sz="1600" dirty="0">
                        <a:solidFill>
                          <a:srgbClr val="00477F"/>
                        </a:solidFill>
                        <a:effectLst/>
                        <a:latin typeface="Averta Std CY" panose="00000500000000000000" pitchFamily="50" charset="0"/>
                        <a:ea typeface="Arial" panose="020B0604020202020204" pitchFamily="34" charset="0"/>
                      </a:endParaRPr>
                    </a:p>
                  </a:txBody>
                  <a:tcPr marL="68580" marR="68580" marT="0" marB="0" anchor="ctr"/>
                </a:tc>
                <a:tc>
                  <a:txBody>
                    <a:bodyPr/>
                    <a:lstStyle/>
                    <a:p>
                      <a:pPr marL="0" marR="0" algn="ctr">
                        <a:lnSpc>
                          <a:spcPct val="150000"/>
                        </a:lnSpc>
                      </a:pPr>
                      <a:r>
                        <a:rPr lang="en-US" sz="1600" dirty="0">
                          <a:solidFill>
                            <a:srgbClr val="00477F"/>
                          </a:solidFill>
                          <a:effectLst/>
                          <a:latin typeface="Averta Std CY" panose="00000500000000000000" pitchFamily="50" charset="0"/>
                        </a:rPr>
                        <a:t>Write</a:t>
                      </a:r>
                      <a:endParaRPr lang="en-US" sz="1600" dirty="0">
                        <a:solidFill>
                          <a:srgbClr val="00477F"/>
                        </a:solidFill>
                        <a:effectLst/>
                        <a:latin typeface="Averta Std CY" panose="00000500000000000000" pitchFamily="50" charset="0"/>
                        <a:ea typeface="Arial" panose="020B0604020202020204" pitchFamily="34" charset="0"/>
                      </a:endParaRPr>
                    </a:p>
                  </a:txBody>
                  <a:tcPr marL="68580" marR="68580" marT="0" marB="0" anchor="ctr"/>
                </a:tc>
                <a:tc>
                  <a:txBody>
                    <a:bodyPr/>
                    <a:lstStyle/>
                    <a:p>
                      <a:pPr marL="0" marR="0" algn="ctr">
                        <a:lnSpc>
                          <a:spcPct val="150000"/>
                        </a:lnSpc>
                      </a:pPr>
                      <a:r>
                        <a:rPr lang="en-US" sz="1600" dirty="0">
                          <a:solidFill>
                            <a:srgbClr val="00477F"/>
                          </a:solidFill>
                          <a:effectLst/>
                          <a:latin typeface="Averta Std CY" panose="00000500000000000000" pitchFamily="50" charset="0"/>
                        </a:rPr>
                        <a:t>2</a:t>
                      </a:r>
                      <a:endParaRPr lang="en-US" sz="1600" dirty="0">
                        <a:solidFill>
                          <a:srgbClr val="00477F"/>
                        </a:solidFill>
                        <a:effectLst/>
                        <a:latin typeface="Averta Std CY" panose="00000500000000000000" pitchFamily="50" charset="0"/>
                        <a:ea typeface="Arial" panose="020B0604020202020204" pitchFamily="34" charset="0"/>
                      </a:endParaRPr>
                    </a:p>
                  </a:txBody>
                  <a:tcPr marL="68580" marR="68580" marT="0" marB="0" anchor="ctr"/>
                </a:tc>
                <a:tc>
                  <a:txBody>
                    <a:bodyPr/>
                    <a:lstStyle/>
                    <a:p>
                      <a:pPr marL="0" marR="0" algn="just">
                        <a:lnSpc>
                          <a:spcPct val="150000"/>
                        </a:lnSpc>
                        <a:tabLst>
                          <a:tab pos="614045" algn="l"/>
                        </a:tabLst>
                      </a:pPr>
                      <a:r>
                        <a:rPr lang="vi-VN" sz="1600" dirty="0">
                          <a:solidFill>
                            <a:srgbClr val="00477F"/>
                          </a:solidFill>
                          <a:effectLst/>
                          <a:latin typeface="Averta Std CY" panose="00000500000000000000" pitchFamily="50" charset="0"/>
                        </a:rPr>
                        <a:t>Có thể chỉnh sửa hoặc xóa file</a:t>
                      </a:r>
                      <a:endParaRPr lang="en-US" sz="1600" dirty="0">
                        <a:solidFill>
                          <a:srgbClr val="00477F"/>
                        </a:solidFill>
                        <a:effectLst/>
                        <a:latin typeface="Averta Std CY" panose="00000500000000000000" pitchFamily="50" charset="0"/>
                        <a:ea typeface="Arial" panose="020B0604020202020204" pitchFamily="34" charset="0"/>
                      </a:endParaRPr>
                    </a:p>
                  </a:txBody>
                  <a:tcPr marL="68580" marR="68580" marT="0" marB="0" anchor="ctr"/>
                </a:tc>
                <a:extLst>
                  <a:ext uri="{0D108BD9-81ED-4DB2-BD59-A6C34878D82A}">
                    <a16:rowId xmlns:a16="http://schemas.microsoft.com/office/drawing/2014/main" val="2526085962"/>
                  </a:ext>
                </a:extLst>
              </a:tr>
              <a:tr h="828606">
                <a:tc>
                  <a:txBody>
                    <a:bodyPr/>
                    <a:lstStyle/>
                    <a:p>
                      <a:pPr marL="0" marR="0" algn="ctr">
                        <a:lnSpc>
                          <a:spcPct val="150000"/>
                        </a:lnSpc>
                        <a:tabLst>
                          <a:tab pos="210820" algn="l"/>
                        </a:tabLst>
                      </a:pPr>
                      <a:r>
                        <a:rPr lang="vi-VN" sz="1600" dirty="0">
                          <a:solidFill>
                            <a:srgbClr val="00477F"/>
                          </a:solidFill>
                          <a:effectLst/>
                          <a:latin typeface="Averta Std CY" panose="00000500000000000000" pitchFamily="50" charset="0"/>
                        </a:rPr>
                        <a:t>x</a:t>
                      </a:r>
                      <a:endParaRPr lang="en-US" sz="1600" dirty="0">
                        <a:solidFill>
                          <a:srgbClr val="00477F"/>
                        </a:solidFill>
                        <a:effectLst/>
                        <a:latin typeface="Averta Std CY" panose="00000500000000000000" pitchFamily="50" charset="0"/>
                        <a:ea typeface="Arial" panose="020B0604020202020204" pitchFamily="34" charset="0"/>
                      </a:endParaRPr>
                    </a:p>
                  </a:txBody>
                  <a:tcPr marL="68580" marR="68580" marT="0" marB="0" anchor="ctr"/>
                </a:tc>
                <a:tc>
                  <a:txBody>
                    <a:bodyPr/>
                    <a:lstStyle/>
                    <a:p>
                      <a:pPr marL="0" marR="0" algn="ctr">
                        <a:lnSpc>
                          <a:spcPct val="150000"/>
                        </a:lnSpc>
                      </a:pPr>
                      <a:r>
                        <a:rPr lang="en-US" sz="1600" dirty="0">
                          <a:solidFill>
                            <a:srgbClr val="00477F"/>
                          </a:solidFill>
                          <a:effectLst/>
                          <a:latin typeface="Averta Std CY" panose="00000500000000000000" pitchFamily="50" charset="0"/>
                        </a:rPr>
                        <a:t>Execute</a:t>
                      </a:r>
                      <a:endParaRPr lang="en-US" sz="1600" dirty="0">
                        <a:solidFill>
                          <a:srgbClr val="00477F"/>
                        </a:solidFill>
                        <a:effectLst/>
                        <a:latin typeface="Averta Std CY" panose="00000500000000000000" pitchFamily="50" charset="0"/>
                        <a:ea typeface="Arial" panose="020B0604020202020204" pitchFamily="34" charset="0"/>
                      </a:endParaRPr>
                    </a:p>
                  </a:txBody>
                  <a:tcPr marL="68580" marR="68580" marT="0" marB="0" anchor="ctr"/>
                </a:tc>
                <a:tc>
                  <a:txBody>
                    <a:bodyPr/>
                    <a:lstStyle/>
                    <a:p>
                      <a:pPr marL="0" marR="0" algn="ctr">
                        <a:lnSpc>
                          <a:spcPct val="150000"/>
                        </a:lnSpc>
                      </a:pPr>
                      <a:r>
                        <a:rPr lang="en-US" sz="1600" dirty="0">
                          <a:solidFill>
                            <a:srgbClr val="00477F"/>
                          </a:solidFill>
                          <a:effectLst/>
                          <a:latin typeface="Averta Std CY" panose="00000500000000000000" pitchFamily="50" charset="0"/>
                        </a:rPr>
                        <a:t>1</a:t>
                      </a:r>
                      <a:endParaRPr lang="en-US" sz="1600" dirty="0">
                        <a:solidFill>
                          <a:srgbClr val="00477F"/>
                        </a:solidFill>
                        <a:effectLst/>
                        <a:latin typeface="Averta Std CY" panose="00000500000000000000" pitchFamily="50" charset="0"/>
                        <a:ea typeface="Arial" panose="020B0604020202020204" pitchFamily="34" charset="0"/>
                      </a:endParaRPr>
                    </a:p>
                  </a:txBody>
                  <a:tcPr marL="68580" marR="68580" marT="0" marB="0" anchor="ctr"/>
                </a:tc>
                <a:tc>
                  <a:txBody>
                    <a:bodyPr/>
                    <a:lstStyle/>
                    <a:p>
                      <a:pPr marL="0" marR="0" algn="just">
                        <a:lnSpc>
                          <a:spcPct val="150000"/>
                        </a:lnSpc>
                      </a:pPr>
                      <a:r>
                        <a:rPr lang="vi-VN" sz="1600" dirty="0">
                          <a:solidFill>
                            <a:srgbClr val="00477F"/>
                          </a:solidFill>
                          <a:effectLst/>
                          <a:latin typeface="Averta Std CY" panose="00000500000000000000" pitchFamily="50" charset="0"/>
                        </a:rPr>
                        <a:t>Có thể thực thi (chạy file)</a:t>
                      </a:r>
                    </a:p>
                    <a:p>
                      <a:pPr marL="0" marR="0" algn="just">
                        <a:lnSpc>
                          <a:spcPct val="150000"/>
                        </a:lnSpc>
                      </a:pPr>
                      <a:r>
                        <a:rPr lang="en-US" sz="1600" dirty="0">
                          <a:solidFill>
                            <a:srgbClr val="00477F"/>
                          </a:solidFill>
                          <a:effectLst/>
                          <a:latin typeface="Averta Std CY" panose="00000500000000000000" pitchFamily="50" charset="0"/>
                        </a:rPr>
                        <a:t>(</a:t>
                      </a:r>
                      <a:r>
                        <a:rPr lang="vi-VN" sz="1600" dirty="0">
                          <a:solidFill>
                            <a:srgbClr val="00477F"/>
                          </a:solidFill>
                          <a:effectLst/>
                          <a:latin typeface="Averta Std CY" panose="00000500000000000000" pitchFamily="50" charset="0"/>
                        </a:rPr>
                        <a:t>nếu nó là một chương trình/script)</a:t>
                      </a:r>
                    </a:p>
                  </a:txBody>
                  <a:tcPr marL="68580" marR="68580" marT="0" marB="0" anchor="ctr"/>
                </a:tc>
                <a:extLst>
                  <a:ext uri="{0D108BD9-81ED-4DB2-BD59-A6C34878D82A}">
                    <a16:rowId xmlns:a16="http://schemas.microsoft.com/office/drawing/2014/main" val="1069818496"/>
                  </a:ext>
                </a:extLst>
              </a:tr>
            </a:tbl>
          </a:graphicData>
        </a:graphic>
      </p:graphicFrame>
    </p:spTree>
    <p:extLst>
      <p:ext uri="{BB962C8B-B14F-4D97-AF65-F5344CB8AC3E}">
        <p14:creationId xmlns:p14="http://schemas.microsoft.com/office/powerpoint/2010/main" val="3855095751"/>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D380A-F79F-EC35-06BD-5C7B603230C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1FADE07-AD33-BC10-C816-441524359B63}"/>
              </a:ext>
            </a:extLst>
          </p:cNvPr>
          <p:cNvSpPr txBox="1"/>
          <p:nvPr/>
        </p:nvSpPr>
        <p:spPr>
          <a:xfrm>
            <a:off x="2390229" y="1588133"/>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ACFDCD03-03CB-1467-5C64-86B3AEFAB472}"/>
              </a:ext>
            </a:extLst>
          </p:cNvPr>
          <p:cNvSpPr/>
          <p:nvPr/>
        </p:nvSpPr>
        <p:spPr>
          <a:xfrm>
            <a:off x="521381" y="1384444"/>
            <a:ext cx="4925690"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QUYỀN TRUY CẬP TỆP TRONG LINUX</a:t>
            </a:r>
            <a:endParaRPr lang="en-US" dirty="0">
              <a:latin typeface="Averta CY Semibold" panose="00000700000000000000" pitchFamily="50" charset="0"/>
            </a:endParaRPr>
          </a:p>
        </p:txBody>
      </p:sp>
      <p:sp>
        <p:nvSpPr>
          <p:cNvPr id="8" name="TextBox 7">
            <a:extLst>
              <a:ext uri="{FF2B5EF4-FFF2-40B4-BE49-F238E27FC236}">
                <a16:creationId xmlns:a16="http://schemas.microsoft.com/office/drawing/2014/main" id="{5E169DAC-910D-6FBE-2727-9141D6CB33B0}"/>
              </a:ext>
            </a:extLst>
          </p:cNvPr>
          <p:cNvSpPr txBox="1"/>
          <p:nvPr/>
        </p:nvSpPr>
        <p:spPr>
          <a:xfrm>
            <a:off x="521381" y="2154619"/>
            <a:ext cx="10648064" cy="510011"/>
          </a:xfrm>
          <a:prstGeom prst="rect">
            <a:avLst/>
          </a:prstGeom>
          <a:noFill/>
        </p:spPr>
        <p:txBody>
          <a:bodyPr wrap="square">
            <a:spAutoFit/>
          </a:bodyPr>
          <a:lstStyle/>
          <a:p>
            <a:pPr marL="285750" indent="-285750" algn="just">
              <a:lnSpc>
                <a:spcPct val="200000"/>
              </a:lnSpc>
              <a:buFont typeface="Wingdings" panose="05000000000000000000" pitchFamily="2" charset="2"/>
              <a:buChar char="q"/>
            </a:pPr>
            <a:r>
              <a:rPr lang="vi-VN" sz="1600" dirty="0">
                <a:solidFill>
                  <a:srgbClr val="00477F"/>
                </a:solidFill>
                <a:latin typeface="Averta Std CY" panose="00000500000000000000" pitchFamily="50" charset="0"/>
              </a:rPr>
              <a:t>Sử dụng lệnh </a:t>
            </a:r>
            <a:r>
              <a:rPr lang="vi-VN" sz="1600" dirty="0">
                <a:solidFill>
                  <a:srgbClr val="00477F"/>
                </a:solidFill>
                <a:latin typeface="Averta CY Semibold" panose="00000700000000000000" pitchFamily="50" charset="0"/>
              </a:rPr>
              <a:t>ls -l</a:t>
            </a:r>
            <a:r>
              <a:rPr lang="vi-VN" sz="1600" dirty="0">
                <a:solidFill>
                  <a:srgbClr val="00477F"/>
                </a:solidFill>
                <a:latin typeface="Averta Std CY" panose="00000500000000000000" pitchFamily="50" charset="0"/>
              </a:rPr>
              <a:t> để hiển thị quyền đối với tệp?</a:t>
            </a:r>
          </a:p>
        </p:txBody>
      </p:sp>
      <p:sp>
        <p:nvSpPr>
          <p:cNvPr id="3" name="Rectangle 2">
            <a:extLst>
              <a:ext uri="{FF2B5EF4-FFF2-40B4-BE49-F238E27FC236}">
                <a16:creationId xmlns:a16="http://schemas.microsoft.com/office/drawing/2014/main" id="{A702CDE1-D1DA-9E1B-6898-84D8E3ECC19C}"/>
              </a:ext>
            </a:extLst>
          </p:cNvPr>
          <p:cNvSpPr/>
          <p:nvPr/>
        </p:nvSpPr>
        <p:spPr>
          <a:xfrm>
            <a:off x="2574960" y="2925504"/>
            <a:ext cx="6848168" cy="458331"/>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solidFill>
                  <a:schemeClr val="bg1"/>
                </a:solidFill>
                <a:latin typeface="+mj-lt"/>
              </a:rPr>
              <a:t>-rw-r--r-- 1 user group 1234 Feb 15 12:00 myfile.txt</a:t>
            </a:r>
            <a:endParaRPr lang="en-US" dirty="0">
              <a:solidFill>
                <a:schemeClr val="bg1"/>
              </a:solidFill>
              <a:latin typeface="+mj-lt"/>
            </a:endParaRPr>
          </a:p>
        </p:txBody>
      </p:sp>
      <p:sp>
        <p:nvSpPr>
          <p:cNvPr id="5" name="TextBox 4">
            <a:extLst>
              <a:ext uri="{FF2B5EF4-FFF2-40B4-BE49-F238E27FC236}">
                <a16:creationId xmlns:a16="http://schemas.microsoft.com/office/drawing/2014/main" id="{DD21EFA1-87E6-C678-891D-56B8C0942BA3}"/>
              </a:ext>
            </a:extLst>
          </p:cNvPr>
          <p:cNvSpPr txBox="1"/>
          <p:nvPr/>
        </p:nvSpPr>
        <p:spPr>
          <a:xfrm>
            <a:off x="521381" y="3444143"/>
            <a:ext cx="6346722" cy="1169103"/>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Owner </a:t>
            </a:r>
            <a:r>
              <a:rPr lang="vi-VN" sz="1600" dirty="0">
                <a:solidFill>
                  <a:srgbClr val="00477F"/>
                </a:solidFill>
                <a:latin typeface="Averta Std CY" panose="00000500000000000000" pitchFamily="50" charset="0"/>
              </a:rPr>
              <a:t>(rw-) → Có thể đọc và ghi, nhưng không thể thực thi.</a:t>
            </a:r>
          </a:p>
          <a:p>
            <a:pPr marL="285750"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Group</a:t>
            </a:r>
            <a:r>
              <a:rPr lang="vi-VN" sz="1600" dirty="0">
                <a:solidFill>
                  <a:srgbClr val="00477F"/>
                </a:solidFill>
                <a:latin typeface="Averta Std CY" panose="00000500000000000000" pitchFamily="50" charset="0"/>
              </a:rPr>
              <a:t> (r--) → Chỉ có thể đọc</a:t>
            </a:r>
          </a:p>
          <a:p>
            <a:pPr marL="285750"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Other </a:t>
            </a:r>
            <a:r>
              <a:rPr lang="vi-VN" sz="1600" dirty="0">
                <a:solidFill>
                  <a:srgbClr val="00477F"/>
                </a:solidFill>
                <a:latin typeface="Averta Std CY" panose="00000500000000000000" pitchFamily="50" charset="0"/>
              </a:rPr>
              <a:t>(r--) → Chỉ có thể đọc.</a:t>
            </a:r>
            <a:endParaRPr lang="en-US" sz="1600" dirty="0">
              <a:solidFill>
                <a:srgbClr val="00477F"/>
              </a:solidFill>
              <a:latin typeface="Averta Std CY" panose="00000500000000000000" pitchFamily="50" charset="0"/>
            </a:endParaRPr>
          </a:p>
        </p:txBody>
      </p:sp>
      <p:sp>
        <p:nvSpPr>
          <p:cNvPr id="9" name="TextBox 8">
            <a:extLst>
              <a:ext uri="{FF2B5EF4-FFF2-40B4-BE49-F238E27FC236}">
                <a16:creationId xmlns:a16="http://schemas.microsoft.com/office/drawing/2014/main" id="{035C60B4-7149-0718-D54B-1E41D1B878C3}"/>
              </a:ext>
            </a:extLst>
          </p:cNvPr>
          <p:cNvSpPr txBox="1"/>
          <p:nvPr/>
        </p:nvSpPr>
        <p:spPr>
          <a:xfrm>
            <a:off x="521381" y="4609810"/>
            <a:ext cx="10648064" cy="510011"/>
          </a:xfrm>
          <a:prstGeom prst="rect">
            <a:avLst/>
          </a:prstGeom>
          <a:noFill/>
        </p:spPr>
        <p:txBody>
          <a:bodyPr wrap="square">
            <a:spAutoFit/>
          </a:bodyPr>
          <a:lstStyle/>
          <a:p>
            <a:pPr marL="285750" indent="-285750" algn="just">
              <a:lnSpc>
                <a:spcPct val="200000"/>
              </a:lnSpc>
              <a:buFont typeface="Wingdings" panose="05000000000000000000" pitchFamily="2" charset="2"/>
              <a:buChar char="q"/>
            </a:pPr>
            <a:r>
              <a:rPr lang="vi-VN" sz="1600" dirty="0">
                <a:solidFill>
                  <a:srgbClr val="00477F"/>
                </a:solidFill>
                <a:latin typeface="Averta CY Semibold" panose="00000700000000000000" pitchFamily="50" charset="0"/>
              </a:rPr>
              <a:t>Vậy có thể thay đổi, cấp thêm quyền truy cập cho tệp được không?</a:t>
            </a:r>
          </a:p>
        </p:txBody>
      </p:sp>
      <p:sp>
        <p:nvSpPr>
          <p:cNvPr id="10" name="TextBox 9">
            <a:extLst>
              <a:ext uri="{FF2B5EF4-FFF2-40B4-BE49-F238E27FC236}">
                <a16:creationId xmlns:a16="http://schemas.microsoft.com/office/drawing/2014/main" id="{F2A87280-7711-65FC-2DC5-3E183C5D7C04}"/>
              </a:ext>
            </a:extLst>
          </p:cNvPr>
          <p:cNvSpPr txBox="1"/>
          <p:nvPr/>
        </p:nvSpPr>
        <p:spPr>
          <a:xfrm>
            <a:off x="521381" y="5149249"/>
            <a:ext cx="6346722" cy="78701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Quyền tệp có thể được sửa đổi bằng lệnh </a:t>
            </a:r>
            <a:r>
              <a:rPr lang="vi-VN" sz="1600" dirty="0">
                <a:solidFill>
                  <a:srgbClr val="00477F"/>
                </a:solidFill>
                <a:latin typeface="Averta CY Semibold" panose="00000700000000000000" pitchFamily="50" charset="0"/>
              </a:rPr>
              <a:t>chmod</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Ví dụ: </a:t>
            </a:r>
            <a:r>
              <a:rPr lang="vi-VN" sz="1600" dirty="0">
                <a:solidFill>
                  <a:srgbClr val="00477F"/>
                </a:solidFill>
                <a:latin typeface="Averta CY Semibold" panose="00000700000000000000" pitchFamily="50" charset="0"/>
              </a:rPr>
              <a:t>chmod u+x myfile.txt</a:t>
            </a:r>
            <a:endParaRPr lang="en-US" sz="1600" dirty="0">
              <a:solidFill>
                <a:srgbClr val="00477F"/>
              </a:solidFill>
              <a:latin typeface="Averta CY Semibold" panose="00000700000000000000" pitchFamily="50" charset="0"/>
            </a:endParaRPr>
          </a:p>
        </p:txBody>
      </p:sp>
    </p:spTree>
    <p:extLst>
      <p:ext uri="{BB962C8B-B14F-4D97-AF65-F5344CB8AC3E}">
        <p14:creationId xmlns:p14="http://schemas.microsoft.com/office/powerpoint/2010/main" val="419079228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1CD67-DCAD-132E-713C-AA9E2F3635A7}"/>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E171840A-F003-04A9-07B7-AAC092796E9F}"/>
              </a:ext>
            </a:extLst>
          </p:cNvPr>
          <p:cNvSpPr txBox="1"/>
          <p:nvPr/>
        </p:nvSpPr>
        <p:spPr>
          <a:xfrm>
            <a:off x="521380" y="2026742"/>
            <a:ext cx="6695496" cy="300300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q"/>
            </a:pPr>
            <a:r>
              <a:rPr lang="vi-VN" sz="1600" dirty="0">
                <a:solidFill>
                  <a:srgbClr val="00477F"/>
                </a:solidFill>
                <a:latin typeface="Averta Std CY Extrabold" panose="00000900000000000000" pitchFamily="50" charset="0"/>
              </a:rPr>
              <a:t>Lệnh “echo”: </a:t>
            </a:r>
            <a:endParaRPr lang="vi-VN" sz="1600" dirty="0">
              <a:solidFill>
                <a:srgbClr val="00477F"/>
              </a:solidFill>
              <a:latin typeface="Averta CY Semibold" panose="00000700000000000000" pitchFamily="50" charset="0"/>
            </a:endParaRP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Hiển thị, xuất nội dung lên terminal</a:t>
            </a:r>
          </a:p>
          <a:p>
            <a:pPr marL="285750" indent="-28575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Ghi đè (&gt;), ghi thêm (&gt;&gt;) vào một file</a:t>
            </a:r>
          </a:p>
          <a:p>
            <a:pPr marL="285750" indent="-28575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Hiển thị biến môi trường</a:t>
            </a:r>
          </a:p>
        </p:txBody>
      </p:sp>
      <p:sp>
        <p:nvSpPr>
          <p:cNvPr id="2" name="Rectangle: Rounded Corners 1">
            <a:extLst>
              <a:ext uri="{FF2B5EF4-FFF2-40B4-BE49-F238E27FC236}">
                <a16:creationId xmlns:a16="http://schemas.microsoft.com/office/drawing/2014/main" id="{5CE6D4C7-9086-2663-A7A5-5D4A1B70FF49}"/>
              </a:ext>
            </a:extLst>
          </p:cNvPr>
          <p:cNvSpPr/>
          <p:nvPr/>
        </p:nvSpPr>
        <p:spPr>
          <a:xfrm>
            <a:off x="521380" y="1212534"/>
            <a:ext cx="557461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latin typeface="Averta CY Semibold" panose="00000700000000000000" pitchFamily="50" charset="0"/>
              </a:rPr>
              <a:t>MỘT SỐ </a:t>
            </a:r>
            <a:r>
              <a:rPr lang="vi-VN" dirty="0">
                <a:latin typeface="Averta CY Semibold" panose="00000700000000000000" pitchFamily="50" charset="0"/>
              </a:rPr>
              <a:t>LỆNH CƠ BẢN TRONG SHELL SCRIPT</a:t>
            </a:r>
            <a:endParaRPr lang="en-US" dirty="0">
              <a:latin typeface="Averta CY Semibold" panose="00000700000000000000" pitchFamily="50" charset="0"/>
            </a:endParaRPr>
          </a:p>
        </p:txBody>
      </p:sp>
      <p:sp>
        <p:nvSpPr>
          <p:cNvPr id="3" name="Rectangle 2">
            <a:extLst>
              <a:ext uri="{FF2B5EF4-FFF2-40B4-BE49-F238E27FC236}">
                <a16:creationId xmlns:a16="http://schemas.microsoft.com/office/drawing/2014/main" id="{B39B7DD9-39C7-21F5-F2BD-12AA3E3CD3D7}"/>
              </a:ext>
            </a:extLst>
          </p:cNvPr>
          <p:cNvSpPr/>
          <p:nvPr/>
        </p:nvSpPr>
        <p:spPr>
          <a:xfrm>
            <a:off x="855541" y="2899900"/>
            <a:ext cx="473901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1600" dirty="0">
                <a:solidFill>
                  <a:schemeClr val="bg1"/>
                </a:solidFill>
                <a:latin typeface="+mj-lt"/>
              </a:rPr>
              <a:t>echo “Hello World”</a:t>
            </a:r>
            <a:endParaRPr lang="en-US" sz="1600" dirty="0">
              <a:solidFill>
                <a:schemeClr val="bg1"/>
              </a:solidFill>
              <a:latin typeface="+mj-lt"/>
            </a:endParaRPr>
          </a:p>
        </p:txBody>
      </p:sp>
      <p:sp>
        <p:nvSpPr>
          <p:cNvPr id="4" name="TextBox 3">
            <a:extLst>
              <a:ext uri="{FF2B5EF4-FFF2-40B4-BE49-F238E27FC236}">
                <a16:creationId xmlns:a16="http://schemas.microsoft.com/office/drawing/2014/main" id="{82C0DD89-38B4-2170-E26D-986A42703A2E}"/>
              </a:ext>
            </a:extLst>
          </p:cNvPr>
          <p:cNvSpPr txBox="1"/>
          <p:nvPr/>
        </p:nvSpPr>
        <p:spPr>
          <a:xfrm>
            <a:off x="6253587" y="2026742"/>
            <a:ext cx="5594284" cy="300300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q"/>
            </a:pPr>
            <a:r>
              <a:rPr lang="vi-VN" sz="1600" dirty="0">
                <a:solidFill>
                  <a:srgbClr val="00477F"/>
                </a:solidFill>
                <a:latin typeface="Averta Std CY Extrabold" panose="00000900000000000000" pitchFamily="50" charset="0"/>
              </a:rPr>
              <a:t>Lệnh “read”:</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Nhập dữ liệu của người dùng</a:t>
            </a:r>
          </a:p>
          <a:p>
            <a:pPr marL="285750" indent="-28575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Để nhập dữ liệu trên cùng một dòng</a:t>
            </a:r>
            <a:endParaRPr lang="vi-VN" sz="1600" dirty="0">
              <a:solidFill>
                <a:srgbClr val="00477F"/>
              </a:solidFill>
              <a:latin typeface="Averta CY Semibold" panose="00000700000000000000" pitchFamily="50" charset="0"/>
            </a:endParaRPr>
          </a:p>
          <a:p>
            <a:pPr marL="285750" indent="-285750" algn="just">
              <a:lnSpc>
                <a:spcPct val="150000"/>
              </a:lnSpc>
              <a:buFont typeface="Arial" panose="020B0604020202020204" pitchFamily="34" charset="0"/>
              <a:buChar char="•"/>
            </a:pPr>
            <a:endParaRPr lang="vi-VN" sz="1600" dirty="0">
              <a:solidFill>
                <a:srgbClr val="00477F"/>
              </a:solidFill>
              <a:latin typeface="Averta CY Semibold" panose="00000700000000000000" pitchFamily="50" charset="0"/>
            </a:endParaRPr>
          </a:p>
        </p:txBody>
      </p:sp>
      <p:sp>
        <p:nvSpPr>
          <p:cNvPr id="5" name="Rectangle 4">
            <a:extLst>
              <a:ext uri="{FF2B5EF4-FFF2-40B4-BE49-F238E27FC236}">
                <a16:creationId xmlns:a16="http://schemas.microsoft.com/office/drawing/2014/main" id="{92EA8A6B-950C-2071-96E7-E68DF5E9E87D}"/>
              </a:ext>
            </a:extLst>
          </p:cNvPr>
          <p:cNvSpPr/>
          <p:nvPr/>
        </p:nvSpPr>
        <p:spPr>
          <a:xfrm>
            <a:off x="6646742" y="2842883"/>
            <a:ext cx="4807974" cy="1424747"/>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vi-VN" sz="1600" dirty="0">
                <a:solidFill>
                  <a:schemeClr val="bg1"/>
                </a:solidFill>
                <a:latin typeface="+mj-lt"/>
              </a:rPr>
              <a:t>echo "Nhập tên của bạn:“</a:t>
            </a:r>
          </a:p>
          <a:p>
            <a:pPr>
              <a:lnSpc>
                <a:spcPct val="150000"/>
              </a:lnSpc>
            </a:pPr>
            <a:r>
              <a:rPr lang="vi-VN" sz="1600" dirty="0">
                <a:solidFill>
                  <a:schemeClr val="bg1"/>
                </a:solidFill>
                <a:latin typeface="+mj-lt"/>
              </a:rPr>
              <a:t>read name</a:t>
            </a:r>
          </a:p>
          <a:p>
            <a:pPr>
              <a:lnSpc>
                <a:spcPct val="150000"/>
              </a:lnSpc>
            </a:pPr>
            <a:r>
              <a:rPr lang="vi-VN" sz="1600" dirty="0">
                <a:solidFill>
                  <a:schemeClr val="bg1"/>
                </a:solidFill>
                <a:latin typeface="+mj-lt"/>
              </a:rPr>
              <a:t>echo "Xin chào, $name!"</a:t>
            </a:r>
            <a:endParaRPr lang="en-US" sz="1600" dirty="0">
              <a:solidFill>
                <a:schemeClr val="bg1"/>
              </a:solidFill>
              <a:latin typeface="+mj-lt"/>
            </a:endParaRPr>
          </a:p>
        </p:txBody>
      </p:sp>
      <p:sp>
        <p:nvSpPr>
          <p:cNvPr id="7" name="Rectangle 6">
            <a:extLst>
              <a:ext uri="{FF2B5EF4-FFF2-40B4-BE49-F238E27FC236}">
                <a16:creationId xmlns:a16="http://schemas.microsoft.com/office/drawing/2014/main" id="{65F42915-40C1-1387-3BF3-658E742DC3E6}"/>
              </a:ext>
            </a:extLst>
          </p:cNvPr>
          <p:cNvSpPr/>
          <p:nvPr/>
        </p:nvSpPr>
        <p:spPr>
          <a:xfrm>
            <a:off x="855541" y="3967746"/>
            <a:ext cx="473901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1600" dirty="0">
                <a:solidFill>
                  <a:schemeClr val="bg1"/>
                </a:solidFill>
                <a:latin typeface="+mj-lt"/>
              </a:rPr>
              <a:t>echo “text” &gt; (&gt;&gt;) file.txt</a:t>
            </a:r>
            <a:endParaRPr lang="en-US" sz="1600" dirty="0">
              <a:solidFill>
                <a:schemeClr val="bg1"/>
              </a:solidFill>
              <a:latin typeface="+mj-lt"/>
            </a:endParaRPr>
          </a:p>
        </p:txBody>
      </p:sp>
      <p:sp>
        <p:nvSpPr>
          <p:cNvPr id="8" name="Rectangle 7">
            <a:extLst>
              <a:ext uri="{FF2B5EF4-FFF2-40B4-BE49-F238E27FC236}">
                <a16:creationId xmlns:a16="http://schemas.microsoft.com/office/drawing/2014/main" id="{43DC2933-C878-95D9-203B-579886EDFAD5}"/>
              </a:ext>
            </a:extLst>
          </p:cNvPr>
          <p:cNvSpPr/>
          <p:nvPr/>
        </p:nvSpPr>
        <p:spPr>
          <a:xfrm>
            <a:off x="855541" y="5181932"/>
            <a:ext cx="473901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1600" dirty="0">
                <a:solidFill>
                  <a:schemeClr val="bg1"/>
                </a:solidFill>
                <a:latin typeface="+mj-lt"/>
              </a:rPr>
              <a:t>echo $VARIABLE (VD: echo $HOME)</a:t>
            </a:r>
            <a:endParaRPr lang="en-US" sz="1600" dirty="0">
              <a:solidFill>
                <a:schemeClr val="bg1"/>
              </a:solidFill>
              <a:latin typeface="+mj-lt"/>
            </a:endParaRPr>
          </a:p>
        </p:txBody>
      </p:sp>
      <p:sp>
        <p:nvSpPr>
          <p:cNvPr id="9" name="Rectangle 8">
            <a:extLst>
              <a:ext uri="{FF2B5EF4-FFF2-40B4-BE49-F238E27FC236}">
                <a16:creationId xmlns:a16="http://schemas.microsoft.com/office/drawing/2014/main" id="{C2EF0D42-FA4E-7CC9-7DB2-74B838BEA77E}"/>
              </a:ext>
            </a:extLst>
          </p:cNvPr>
          <p:cNvSpPr/>
          <p:nvPr/>
        </p:nvSpPr>
        <p:spPr>
          <a:xfrm>
            <a:off x="6646742" y="4729860"/>
            <a:ext cx="473901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bg1"/>
                </a:solidFill>
                <a:latin typeface="+mj-lt"/>
              </a:rPr>
              <a:t>read -p “</a:t>
            </a:r>
            <a:r>
              <a:rPr lang="vi-VN" sz="1600" dirty="0">
                <a:solidFill>
                  <a:schemeClr val="bg1"/>
                </a:solidFill>
                <a:latin typeface="+mj-lt"/>
              </a:rPr>
              <a:t>Nhập tên của bạn</a:t>
            </a:r>
            <a:r>
              <a:rPr lang="en-US" sz="1600" dirty="0">
                <a:solidFill>
                  <a:schemeClr val="bg1"/>
                </a:solidFill>
                <a:latin typeface="+mj-lt"/>
              </a:rPr>
              <a:t>: " </a:t>
            </a:r>
            <a:r>
              <a:rPr lang="vi-VN" sz="1600" dirty="0">
                <a:solidFill>
                  <a:schemeClr val="bg1"/>
                </a:solidFill>
                <a:latin typeface="+mj-lt"/>
              </a:rPr>
              <a:t>name</a:t>
            </a:r>
            <a:endParaRPr lang="en-US" sz="1600" dirty="0">
              <a:solidFill>
                <a:schemeClr val="bg1"/>
              </a:solidFill>
              <a:latin typeface="+mj-lt"/>
            </a:endParaRPr>
          </a:p>
        </p:txBody>
      </p:sp>
    </p:spTree>
    <p:extLst>
      <p:ext uri="{BB962C8B-B14F-4D97-AF65-F5344CB8AC3E}">
        <p14:creationId xmlns:p14="http://schemas.microsoft.com/office/powerpoint/2010/main" val="3903432784"/>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722C5-4706-C5AD-8892-B937B6F56EA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35E86E0-FE80-1C96-4BB3-2DB820B6513B}"/>
              </a:ext>
            </a:extLst>
          </p:cNvPr>
          <p:cNvSpPr txBox="1"/>
          <p:nvPr/>
        </p:nvSpPr>
        <p:spPr>
          <a:xfrm>
            <a:off x="2390228" y="2382565"/>
            <a:ext cx="184731" cy="417678"/>
          </a:xfrm>
          <a:prstGeom prst="rect">
            <a:avLst/>
          </a:prstGeom>
          <a:noFill/>
        </p:spPr>
        <p:txBody>
          <a:bodyPr wrap="none" rtlCol="0">
            <a:spAutoFit/>
          </a:bodyPr>
          <a:lstStyle/>
          <a:p>
            <a:pPr algn="just">
              <a:lnSpc>
                <a:spcPct val="150000"/>
              </a:lnSpc>
            </a:pPr>
            <a:endParaRPr lang="en-US" sz="1600" dirty="0">
              <a:latin typeface="Averta CY" panose="00000500000000000000" pitchFamily="50" charset="0"/>
            </a:endParaRPr>
          </a:p>
        </p:txBody>
      </p:sp>
      <p:sp>
        <p:nvSpPr>
          <p:cNvPr id="10" name="TextBox 9">
            <a:extLst>
              <a:ext uri="{FF2B5EF4-FFF2-40B4-BE49-F238E27FC236}">
                <a16:creationId xmlns:a16="http://schemas.microsoft.com/office/drawing/2014/main" id="{4B474595-F77A-D47F-7E70-3A0B6C78BFE1}"/>
              </a:ext>
            </a:extLst>
          </p:cNvPr>
          <p:cNvSpPr txBox="1"/>
          <p:nvPr/>
        </p:nvSpPr>
        <p:spPr>
          <a:xfrm>
            <a:off x="542102" y="1994784"/>
            <a:ext cx="4915858" cy="41767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q"/>
            </a:pPr>
            <a:r>
              <a:rPr lang="vi-VN" sz="1600" dirty="0">
                <a:solidFill>
                  <a:srgbClr val="00477F"/>
                </a:solidFill>
                <a:latin typeface="Averta Std CY Extrabold" panose="00000900000000000000" pitchFamily="50" charset="0"/>
              </a:rPr>
              <a:t>Lệnh “pwd”: </a:t>
            </a:r>
            <a:r>
              <a:rPr lang="vi-VN" sz="1600" dirty="0">
                <a:solidFill>
                  <a:srgbClr val="00477F"/>
                </a:solidFill>
                <a:latin typeface="Averta CY Semibold" panose="00000700000000000000" pitchFamily="50" charset="0"/>
              </a:rPr>
              <a:t>Hiển thị path hiện tại </a:t>
            </a:r>
          </a:p>
        </p:txBody>
      </p:sp>
      <p:sp>
        <p:nvSpPr>
          <p:cNvPr id="2" name="Rectangle: Rounded Corners 1">
            <a:extLst>
              <a:ext uri="{FF2B5EF4-FFF2-40B4-BE49-F238E27FC236}">
                <a16:creationId xmlns:a16="http://schemas.microsoft.com/office/drawing/2014/main" id="{B499521B-6429-A2B7-49BB-3BD80727457B}"/>
              </a:ext>
            </a:extLst>
          </p:cNvPr>
          <p:cNvSpPr/>
          <p:nvPr/>
        </p:nvSpPr>
        <p:spPr>
          <a:xfrm>
            <a:off x="521381" y="1212534"/>
            <a:ext cx="5151832"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CÁC LỆNH CƠ BẢN TRONG SHELL SCRIPT</a:t>
            </a:r>
            <a:endParaRPr lang="en-US" dirty="0">
              <a:latin typeface="Averta CY Semibold" panose="00000700000000000000" pitchFamily="50" charset="0"/>
            </a:endParaRPr>
          </a:p>
        </p:txBody>
      </p:sp>
      <p:sp>
        <p:nvSpPr>
          <p:cNvPr id="3" name="Rectangle 2">
            <a:extLst>
              <a:ext uri="{FF2B5EF4-FFF2-40B4-BE49-F238E27FC236}">
                <a16:creationId xmlns:a16="http://schemas.microsoft.com/office/drawing/2014/main" id="{E6777B19-F8A7-9374-824C-D04C4D6B9E6F}"/>
              </a:ext>
            </a:extLst>
          </p:cNvPr>
          <p:cNvSpPr/>
          <p:nvPr/>
        </p:nvSpPr>
        <p:spPr>
          <a:xfrm>
            <a:off x="629264" y="2578085"/>
            <a:ext cx="480797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1600" dirty="0">
                <a:solidFill>
                  <a:schemeClr val="bg1"/>
                </a:solidFill>
                <a:latin typeface="+mj-lt"/>
              </a:rPr>
              <a:t>pwd</a:t>
            </a:r>
            <a:endParaRPr lang="en-US" sz="1600" dirty="0">
              <a:solidFill>
                <a:schemeClr val="bg1"/>
              </a:solidFill>
              <a:latin typeface="+mj-lt"/>
            </a:endParaRPr>
          </a:p>
        </p:txBody>
      </p:sp>
      <p:sp>
        <p:nvSpPr>
          <p:cNvPr id="9" name="TextBox 8">
            <a:extLst>
              <a:ext uri="{FF2B5EF4-FFF2-40B4-BE49-F238E27FC236}">
                <a16:creationId xmlns:a16="http://schemas.microsoft.com/office/drawing/2014/main" id="{4E2C5C61-69DE-17D5-469A-187D1F0C2D50}"/>
              </a:ext>
            </a:extLst>
          </p:cNvPr>
          <p:cNvSpPr txBox="1"/>
          <p:nvPr/>
        </p:nvSpPr>
        <p:spPr>
          <a:xfrm>
            <a:off x="521379" y="3326977"/>
            <a:ext cx="4915859" cy="41767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q"/>
            </a:pPr>
            <a:r>
              <a:rPr lang="vi-VN" sz="1600" dirty="0">
                <a:solidFill>
                  <a:srgbClr val="00477F"/>
                </a:solidFill>
                <a:latin typeface="Averta Std CY Extrabold" panose="00000900000000000000" pitchFamily="50" charset="0"/>
              </a:rPr>
              <a:t>Lệnh “cd”: </a:t>
            </a:r>
            <a:r>
              <a:rPr lang="vi-VN" sz="1600" dirty="0">
                <a:solidFill>
                  <a:srgbClr val="00477F"/>
                </a:solidFill>
                <a:latin typeface="Averta CY Semibold" panose="00000700000000000000" pitchFamily="50" charset="0"/>
              </a:rPr>
              <a:t>Di chuyển đến thư mục</a:t>
            </a:r>
          </a:p>
        </p:txBody>
      </p:sp>
      <p:sp>
        <p:nvSpPr>
          <p:cNvPr id="11" name="Rectangle 10">
            <a:extLst>
              <a:ext uri="{FF2B5EF4-FFF2-40B4-BE49-F238E27FC236}">
                <a16:creationId xmlns:a16="http://schemas.microsoft.com/office/drawing/2014/main" id="{3A42D5B2-9649-A7B0-15DB-EA5261184DA2}"/>
              </a:ext>
            </a:extLst>
          </p:cNvPr>
          <p:cNvSpPr/>
          <p:nvPr/>
        </p:nvSpPr>
        <p:spPr>
          <a:xfrm>
            <a:off x="629264" y="3913426"/>
            <a:ext cx="4807974" cy="1355955"/>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vi-VN" sz="1600" dirty="0">
                <a:solidFill>
                  <a:schemeClr val="bg1"/>
                </a:solidFill>
                <a:latin typeface="+mj-lt"/>
              </a:rPr>
              <a:t>cd /home : </a:t>
            </a:r>
            <a:r>
              <a:rPr lang="vi-VN" sz="1600" dirty="0">
                <a:solidFill>
                  <a:schemeClr val="bg1"/>
                </a:solidFill>
                <a:latin typeface="Averta Std CY" panose="00000500000000000000" pitchFamily="50" charset="0"/>
              </a:rPr>
              <a:t>Di chuyển đến home</a:t>
            </a:r>
          </a:p>
          <a:p>
            <a:pPr>
              <a:lnSpc>
                <a:spcPct val="150000"/>
              </a:lnSpc>
            </a:pPr>
            <a:r>
              <a:rPr lang="vi-VN" sz="1600" dirty="0">
                <a:solidFill>
                  <a:schemeClr val="bg1"/>
                </a:solidFill>
                <a:latin typeface="+mj-lt"/>
              </a:rPr>
              <a:t>cd .. : </a:t>
            </a:r>
            <a:r>
              <a:rPr lang="vi-VN" sz="1600" dirty="0">
                <a:solidFill>
                  <a:schemeClr val="bg1"/>
                </a:solidFill>
                <a:latin typeface="Averta Std CY" panose="00000500000000000000" pitchFamily="50" charset="0"/>
              </a:rPr>
              <a:t>Di chuyển đến thư mục lớn hơn 1 cấp</a:t>
            </a:r>
          </a:p>
          <a:p>
            <a:pPr>
              <a:lnSpc>
                <a:spcPct val="150000"/>
              </a:lnSpc>
            </a:pPr>
            <a:r>
              <a:rPr lang="vi-VN" sz="1600" dirty="0">
                <a:solidFill>
                  <a:schemeClr val="bg1"/>
                </a:solidFill>
                <a:latin typeface="Averta CY Semibold" panose="00000700000000000000" pitchFamily="50" charset="0"/>
              </a:rPr>
              <a:t>cd ~ </a:t>
            </a:r>
            <a:r>
              <a:rPr lang="vi-VN" sz="1600" dirty="0">
                <a:solidFill>
                  <a:schemeClr val="bg1"/>
                </a:solidFill>
                <a:latin typeface="Averta Std CY" panose="00000500000000000000" pitchFamily="50" charset="0"/>
              </a:rPr>
              <a:t>: Di chuyển đến thư mục home</a:t>
            </a:r>
          </a:p>
        </p:txBody>
      </p:sp>
      <p:sp>
        <p:nvSpPr>
          <p:cNvPr id="16" name="TextBox 15">
            <a:extLst>
              <a:ext uri="{FF2B5EF4-FFF2-40B4-BE49-F238E27FC236}">
                <a16:creationId xmlns:a16="http://schemas.microsoft.com/office/drawing/2014/main" id="{829CF908-74C3-C324-647C-9CFC53557EEC}"/>
              </a:ext>
            </a:extLst>
          </p:cNvPr>
          <p:cNvSpPr txBox="1"/>
          <p:nvPr/>
        </p:nvSpPr>
        <p:spPr>
          <a:xfrm>
            <a:off x="6130142" y="1910393"/>
            <a:ext cx="5466736" cy="1895006"/>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q"/>
            </a:pPr>
            <a:r>
              <a:rPr lang="vi-VN" sz="1600" dirty="0">
                <a:solidFill>
                  <a:srgbClr val="00477F"/>
                </a:solidFill>
                <a:latin typeface="Averta Std CY Extrabold" panose="00000900000000000000" pitchFamily="50" charset="0"/>
              </a:rPr>
              <a:t>Lệnh “mkdir”: </a:t>
            </a:r>
          </a:p>
          <a:p>
            <a:pPr marL="285750"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Tạo thư mục mới</a:t>
            </a:r>
          </a:p>
          <a:p>
            <a:pPr algn="just">
              <a:lnSpc>
                <a:spcPct val="150000"/>
              </a:lnSpc>
            </a:pPr>
            <a:endParaRPr lang="vi-VN" sz="1600" dirty="0">
              <a:solidFill>
                <a:srgbClr val="00477F"/>
              </a:solidFill>
              <a:latin typeface="Averta CY Semibold" panose="00000700000000000000" pitchFamily="50" charset="0"/>
            </a:endParaRPr>
          </a:p>
          <a:p>
            <a:pPr algn="just">
              <a:lnSpc>
                <a:spcPct val="150000"/>
              </a:lnSpc>
            </a:pPr>
            <a:endParaRPr lang="vi-VN" sz="1600" dirty="0">
              <a:solidFill>
                <a:srgbClr val="00477F"/>
              </a:solidFill>
              <a:latin typeface="Averta CY Semibold" panose="00000700000000000000" pitchFamily="50" charset="0"/>
            </a:endParaRPr>
          </a:p>
          <a:p>
            <a:pPr marL="285750"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Tạo thư mục lồng nhau</a:t>
            </a:r>
          </a:p>
        </p:txBody>
      </p:sp>
      <p:sp>
        <p:nvSpPr>
          <p:cNvPr id="17" name="Rectangle 16">
            <a:extLst>
              <a:ext uri="{FF2B5EF4-FFF2-40B4-BE49-F238E27FC236}">
                <a16:creationId xmlns:a16="http://schemas.microsoft.com/office/drawing/2014/main" id="{6C53CCCE-4D79-B64B-618D-44727DA17C9F}"/>
              </a:ext>
            </a:extLst>
          </p:cNvPr>
          <p:cNvSpPr/>
          <p:nvPr/>
        </p:nvSpPr>
        <p:spPr>
          <a:xfrm>
            <a:off x="6459523" y="2785134"/>
            <a:ext cx="480797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1600" dirty="0">
                <a:solidFill>
                  <a:schemeClr val="bg1"/>
                </a:solidFill>
                <a:latin typeface="+mj-lt"/>
              </a:rPr>
              <a:t>mkdir [newfolder]</a:t>
            </a:r>
            <a:endParaRPr lang="en-US" sz="1600" dirty="0">
              <a:solidFill>
                <a:schemeClr val="bg1"/>
              </a:solidFill>
              <a:latin typeface="+mj-lt"/>
            </a:endParaRPr>
          </a:p>
        </p:txBody>
      </p:sp>
      <p:sp>
        <p:nvSpPr>
          <p:cNvPr id="18" name="TextBox 17">
            <a:extLst>
              <a:ext uri="{FF2B5EF4-FFF2-40B4-BE49-F238E27FC236}">
                <a16:creationId xmlns:a16="http://schemas.microsoft.com/office/drawing/2014/main" id="{154E00D1-2A46-235B-BAB2-545CD4BF34C5}"/>
              </a:ext>
            </a:extLst>
          </p:cNvPr>
          <p:cNvSpPr txBox="1"/>
          <p:nvPr/>
        </p:nvSpPr>
        <p:spPr>
          <a:xfrm>
            <a:off x="8048695" y="3453804"/>
            <a:ext cx="184731" cy="417678"/>
          </a:xfrm>
          <a:prstGeom prst="rect">
            <a:avLst/>
          </a:prstGeom>
          <a:noFill/>
        </p:spPr>
        <p:txBody>
          <a:bodyPr wrap="none" rtlCol="0">
            <a:spAutoFit/>
          </a:bodyPr>
          <a:lstStyle/>
          <a:p>
            <a:pPr algn="just">
              <a:lnSpc>
                <a:spcPct val="150000"/>
              </a:lnSpc>
            </a:pPr>
            <a:endParaRPr lang="en-US" sz="1600" dirty="0">
              <a:latin typeface="Averta CY" panose="00000500000000000000" pitchFamily="50" charset="0"/>
            </a:endParaRPr>
          </a:p>
        </p:txBody>
      </p:sp>
      <p:sp>
        <p:nvSpPr>
          <p:cNvPr id="19" name="TextBox 18">
            <a:extLst>
              <a:ext uri="{FF2B5EF4-FFF2-40B4-BE49-F238E27FC236}">
                <a16:creationId xmlns:a16="http://schemas.microsoft.com/office/drawing/2014/main" id="{9AFE63A2-A3C5-1B31-591B-90791D82804D}"/>
              </a:ext>
            </a:extLst>
          </p:cNvPr>
          <p:cNvSpPr txBox="1"/>
          <p:nvPr/>
        </p:nvSpPr>
        <p:spPr>
          <a:xfrm>
            <a:off x="6102709" y="4727448"/>
            <a:ext cx="4915858" cy="41767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q"/>
            </a:pPr>
            <a:r>
              <a:rPr lang="vi-VN" sz="1600" dirty="0">
                <a:solidFill>
                  <a:srgbClr val="00477F"/>
                </a:solidFill>
                <a:latin typeface="Averta Std CY Extrabold" panose="00000900000000000000" pitchFamily="50" charset="0"/>
              </a:rPr>
              <a:t>Lệnh “rmdir”: </a:t>
            </a:r>
            <a:r>
              <a:rPr lang="vi-VN" sz="1600" dirty="0">
                <a:solidFill>
                  <a:srgbClr val="00477F"/>
                </a:solidFill>
                <a:latin typeface="Averta CY Semibold" panose="00000700000000000000" pitchFamily="50" charset="0"/>
              </a:rPr>
              <a:t>Xóa một thư mục trống</a:t>
            </a:r>
          </a:p>
        </p:txBody>
      </p:sp>
      <p:sp>
        <p:nvSpPr>
          <p:cNvPr id="20" name="Rectangle 19">
            <a:extLst>
              <a:ext uri="{FF2B5EF4-FFF2-40B4-BE49-F238E27FC236}">
                <a16:creationId xmlns:a16="http://schemas.microsoft.com/office/drawing/2014/main" id="{704B90D8-6B6F-5C12-3A1E-B5FD0618688F}"/>
              </a:ext>
            </a:extLst>
          </p:cNvPr>
          <p:cNvSpPr/>
          <p:nvPr/>
        </p:nvSpPr>
        <p:spPr>
          <a:xfrm>
            <a:off x="6459523" y="5269381"/>
            <a:ext cx="480797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1600" dirty="0">
                <a:solidFill>
                  <a:schemeClr val="bg1"/>
                </a:solidFill>
                <a:latin typeface="+mj-lt"/>
              </a:rPr>
              <a:t>rmdir [directory]</a:t>
            </a:r>
            <a:endParaRPr lang="en-US" sz="1600" dirty="0">
              <a:solidFill>
                <a:schemeClr val="bg1"/>
              </a:solidFill>
              <a:latin typeface="+mj-lt"/>
            </a:endParaRPr>
          </a:p>
        </p:txBody>
      </p:sp>
      <p:sp>
        <p:nvSpPr>
          <p:cNvPr id="25" name="Rectangle: Rounded Corners 24">
            <a:extLst>
              <a:ext uri="{FF2B5EF4-FFF2-40B4-BE49-F238E27FC236}">
                <a16:creationId xmlns:a16="http://schemas.microsoft.com/office/drawing/2014/main" id="{C9D84773-3932-762B-19A6-51048C912980}"/>
              </a:ext>
            </a:extLst>
          </p:cNvPr>
          <p:cNvSpPr/>
          <p:nvPr/>
        </p:nvSpPr>
        <p:spPr>
          <a:xfrm>
            <a:off x="521380" y="1212534"/>
            <a:ext cx="557461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latin typeface="Averta CY Semibold" panose="00000700000000000000" pitchFamily="50" charset="0"/>
              </a:rPr>
              <a:t>MỘT SỐ </a:t>
            </a:r>
            <a:r>
              <a:rPr lang="vi-VN" dirty="0">
                <a:latin typeface="Averta CY Semibold" panose="00000700000000000000" pitchFamily="50" charset="0"/>
              </a:rPr>
              <a:t>LỆNH CƠ BẢN TRONG SHELL SCRIPT</a:t>
            </a:r>
            <a:endParaRPr lang="en-US" dirty="0">
              <a:latin typeface="Averta CY Semibold" panose="00000700000000000000" pitchFamily="50" charset="0"/>
            </a:endParaRPr>
          </a:p>
        </p:txBody>
      </p:sp>
      <p:sp>
        <p:nvSpPr>
          <p:cNvPr id="26" name="Rectangle 25">
            <a:extLst>
              <a:ext uri="{FF2B5EF4-FFF2-40B4-BE49-F238E27FC236}">
                <a16:creationId xmlns:a16="http://schemas.microsoft.com/office/drawing/2014/main" id="{BF6042D3-B034-59A8-7106-D1DA55E48DC5}"/>
              </a:ext>
            </a:extLst>
          </p:cNvPr>
          <p:cNvSpPr/>
          <p:nvPr/>
        </p:nvSpPr>
        <p:spPr>
          <a:xfrm>
            <a:off x="6459523" y="3913426"/>
            <a:ext cx="480797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1600" dirty="0">
                <a:solidFill>
                  <a:schemeClr val="bg1"/>
                </a:solidFill>
                <a:latin typeface="+mj-lt"/>
              </a:rPr>
              <a:t>mkdir –p [parent]/[child]</a:t>
            </a:r>
            <a:endParaRPr lang="en-US" sz="1600" dirty="0">
              <a:solidFill>
                <a:schemeClr val="bg1"/>
              </a:solidFill>
              <a:latin typeface="+mj-lt"/>
            </a:endParaRPr>
          </a:p>
        </p:txBody>
      </p:sp>
    </p:spTree>
    <p:extLst>
      <p:ext uri="{BB962C8B-B14F-4D97-AF65-F5344CB8AC3E}">
        <p14:creationId xmlns:p14="http://schemas.microsoft.com/office/powerpoint/2010/main" val="512646845"/>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C2B6B-A6F2-ECF1-9B8E-247DCA7DF848}"/>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75B5D0B-754B-5209-DA0F-6996B446D3BA}"/>
              </a:ext>
            </a:extLst>
          </p:cNvPr>
          <p:cNvSpPr/>
          <p:nvPr/>
        </p:nvSpPr>
        <p:spPr>
          <a:xfrm>
            <a:off x="521381" y="1212534"/>
            <a:ext cx="5151832"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CÁC LỆNH CƠ BẢN TRONG SHELL SCRIPT</a:t>
            </a:r>
            <a:endParaRPr lang="en-US" dirty="0">
              <a:latin typeface="Averta CY Semibold" panose="00000700000000000000" pitchFamily="50" charset="0"/>
            </a:endParaRPr>
          </a:p>
        </p:txBody>
      </p:sp>
      <p:sp>
        <p:nvSpPr>
          <p:cNvPr id="25" name="Rectangle: Rounded Corners 24">
            <a:extLst>
              <a:ext uri="{FF2B5EF4-FFF2-40B4-BE49-F238E27FC236}">
                <a16:creationId xmlns:a16="http://schemas.microsoft.com/office/drawing/2014/main" id="{ED54C258-EA0D-73AD-DDF2-E3B0F9D000ED}"/>
              </a:ext>
            </a:extLst>
          </p:cNvPr>
          <p:cNvSpPr/>
          <p:nvPr/>
        </p:nvSpPr>
        <p:spPr>
          <a:xfrm>
            <a:off x="521380" y="1212534"/>
            <a:ext cx="557461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latin typeface="Averta CY Semibold" panose="00000700000000000000" pitchFamily="50" charset="0"/>
              </a:rPr>
              <a:t>MỘT SỐ </a:t>
            </a:r>
            <a:r>
              <a:rPr lang="vi-VN" dirty="0">
                <a:latin typeface="Averta CY Semibold" panose="00000700000000000000" pitchFamily="50" charset="0"/>
              </a:rPr>
              <a:t>LỆNH CƠ BẢN TRONG SHELL SCRIPT</a:t>
            </a:r>
            <a:endParaRPr lang="en-US" dirty="0">
              <a:latin typeface="Averta CY Semibold" panose="00000700000000000000" pitchFamily="50" charset="0"/>
            </a:endParaRPr>
          </a:p>
        </p:txBody>
      </p:sp>
      <p:sp>
        <p:nvSpPr>
          <p:cNvPr id="4" name="TextBox 3">
            <a:extLst>
              <a:ext uri="{FF2B5EF4-FFF2-40B4-BE49-F238E27FC236}">
                <a16:creationId xmlns:a16="http://schemas.microsoft.com/office/drawing/2014/main" id="{D3855EE5-DAEA-B867-896A-A8C99D4CFE09}"/>
              </a:ext>
            </a:extLst>
          </p:cNvPr>
          <p:cNvSpPr txBox="1"/>
          <p:nvPr/>
        </p:nvSpPr>
        <p:spPr>
          <a:xfrm>
            <a:off x="521380" y="2385389"/>
            <a:ext cx="5466736" cy="1895006"/>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q"/>
            </a:pPr>
            <a:r>
              <a:rPr lang="vi-VN" sz="1600" dirty="0">
                <a:solidFill>
                  <a:srgbClr val="00477F"/>
                </a:solidFill>
                <a:latin typeface="Averta Std CY Extrabold" panose="00000900000000000000" pitchFamily="50" charset="0"/>
              </a:rPr>
              <a:t>Lệnh “cp”: </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Sao chép một file</a:t>
            </a:r>
          </a:p>
          <a:p>
            <a:pPr algn="just">
              <a:lnSpc>
                <a:spcPct val="150000"/>
              </a:lnSpc>
            </a:pPr>
            <a:endParaRPr lang="vi-VN" sz="1600" dirty="0">
              <a:solidFill>
                <a:srgbClr val="00477F"/>
              </a:solidFill>
              <a:latin typeface="Averta CY Semibold" panose="00000700000000000000" pitchFamily="50" charset="0"/>
            </a:endParaRPr>
          </a:p>
          <a:p>
            <a:pPr algn="just">
              <a:lnSpc>
                <a:spcPct val="150000"/>
              </a:lnSpc>
            </a:pPr>
            <a:endParaRPr lang="vi-VN" sz="1600" dirty="0">
              <a:solidFill>
                <a:srgbClr val="00477F"/>
              </a:solidFill>
              <a:latin typeface="Averta CY Semibold" panose="00000700000000000000" pitchFamily="50" charset="0"/>
            </a:endParaRP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Sao chép một thư mục</a:t>
            </a:r>
          </a:p>
        </p:txBody>
      </p:sp>
      <p:sp>
        <p:nvSpPr>
          <p:cNvPr id="5" name="Rectangle 4">
            <a:extLst>
              <a:ext uri="{FF2B5EF4-FFF2-40B4-BE49-F238E27FC236}">
                <a16:creationId xmlns:a16="http://schemas.microsoft.com/office/drawing/2014/main" id="{5EA44A1F-1D5D-60A8-5ACC-83AA56017315}"/>
              </a:ext>
            </a:extLst>
          </p:cNvPr>
          <p:cNvSpPr/>
          <p:nvPr/>
        </p:nvSpPr>
        <p:spPr>
          <a:xfrm>
            <a:off x="850761" y="3227927"/>
            <a:ext cx="480797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mj-lt"/>
              </a:rPr>
              <a:t>cp [source] [destination]</a:t>
            </a:r>
            <a:endParaRPr lang="en-US" dirty="0">
              <a:solidFill>
                <a:schemeClr val="bg1"/>
              </a:solidFill>
              <a:latin typeface="+mj-lt"/>
            </a:endParaRPr>
          </a:p>
        </p:txBody>
      </p:sp>
      <p:sp>
        <p:nvSpPr>
          <p:cNvPr id="7" name="TextBox 6">
            <a:extLst>
              <a:ext uri="{FF2B5EF4-FFF2-40B4-BE49-F238E27FC236}">
                <a16:creationId xmlns:a16="http://schemas.microsoft.com/office/drawing/2014/main" id="{8BB92A74-D753-9772-02F0-E8B046C2063C}"/>
              </a:ext>
            </a:extLst>
          </p:cNvPr>
          <p:cNvSpPr txBox="1"/>
          <p:nvPr/>
        </p:nvSpPr>
        <p:spPr>
          <a:xfrm>
            <a:off x="2439933" y="3928800"/>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8" name="Rectangle 7">
            <a:extLst>
              <a:ext uri="{FF2B5EF4-FFF2-40B4-BE49-F238E27FC236}">
                <a16:creationId xmlns:a16="http://schemas.microsoft.com/office/drawing/2014/main" id="{38C84718-D29F-F6BA-3DC3-1CE74C2FD649}"/>
              </a:ext>
            </a:extLst>
          </p:cNvPr>
          <p:cNvSpPr/>
          <p:nvPr/>
        </p:nvSpPr>
        <p:spPr>
          <a:xfrm>
            <a:off x="850761" y="4304265"/>
            <a:ext cx="480797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mj-lt"/>
              </a:rPr>
              <a:t>cp -r [source] [destination]</a:t>
            </a:r>
            <a:endParaRPr lang="en-US" dirty="0">
              <a:solidFill>
                <a:schemeClr val="bg1"/>
              </a:solidFill>
              <a:latin typeface="+mj-lt"/>
            </a:endParaRPr>
          </a:p>
        </p:txBody>
      </p:sp>
      <p:sp>
        <p:nvSpPr>
          <p:cNvPr id="12" name="TextBox 11">
            <a:extLst>
              <a:ext uri="{FF2B5EF4-FFF2-40B4-BE49-F238E27FC236}">
                <a16:creationId xmlns:a16="http://schemas.microsoft.com/office/drawing/2014/main" id="{BF09E33C-F168-133B-2A88-B1EF3CC6BB57}"/>
              </a:ext>
            </a:extLst>
          </p:cNvPr>
          <p:cNvSpPr txBox="1"/>
          <p:nvPr/>
        </p:nvSpPr>
        <p:spPr>
          <a:xfrm>
            <a:off x="6533267" y="2385389"/>
            <a:ext cx="5466736" cy="1895006"/>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q"/>
            </a:pPr>
            <a:r>
              <a:rPr lang="vi-VN" sz="1600" dirty="0">
                <a:solidFill>
                  <a:srgbClr val="00477F"/>
                </a:solidFill>
                <a:latin typeface="Averta Std CY Extrabold" panose="00000900000000000000" pitchFamily="50" charset="0"/>
              </a:rPr>
              <a:t>Lệnh “mv”: </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Di chuyển một file/thư mục </a:t>
            </a:r>
          </a:p>
          <a:p>
            <a:pPr marL="285750" indent="-28575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algn="just">
              <a:lnSpc>
                <a:spcPct val="150000"/>
              </a:lnSpc>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Đổi tên file</a:t>
            </a:r>
          </a:p>
        </p:txBody>
      </p:sp>
      <p:sp>
        <p:nvSpPr>
          <p:cNvPr id="13" name="Rectangle 12">
            <a:extLst>
              <a:ext uri="{FF2B5EF4-FFF2-40B4-BE49-F238E27FC236}">
                <a16:creationId xmlns:a16="http://schemas.microsoft.com/office/drawing/2014/main" id="{34919DD7-0610-88CC-7207-F20F909DA516}"/>
              </a:ext>
            </a:extLst>
          </p:cNvPr>
          <p:cNvSpPr/>
          <p:nvPr/>
        </p:nvSpPr>
        <p:spPr>
          <a:xfrm>
            <a:off x="6862648" y="3227927"/>
            <a:ext cx="480797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mj-lt"/>
              </a:rPr>
              <a:t>mv [source] [destination]</a:t>
            </a:r>
            <a:endParaRPr lang="en-US" dirty="0">
              <a:solidFill>
                <a:schemeClr val="bg1"/>
              </a:solidFill>
              <a:latin typeface="+mj-lt"/>
            </a:endParaRPr>
          </a:p>
        </p:txBody>
      </p:sp>
      <p:sp>
        <p:nvSpPr>
          <p:cNvPr id="14" name="TextBox 13">
            <a:extLst>
              <a:ext uri="{FF2B5EF4-FFF2-40B4-BE49-F238E27FC236}">
                <a16:creationId xmlns:a16="http://schemas.microsoft.com/office/drawing/2014/main" id="{541A6DA9-2701-423B-3C23-DAE2F7B00EC7}"/>
              </a:ext>
            </a:extLst>
          </p:cNvPr>
          <p:cNvSpPr txBox="1"/>
          <p:nvPr/>
        </p:nvSpPr>
        <p:spPr>
          <a:xfrm>
            <a:off x="8451820" y="3928800"/>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15" name="Rectangle 14">
            <a:extLst>
              <a:ext uri="{FF2B5EF4-FFF2-40B4-BE49-F238E27FC236}">
                <a16:creationId xmlns:a16="http://schemas.microsoft.com/office/drawing/2014/main" id="{4BB477B8-94DD-5663-C6EF-77DAAF3E17D8}"/>
              </a:ext>
            </a:extLst>
          </p:cNvPr>
          <p:cNvSpPr/>
          <p:nvPr/>
        </p:nvSpPr>
        <p:spPr>
          <a:xfrm>
            <a:off x="6862648" y="4296810"/>
            <a:ext cx="480797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mj-lt"/>
              </a:rPr>
              <a:t>mv oldname.txt newname.txt</a:t>
            </a:r>
            <a:endParaRPr lang="en-US" dirty="0">
              <a:solidFill>
                <a:schemeClr val="bg1"/>
              </a:solidFill>
              <a:latin typeface="+mj-lt"/>
            </a:endParaRPr>
          </a:p>
        </p:txBody>
      </p:sp>
    </p:spTree>
    <p:extLst>
      <p:ext uri="{BB962C8B-B14F-4D97-AF65-F5344CB8AC3E}">
        <p14:creationId xmlns:p14="http://schemas.microsoft.com/office/powerpoint/2010/main" val="4151899137"/>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7712C-9900-46BE-F484-AF4084DC6BBD}"/>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5785AD8-93D9-4895-6216-9783BF5F2223}"/>
              </a:ext>
            </a:extLst>
          </p:cNvPr>
          <p:cNvSpPr/>
          <p:nvPr/>
        </p:nvSpPr>
        <p:spPr>
          <a:xfrm>
            <a:off x="521381" y="1212534"/>
            <a:ext cx="5151832"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CÁC LỆNH CƠ BẢN TRONG SHELL SCRIPT</a:t>
            </a:r>
            <a:endParaRPr lang="en-US" dirty="0">
              <a:latin typeface="Averta CY Semibold" panose="00000700000000000000" pitchFamily="50" charset="0"/>
            </a:endParaRPr>
          </a:p>
        </p:txBody>
      </p:sp>
      <p:sp>
        <p:nvSpPr>
          <p:cNvPr id="25" name="Rectangle: Rounded Corners 24">
            <a:extLst>
              <a:ext uri="{FF2B5EF4-FFF2-40B4-BE49-F238E27FC236}">
                <a16:creationId xmlns:a16="http://schemas.microsoft.com/office/drawing/2014/main" id="{79F28864-B170-3A40-455B-966C4E77467C}"/>
              </a:ext>
            </a:extLst>
          </p:cNvPr>
          <p:cNvSpPr/>
          <p:nvPr/>
        </p:nvSpPr>
        <p:spPr>
          <a:xfrm>
            <a:off x="521380" y="1212534"/>
            <a:ext cx="557461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latin typeface="Averta CY Semibold" panose="00000700000000000000" pitchFamily="50" charset="0"/>
              </a:rPr>
              <a:t>MỘT SỐ </a:t>
            </a:r>
            <a:r>
              <a:rPr lang="vi-VN" dirty="0">
                <a:latin typeface="Averta CY Semibold" panose="00000700000000000000" pitchFamily="50" charset="0"/>
              </a:rPr>
              <a:t>LỆNH CƠ BẢN TRONG SHELL SCRIPT</a:t>
            </a:r>
            <a:endParaRPr lang="en-US" dirty="0">
              <a:latin typeface="Averta CY Semibold" panose="00000700000000000000" pitchFamily="50" charset="0"/>
            </a:endParaRPr>
          </a:p>
        </p:txBody>
      </p:sp>
      <p:sp>
        <p:nvSpPr>
          <p:cNvPr id="4" name="TextBox 3">
            <a:extLst>
              <a:ext uri="{FF2B5EF4-FFF2-40B4-BE49-F238E27FC236}">
                <a16:creationId xmlns:a16="http://schemas.microsoft.com/office/drawing/2014/main" id="{3248F557-781A-FFF8-3D86-983A44C96062}"/>
              </a:ext>
            </a:extLst>
          </p:cNvPr>
          <p:cNvSpPr txBox="1"/>
          <p:nvPr/>
        </p:nvSpPr>
        <p:spPr>
          <a:xfrm>
            <a:off x="521378" y="2099639"/>
            <a:ext cx="5466736" cy="300300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q"/>
            </a:pPr>
            <a:r>
              <a:rPr lang="vi-VN" sz="1600" dirty="0">
                <a:solidFill>
                  <a:srgbClr val="00477F"/>
                </a:solidFill>
                <a:latin typeface="Averta Std CY Extrabold" panose="00000900000000000000" pitchFamily="50" charset="0"/>
              </a:rPr>
              <a:t>Lệnh “cat”: </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Hiển thị nội dung file</a:t>
            </a:r>
          </a:p>
          <a:p>
            <a:pPr algn="just">
              <a:lnSpc>
                <a:spcPct val="150000"/>
              </a:lnSpc>
            </a:pPr>
            <a:endParaRPr lang="vi-VN" sz="1600" dirty="0">
              <a:solidFill>
                <a:srgbClr val="00477F"/>
              </a:solidFill>
              <a:latin typeface="Averta Std CY" panose="00000500000000000000" pitchFamily="50" charset="0"/>
            </a:endParaRPr>
          </a:p>
          <a:p>
            <a:pPr algn="just">
              <a:lnSpc>
                <a:spcPct val="150000"/>
              </a:lnSpc>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Tạo  một file mới</a:t>
            </a:r>
          </a:p>
          <a:p>
            <a:pPr marL="285750" indent="-28575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Thêm văn bản vào file</a:t>
            </a:r>
          </a:p>
        </p:txBody>
      </p:sp>
      <p:sp>
        <p:nvSpPr>
          <p:cNvPr id="5" name="Rectangle 4">
            <a:extLst>
              <a:ext uri="{FF2B5EF4-FFF2-40B4-BE49-F238E27FC236}">
                <a16:creationId xmlns:a16="http://schemas.microsoft.com/office/drawing/2014/main" id="{DD8C595E-F644-281D-D199-AB31FFBB01C7}"/>
              </a:ext>
            </a:extLst>
          </p:cNvPr>
          <p:cNvSpPr/>
          <p:nvPr/>
        </p:nvSpPr>
        <p:spPr>
          <a:xfrm>
            <a:off x="850759" y="2942177"/>
            <a:ext cx="480797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mj-lt"/>
              </a:rPr>
              <a:t>cat [filename]</a:t>
            </a:r>
            <a:endParaRPr lang="en-US" dirty="0">
              <a:solidFill>
                <a:schemeClr val="bg1"/>
              </a:solidFill>
              <a:latin typeface="+mj-lt"/>
            </a:endParaRPr>
          </a:p>
        </p:txBody>
      </p:sp>
      <p:sp>
        <p:nvSpPr>
          <p:cNvPr id="8" name="Rectangle 7">
            <a:extLst>
              <a:ext uri="{FF2B5EF4-FFF2-40B4-BE49-F238E27FC236}">
                <a16:creationId xmlns:a16="http://schemas.microsoft.com/office/drawing/2014/main" id="{C78E292E-05B7-B6C6-229F-B2E5A892D61D}"/>
              </a:ext>
            </a:extLst>
          </p:cNvPr>
          <p:cNvSpPr/>
          <p:nvPr/>
        </p:nvSpPr>
        <p:spPr>
          <a:xfrm>
            <a:off x="850759" y="4018515"/>
            <a:ext cx="480797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mj-lt"/>
              </a:rPr>
              <a:t>cat &gt; [file]</a:t>
            </a:r>
            <a:endParaRPr lang="en-US" dirty="0">
              <a:solidFill>
                <a:schemeClr val="bg1"/>
              </a:solidFill>
              <a:latin typeface="+mj-lt"/>
            </a:endParaRPr>
          </a:p>
        </p:txBody>
      </p:sp>
      <p:sp>
        <p:nvSpPr>
          <p:cNvPr id="3" name="Rectangle 2">
            <a:extLst>
              <a:ext uri="{FF2B5EF4-FFF2-40B4-BE49-F238E27FC236}">
                <a16:creationId xmlns:a16="http://schemas.microsoft.com/office/drawing/2014/main" id="{9FF6501D-3C39-7453-338D-A5CA89CFA513}"/>
              </a:ext>
            </a:extLst>
          </p:cNvPr>
          <p:cNvSpPr/>
          <p:nvPr/>
        </p:nvSpPr>
        <p:spPr>
          <a:xfrm>
            <a:off x="850759" y="5180565"/>
            <a:ext cx="480797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mj-lt"/>
              </a:rPr>
              <a:t>cat &gt;&gt; [file]</a:t>
            </a:r>
            <a:endParaRPr lang="en-US" dirty="0">
              <a:solidFill>
                <a:schemeClr val="bg1"/>
              </a:solidFill>
              <a:latin typeface="+mj-lt"/>
            </a:endParaRPr>
          </a:p>
        </p:txBody>
      </p:sp>
      <p:sp>
        <p:nvSpPr>
          <p:cNvPr id="10" name="TextBox 9">
            <a:extLst>
              <a:ext uri="{FF2B5EF4-FFF2-40B4-BE49-F238E27FC236}">
                <a16:creationId xmlns:a16="http://schemas.microsoft.com/office/drawing/2014/main" id="{B6700332-7AE5-D428-28DF-CE1121E15CC1}"/>
              </a:ext>
            </a:extLst>
          </p:cNvPr>
          <p:cNvSpPr txBox="1"/>
          <p:nvPr/>
        </p:nvSpPr>
        <p:spPr>
          <a:xfrm>
            <a:off x="6317495" y="2099639"/>
            <a:ext cx="5466736" cy="1895006"/>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q"/>
            </a:pPr>
            <a:r>
              <a:rPr lang="vi-VN" sz="1600" dirty="0">
                <a:solidFill>
                  <a:srgbClr val="00477F"/>
                </a:solidFill>
                <a:latin typeface="Averta Std CY Extrabold" panose="00000900000000000000" pitchFamily="50" charset="0"/>
              </a:rPr>
              <a:t>Lệnh “rm”: </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Xóa một file</a:t>
            </a:r>
          </a:p>
          <a:p>
            <a:pPr marL="285750" indent="-28575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algn="just">
              <a:lnSpc>
                <a:spcPct val="150000"/>
              </a:lnSpc>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Xóa thư mục và toàn bộ nội dung trong đó</a:t>
            </a:r>
          </a:p>
        </p:txBody>
      </p:sp>
      <p:sp>
        <p:nvSpPr>
          <p:cNvPr id="11" name="Rectangle 10">
            <a:extLst>
              <a:ext uri="{FF2B5EF4-FFF2-40B4-BE49-F238E27FC236}">
                <a16:creationId xmlns:a16="http://schemas.microsoft.com/office/drawing/2014/main" id="{482217C7-63E6-1331-22F0-D6C5F67E8E61}"/>
              </a:ext>
            </a:extLst>
          </p:cNvPr>
          <p:cNvSpPr/>
          <p:nvPr/>
        </p:nvSpPr>
        <p:spPr>
          <a:xfrm>
            <a:off x="6646876" y="2942177"/>
            <a:ext cx="480797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mj-lt"/>
              </a:rPr>
              <a:t>rm [filename]</a:t>
            </a:r>
            <a:endParaRPr lang="en-US" dirty="0">
              <a:solidFill>
                <a:schemeClr val="bg1"/>
              </a:solidFill>
              <a:latin typeface="+mj-lt"/>
            </a:endParaRPr>
          </a:p>
        </p:txBody>
      </p:sp>
      <p:sp>
        <p:nvSpPr>
          <p:cNvPr id="16" name="TextBox 15">
            <a:extLst>
              <a:ext uri="{FF2B5EF4-FFF2-40B4-BE49-F238E27FC236}">
                <a16:creationId xmlns:a16="http://schemas.microsoft.com/office/drawing/2014/main" id="{0CC8F5F6-5D7E-7319-7A32-1808222BBCE7}"/>
              </a:ext>
            </a:extLst>
          </p:cNvPr>
          <p:cNvSpPr txBox="1"/>
          <p:nvPr/>
        </p:nvSpPr>
        <p:spPr>
          <a:xfrm>
            <a:off x="8236048" y="3643050"/>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17" name="Rectangle 16">
            <a:extLst>
              <a:ext uri="{FF2B5EF4-FFF2-40B4-BE49-F238E27FC236}">
                <a16:creationId xmlns:a16="http://schemas.microsoft.com/office/drawing/2014/main" id="{0428638E-B407-F63A-ABC2-2F29EF893D39}"/>
              </a:ext>
            </a:extLst>
          </p:cNvPr>
          <p:cNvSpPr/>
          <p:nvPr/>
        </p:nvSpPr>
        <p:spPr>
          <a:xfrm>
            <a:off x="6646876" y="4011060"/>
            <a:ext cx="480797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mj-lt"/>
              </a:rPr>
              <a:t>rm –r [dicrectory]</a:t>
            </a:r>
            <a:endParaRPr lang="en-US" dirty="0">
              <a:solidFill>
                <a:schemeClr val="bg1"/>
              </a:solidFill>
              <a:latin typeface="+mj-lt"/>
            </a:endParaRPr>
          </a:p>
        </p:txBody>
      </p:sp>
    </p:spTree>
    <p:extLst>
      <p:ext uri="{BB962C8B-B14F-4D97-AF65-F5344CB8AC3E}">
        <p14:creationId xmlns:p14="http://schemas.microsoft.com/office/powerpoint/2010/main" val="384334566"/>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C5B5F-683B-2F2D-6613-6DC57DB644FF}"/>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7523BC9-A996-5609-65F7-3B52F4AF95BC}"/>
              </a:ext>
            </a:extLst>
          </p:cNvPr>
          <p:cNvSpPr/>
          <p:nvPr/>
        </p:nvSpPr>
        <p:spPr>
          <a:xfrm>
            <a:off x="521381" y="1212534"/>
            <a:ext cx="5151832"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CÁC LỆNH CƠ BẢN TRONG SHELL SCRIPT</a:t>
            </a:r>
            <a:endParaRPr lang="en-US" dirty="0">
              <a:latin typeface="Averta CY Semibold" panose="00000700000000000000" pitchFamily="50" charset="0"/>
            </a:endParaRPr>
          </a:p>
        </p:txBody>
      </p:sp>
      <p:sp>
        <p:nvSpPr>
          <p:cNvPr id="25" name="Rectangle: Rounded Corners 24">
            <a:extLst>
              <a:ext uri="{FF2B5EF4-FFF2-40B4-BE49-F238E27FC236}">
                <a16:creationId xmlns:a16="http://schemas.microsoft.com/office/drawing/2014/main" id="{C3560A80-F93A-0678-0D56-58900C3CD9A8}"/>
              </a:ext>
            </a:extLst>
          </p:cNvPr>
          <p:cNvSpPr/>
          <p:nvPr/>
        </p:nvSpPr>
        <p:spPr>
          <a:xfrm>
            <a:off x="521380" y="1212534"/>
            <a:ext cx="557461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latin typeface="Averta CY Semibold" panose="00000700000000000000" pitchFamily="50" charset="0"/>
              </a:rPr>
              <a:t>MỘT SỐ </a:t>
            </a:r>
            <a:r>
              <a:rPr lang="vi-VN" dirty="0">
                <a:latin typeface="Averta CY Semibold" panose="00000700000000000000" pitchFamily="50" charset="0"/>
              </a:rPr>
              <a:t>LỆNH CƠ BẢN TRONG SHELL SCRIPT</a:t>
            </a:r>
            <a:endParaRPr lang="en-US" dirty="0">
              <a:latin typeface="Averta CY Semibold" panose="00000700000000000000" pitchFamily="50" charset="0"/>
            </a:endParaRPr>
          </a:p>
        </p:txBody>
      </p:sp>
      <p:sp>
        <p:nvSpPr>
          <p:cNvPr id="4" name="TextBox 3">
            <a:extLst>
              <a:ext uri="{FF2B5EF4-FFF2-40B4-BE49-F238E27FC236}">
                <a16:creationId xmlns:a16="http://schemas.microsoft.com/office/drawing/2014/main" id="{F385D03D-F842-46A3-DFAF-CE582EFAAD6B}"/>
              </a:ext>
            </a:extLst>
          </p:cNvPr>
          <p:cNvSpPr txBox="1"/>
          <p:nvPr/>
        </p:nvSpPr>
        <p:spPr>
          <a:xfrm>
            <a:off x="521380" y="2231594"/>
            <a:ext cx="11299145" cy="2679836"/>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q"/>
            </a:pPr>
            <a:r>
              <a:rPr lang="vi-VN" dirty="0">
                <a:solidFill>
                  <a:srgbClr val="00477F"/>
                </a:solidFill>
                <a:latin typeface="Averta Std CY Extrabold" panose="00000900000000000000" pitchFamily="50" charset="0"/>
              </a:rPr>
              <a:t>Lệnh “chmod”: </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Sửa đổi quyền </a:t>
            </a:r>
            <a:r>
              <a:rPr lang="vi-VN" sz="1600" dirty="0">
                <a:solidFill>
                  <a:srgbClr val="00477F"/>
                </a:solidFill>
                <a:latin typeface="Averta CY Semibold" panose="00000700000000000000" pitchFamily="50" charset="0"/>
              </a:rPr>
              <a:t>đọc (r), ghi (w) và thực thi (x)</a:t>
            </a:r>
            <a:r>
              <a:rPr lang="vi-VN" sz="1600" dirty="0">
                <a:solidFill>
                  <a:srgbClr val="00477F"/>
                </a:solidFill>
                <a:latin typeface="Averta Std CY" panose="00000500000000000000" pitchFamily="50" charset="0"/>
              </a:rPr>
              <a:t> cho </a:t>
            </a:r>
            <a:r>
              <a:rPr lang="vi-VN" sz="1600" dirty="0">
                <a:solidFill>
                  <a:srgbClr val="00477F"/>
                </a:solidFill>
                <a:latin typeface="Averta CY Semibold" panose="00000700000000000000" pitchFamily="50" charset="0"/>
              </a:rPr>
              <a:t>owner (u), group (g) và other (o).</a:t>
            </a:r>
          </a:p>
          <a:p>
            <a:pPr marL="285750" indent="-285750" algn="just">
              <a:lnSpc>
                <a:spcPct val="150000"/>
              </a:lnSpc>
              <a:buFont typeface="Arial" panose="020B0604020202020204" pitchFamily="34" charset="0"/>
              <a:buChar char="•"/>
            </a:pPr>
            <a:endParaRPr lang="vi-VN" sz="1600" dirty="0">
              <a:solidFill>
                <a:srgbClr val="00477F"/>
              </a:solidFill>
              <a:latin typeface="Averta CY Semibold" panose="00000700000000000000" pitchFamily="50" charset="0"/>
            </a:endParaRPr>
          </a:p>
          <a:p>
            <a:pPr marL="285750" indent="-285750" algn="just">
              <a:lnSpc>
                <a:spcPct val="150000"/>
              </a:lnSpc>
              <a:buFont typeface="Arial" panose="020B0604020202020204" pitchFamily="34" charset="0"/>
              <a:buChar char="•"/>
            </a:pPr>
            <a:endParaRPr lang="vi-VN" sz="1600" dirty="0">
              <a:solidFill>
                <a:srgbClr val="00477F"/>
              </a:solidFill>
              <a:latin typeface="Averta CY Semibold" panose="00000700000000000000" pitchFamily="50" charset="0"/>
            </a:endParaRPr>
          </a:p>
          <a:p>
            <a:pPr marL="285750" indent="-285750" algn="just">
              <a:lnSpc>
                <a:spcPct val="150000"/>
              </a:lnSpc>
              <a:buFont typeface="Arial" panose="020B0604020202020204" pitchFamily="34" charset="0"/>
              <a:buChar char="•"/>
            </a:pPr>
            <a:endParaRPr lang="vi-VN" sz="1600" dirty="0">
              <a:solidFill>
                <a:srgbClr val="00477F"/>
              </a:solidFill>
              <a:latin typeface="Averta CY Semibold" panose="00000700000000000000" pitchFamily="50" charset="0"/>
            </a:endParaRPr>
          </a:p>
          <a:p>
            <a:pPr marL="285750"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chmod u+x script.sh: </a:t>
            </a:r>
            <a:r>
              <a:rPr lang="vi-VN" sz="1600" dirty="0">
                <a:solidFill>
                  <a:srgbClr val="00477F"/>
                </a:solidFill>
                <a:latin typeface="Averta Std CY" panose="00000500000000000000" pitchFamily="50" charset="0"/>
              </a:rPr>
              <a:t>Quyền thực thi cho chủ sở hữu</a:t>
            </a:r>
          </a:p>
          <a:p>
            <a:pPr marL="285750"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chmod u=rw,g=r,o= file.txt: </a:t>
            </a:r>
            <a:r>
              <a:rPr lang="vi-VN" sz="1600" dirty="0">
                <a:solidFill>
                  <a:srgbClr val="00477F"/>
                </a:solidFill>
                <a:latin typeface="Averta Std CY" panose="00000500000000000000" pitchFamily="50" charset="0"/>
              </a:rPr>
              <a:t>Owner có thể đọc và ghi, group có thể đọc, other không có quyền truy cập.</a:t>
            </a:r>
          </a:p>
        </p:txBody>
      </p:sp>
      <p:sp>
        <p:nvSpPr>
          <p:cNvPr id="5" name="Rectangle 4">
            <a:extLst>
              <a:ext uri="{FF2B5EF4-FFF2-40B4-BE49-F238E27FC236}">
                <a16:creationId xmlns:a16="http://schemas.microsoft.com/office/drawing/2014/main" id="{D3663D8F-1A5C-5F36-53AD-E89E04268950}"/>
              </a:ext>
            </a:extLst>
          </p:cNvPr>
          <p:cNvSpPr/>
          <p:nvPr/>
        </p:nvSpPr>
        <p:spPr>
          <a:xfrm>
            <a:off x="3692013" y="3322441"/>
            <a:ext cx="480797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mj-lt"/>
              </a:rPr>
              <a:t>chmod [OPTIONS] MODE FILE</a:t>
            </a:r>
            <a:endParaRPr lang="en-US" dirty="0">
              <a:solidFill>
                <a:schemeClr val="bg1"/>
              </a:solidFill>
              <a:latin typeface="+mj-lt"/>
            </a:endParaRPr>
          </a:p>
        </p:txBody>
      </p:sp>
      <p:sp>
        <p:nvSpPr>
          <p:cNvPr id="7" name="TextBox 6">
            <a:extLst>
              <a:ext uri="{FF2B5EF4-FFF2-40B4-BE49-F238E27FC236}">
                <a16:creationId xmlns:a16="http://schemas.microsoft.com/office/drawing/2014/main" id="{A286F8BE-3666-84CE-A948-E785172F0D9F}"/>
              </a:ext>
            </a:extLst>
          </p:cNvPr>
          <p:cNvSpPr txBox="1"/>
          <p:nvPr/>
        </p:nvSpPr>
        <p:spPr>
          <a:xfrm>
            <a:off x="2439934" y="3775005"/>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Tree>
    <p:extLst>
      <p:ext uri="{BB962C8B-B14F-4D97-AF65-F5344CB8AC3E}">
        <p14:creationId xmlns:p14="http://schemas.microsoft.com/office/powerpoint/2010/main" val="988199101"/>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8A61F-292E-12C1-8BA2-C3FA21AB7B77}"/>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68AF12C-1763-3053-A71E-09B78906F792}"/>
              </a:ext>
            </a:extLst>
          </p:cNvPr>
          <p:cNvSpPr/>
          <p:nvPr/>
        </p:nvSpPr>
        <p:spPr>
          <a:xfrm>
            <a:off x="521381" y="1212534"/>
            <a:ext cx="5151832"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CÁC LỆNH CƠ BẢN TRONG SHELL SCRIPT</a:t>
            </a:r>
            <a:endParaRPr lang="en-US" dirty="0">
              <a:latin typeface="Averta CY Semibold" panose="00000700000000000000" pitchFamily="50" charset="0"/>
            </a:endParaRPr>
          </a:p>
        </p:txBody>
      </p:sp>
      <p:sp>
        <p:nvSpPr>
          <p:cNvPr id="25" name="Rectangle: Rounded Corners 24">
            <a:extLst>
              <a:ext uri="{FF2B5EF4-FFF2-40B4-BE49-F238E27FC236}">
                <a16:creationId xmlns:a16="http://schemas.microsoft.com/office/drawing/2014/main" id="{A64F53C3-8338-6FA4-1470-F0BEABFE3566}"/>
              </a:ext>
            </a:extLst>
          </p:cNvPr>
          <p:cNvSpPr/>
          <p:nvPr/>
        </p:nvSpPr>
        <p:spPr>
          <a:xfrm>
            <a:off x="521380" y="1212534"/>
            <a:ext cx="557461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latin typeface="Averta CY Semibold" panose="00000700000000000000" pitchFamily="50" charset="0"/>
              </a:rPr>
              <a:t>MỘT SỐ </a:t>
            </a:r>
            <a:r>
              <a:rPr lang="vi-VN" dirty="0">
                <a:latin typeface="Averta CY Semibold" panose="00000700000000000000" pitchFamily="50" charset="0"/>
              </a:rPr>
              <a:t>LỆNH CƠ BẢN TRONG SHELL SCRIPT</a:t>
            </a:r>
            <a:endParaRPr lang="en-US" dirty="0">
              <a:latin typeface="Averta CY Semibold" panose="00000700000000000000" pitchFamily="50" charset="0"/>
            </a:endParaRPr>
          </a:p>
        </p:txBody>
      </p:sp>
      <p:sp>
        <p:nvSpPr>
          <p:cNvPr id="4" name="TextBox 3">
            <a:extLst>
              <a:ext uri="{FF2B5EF4-FFF2-40B4-BE49-F238E27FC236}">
                <a16:creationId xmlns:a16="http://schemas.microsoft.com/office/drawing/2014/main" id="{9D95849E-9628-81B5-2938-5A7F26C6EAC4}"/>
              </a:ext>
            </a:extLst>
          </p:cNvPr>
          <p:cNvSpPr txBox="1"/>
          <p:nvPr/>
        </p:nvSpPr>
        <p:spPr>
          <a:xfrm>
            <a:off x="521377" y="2099639"/>
            <a:ext cx="11051497" cy="374166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q"/>
            </a:pPr>
            <a:r>
              <a:rPr lang="vi-VN" sz="1600" dirty="0">
                <a:solidFill>
                  <a:srgbClr val="00477F"/>
                </a:solidFill>
                <a:latin typeface="Averta Std CY Extrabold" panose="00000900000000000000" pitchFamily="50" charset="0"/>
              </a:rPr>
              <a:t>Lệnh “grep”: </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Lệnh grep (Global Regular Expression Print) là một công cụ mạnh mẽ trong Linux dùng để tìm kiếm một chuỗi hoặc mẫu trong file hoặc dữ liệu đầu vào. Nó giúp lọc thông tin nhanh chóng từ tập tin văn bản, nhật ký hệ thống, hoặc đầu ra của các lệnh khác.</a:t>
            </a:r>
          </a:p>
          <a:p>
            <a:pPr marL="285750" indent="-28575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PATTERN: </a:t>
            </a:r>
            <a:r>
              <a:rPr lang="vi-VN" sz="1600" dirty="0">
                <a:solidFill>
                  <a:srgbClr val="00477F"/>
                </a:solidFill>
                <a:latin typeface="Averta Std CY" panose="00000500000000000000" pitchFamily="50" charset="0"/>
              </a:rPr>
              <a:t>Mẫu cần tìm kiếm (có thể là chuỗi hoặc biểu thức chính quy).</a:t>
            </a:r>
          </a:p>
          <a:p>
            <a:pPr marL="285750"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FILE: </a:t>
            </a:r>
            <a:r>
              <a:rPr lang="vi-VN" sz="1600" dirty="0">
                <a:solidFill>
                  <a:srgbClr val="00477F"/>
                </a:solidFill>
                <a:latin typeface="Averta Std CY" panose="00000500000000000000" pitchFamily="50" charset="0"/>
              </a:rPr>
              <a:t>Danh sách file cần tìm kiếm (có thể là một hoặc nhiều file).</a:t>
            </a:r>
          </a:p>
          <a:p>
            <a:pPr marL="285750"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OPTIONS: </a:t>
            </a:r>
            <a:r>
              <a:rPr lang="vi-VN" sz="1600" dirty="0">
                <a:solidFill>
                  <a:srgbClr val="00477F"/>
                </a:solidFill>
                <a:latin typeface="Averta Std CY" panose="00000500000000000000" pitchFamily="50" charset="0"/>
              </a:rPr>
              <a:t>Các tùy chọn bổ sung để tinh chỉnh cách hoạt động của grep.</a:t>
            </a:r>
          </a:p>
          <a:p>
            <a:pPr algn="just">
              <a:lnSpc>
                <a:spcPct val="150000"/>
              </a:lnSpc>
            </a:pPr>
            <a:endParaRPr lang="vi-VN" sz="1600" dirty="0">
              <a:solidFill>
                <a:srgbClr val="00477F"/>
              </a:solidFill>
              <a:latin typeface="Averta Std CY" panose="00000500000000000000" pitchFamily="50" charset="0"/>
            </a:endParaRPr>
          </a:p>
        </p:txBody>
      </p:sp>
      <p:sp>
        <p:nvSpPr>
          <p:cNvPr id="5" name="Rectangle 4">
            <a:extLst>
              <a:ext uri="{FF2B5EF4-FFF2-40B4-BE49-F238E27FC236}">
                <a16:creationId xmlns:a16="http://schemas.microsoft.com/office/drawing/2014/main" id="{F6BB5A13-B99F-14AD-095B-05F94E13BD4B}"/>
              </a:ext>
            </a:extLst>
          </p:cNvPr>
          <p:cNvSpPr/>
          <p:nvPr/>
        </p:nvSpPr>
        <p:spPr>
          <a:xfrm>
            <a:off x="3692012" y="3685127"/>
            <a:ext cx="480797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solidFill>
                  <a:schemeClr val="bg1"/>
                </a:solidFill>
                <a:latin typeface="+mj-lt"/>
              </a:rPr>
              <a:t>grep [OPTIONS] PATTERN [FILE...]</a:t>
            </a:r>
            <a:endParaRPr lang="en-US" dirty="0">
              <a:solidFill>
                <a:schemeClr val="bg1"/>
              </a:solidFill>
              <a:latin typeface="+mj-lt"/>
            </a:endParaRPr>
          </a:p>
        </p:txBody>
      </p:sp>
    </p:spTree>
    <p:extLst>
      <p:ext uri="{BB962C8B-B14F-4D97-AF65-F5344CB8AC3E}">
        <p14:creationId xmlns:p14="http://schemas.microsoft.com/office/powerpoint/2010/main" val="3042721552"/>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7985F-60CD-32D1-D4F8-D67E719E3810}"/>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1BC26AF0-B39A-2999-AB51-EE8074E8AE0E}"/>
              </a:ext>
            </a:extLst>
          </p:cNvPr>
          <p:cNvSpPr/>
          <p:nvPr/>
        </p:nvSpPr>
        <p:spPr>
          <a:xfrm>
            <a:off x="521381" y="1212534"/>
            <a:ext cx="5151832"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CÁC LỆNH CƠ BẢN TRONG SHELL SCRIPT</a:t>
            </a:r>
            <a:endParaRPr lang="en-US" dirty="0">
              <a:latin typeface="Averta CY Semibold" panose="00000700000000000000" pitchFamily="50" charset="0"/>
            </a:endParaRPr>
          </a:p>
        </p:txBody>
      </p:sp>
      <p:sp>
        <p:nvSpPr>
          <p:cNvPr id="25" name="Rectangle: Rounded Corners 24">
            <a:extLst>
              <a:ext uri="{FF2B5EF4-FFF2-40B4-BE49-F238E27FC236}">
                <a16:creationId xmlns:a16="http://schemas.microsoft.com/office/drawing/2014/main" id="{8C2D60CA-0277-D2ED-C7E1-CAF465939736}"/>
              </a:ext>
            </a:extLst>
          </p:cNvPr>
          <p:cNvSpPr/>
          <p:nvPr/>
        </p:nvSpPr>
        <p:spPr>
          <a:xfrm>
            <a:off x="521380" y="1212534"/>
            <a:ext cx="557461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latin typeface="Averta CY Semibold" panose="00000700000000000000" pitchFamily="50" charset="0"/>
              </a:rPr>
              <a:t>MỘT SỐ </a:t>
            </a:r>
            <a:r>
              <a:rPr lang="vi-VN" dirty="0">
                <a:latin typeface="Averta CY Semibold" panose="00000700000000000000" pitchFamily="50" charset="0"/>
              </a:rPr>
              <a:t>LỆNH CƠ BẢN TRONG SHELL SCRIPT</a:t>
            </a:r>
            <a:endParaRPr lang="en-US" dirty="0">
              <a:latin typeface="Averta CY Semibold" panose="00000700000000000000" pitchFamily="50" charset="0"/>
            </a:endParaRPr>
          </a:p>
        </p:txBody>
      </p:sp>
      <p:sp>
        <p:nvSpPr>
          <p:cNvPr id="16" name="TextBox 15">
            <a:extLst>
              <a:ext uri="{FF2B5EF4-FFF2-40B4-BE49-F238E27FC236}">
                <a16:creationId xmlns:a16="http://schemas.microsoft.com/office/drawing/2014/main" id="{8367255A-5E76-34DB-BBA5-4EC605A71EBB}"/>
              </a:ext>
            </a:extLst>
          </p:cNvPr>
          <p:cNvSpPr txBox="1"/>
          <p:nvPr/>
        </p:nvSpPr>
        <p:spPr>
          <a:xfrm>
            <a:off x="521378" y="2099639"/>
            <a:ext cx="5466736" cy="300300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q"/>
            </a:pPr>
            <a:r>
              <a:rPr lang="vi-VN" sz="1600" dirty="0">
                <a:solidFill>
                  <a:srgbClr val="00477F"/>
                </a:solidFill>
                <a:latin typeface="Averta Std CY Extrabold" panose="00000900000000000000" pitchFamily="50" charset="0"/>
              </a:rPr>
              <a:t>Lệnh “grep”: </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Tìm kiếm chuỗi trong file</a:t>
            </a:r>
          </a:p>
          <a:p>
            <a:pPr marL="285750" indent="-28575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algn="just">
              <a:lnSpc>
                <a:spcPct val="150000"/>
              </a:lnSpc>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Tìm kiếm không phân biệt chữ hoa, chữ thường</a:t>
            </a:r>
          </a:p>
          <a:p>
            <a:pPr marL="285750" indent="-28575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Hiển thị số dòng của kết quả</a:t>
            </a:r>
          </a:p>
        </p:txBody>
      </p:sp>
      <p:sp>
        <p:nvSpPr>
          <p:cNvPr id="17" name="Rectangle 16">
            <a:extLst>
              <a:ext uri="{FF2B5EF4-FFF2-40B4-BE49-F238E27FC236}">
                <a16:creationId xmlns:a16="http://schemas.microsoft.com/office/drawing/2014/main" id="{BBAA2EF2-E4FD-2A96-5FFF-A4F82CEC9670}"/>
              </a:ext>
            </a:extLst>
          </p:cNvPr>
          <p:cNvSpPr/>
          <p:nvPr/>
        </p:nvSpPr>
        <p:spPr>
          <a:xfrm>
            <a:off x="850759" y="2942177"/>
            <a:ext cx="480797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mj-lt"/>
              </a:rPr>
              <a:t>grep “patter” [filename]</a:t>
            </a:r>
            <a:endParaRPr lang="en-US" dirty="0">
              <a:solidFill>
                <a:schemeClr val="bg1"/>
              </a:solidFill>
              <a:latin typeface="+mj-lt"/>
            </a:endParaRPr>
          </a:p>
        </p:txBody>
      </p:sp>
      <p:sp>
        <p:nvSpPr>
          <p:cNvPr id="18" name="Rectangle 17">
            <a:extLst>
              <a:ext uri="{FF2B5EF4-FFF2-40B4-BE49-F238E27FC236}">
                <a16:creationId xmlns:a16="http://schemas.microsoft.com/office/drawing/2014/main" id="{F0CEC2B3-3792-41DC-3CF3-32D7966308B6}"/>
              </a:ext>
            </a:extLst>
          </p:cNvPr>
          <p:cNvSpPr/>
          <p:nvPr/>
        </p:nvSpPr>
        <p:spPr>
          <a:xfrm>
            <a:off x="850759" y="4018515"/>
            <a:ext cx="480797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mj-lt"/>
              </a:rPr>
              <a:t>grep –i “patter” [filename]</a:t>
            </a:r>
            <a:endParaRPr lang="en-US" dirty="0">
              <a:solidFill>
                <a:schemeClr val="bg1"/>
              </a:solidFill>
              <a:latin typeface="+mj-lt"/>
            </a:endParaRPr>
          </a:p>
        </p:txBody>
      </p:sp>
      <p:sp>
        <p:nvSpPr>
          <p:cNvPr id="19" name="Rectangle 18">
            <a:extLst>
              <a:ext uri="{FF2B5EF4-FFF2-40B4-BE49-F238E27FC236}">
                <a16:creationId xmlns:a16="http://schemas.microsoft.com/office/drawing/2014/main" id="{F8720139-328A-F884-9800-248680A9BB2A}"/>
              </a:ext>
            </a:extLst>
          </p:cNvPr>
          <p:cNvSpPr/>
          <p:nvPr/>
        </p:nvSpPr>
        <p:spPr>
          <a:xfrm>
            <a:off x="850759" y="5180565"/>
            <a:ext cx="480797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mj-lt"/>
              </a:rPr>
              <a:t>grep –n “patter” [filename]</a:t>
            </a:r>
            <a:endParaRPr lang="en-US" dirty="0">
              <a:solidFill>
                <a:schemeClr val="bg1"/>
              </a:solidFill>
              <a:latin typeface="+mj-lt"/>
            </a:endParaRPr>
          </a:p>
        </p:txBody>
      </p:sp>
      <p:sp>
        <p:nvSpPr>
          <p:cNvPr id="20" name="TextBox 19">
            <a:extLst>
              <a:ext uri="{FF2B5EF4-FFF2-40B4-BE49-F238E27FC236}">
                <a16:creationId xmlns:a16="http://schemas.microsoft.com/office/drawing/2014/main" id="{2DA802A6-3449-C2D4-9410-61B641A0E63B}"/>
              </a:ext>
            </a:extLst>
          </p:cNvPr>
          <p:cNvSpPr txBox="1"/>
          <p:nvPr/>
        </p:nvSpPr>
        <p:spPr>
          <a:xfrm>
            <a:off x="6095999" y="2071064"/>
            <a:ext cx="5466736" cy="3003002"/>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Tìm kiếm toàn bộ từ</a:t>
            </a:r>
          </a:p>
          <a:p>
            <a:pPr marL="285750" indent="-28575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algn="just">
              <a:lnSpc>
                <a:spcPct val="150000"/>
              </a:lnSpc>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Đếm số lần xuất hiện</a:t>
            </a:r>
          </a:p>
          <a:p>
            <a:pPr marL="285750" indent="-28575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Hiển thị các dòng không khớp với mẫu</a:t>
            </a:r>
          </a:p>
        </p:txBody>
      </p:sp>
      <p:sp>
        <p:nvSpPr>
          <p:cNvPr id="21" name="Rectangle 20">
            <a:extLst>
              <a:ext uri="{FF2B5EF4-FFF2-40B4-BE49-F238E27FC236}">
                <a16:creationId xmlns:a16="http://schemas.microsoft.com/office/drawing/2014/main" id="{CB1A952A-882B-2710-B1F6-C96143D5BA15}"/>
              </a:ext>
            </a:extLst>
          </p:cNvPr>
          <p:cNvSpPr/>
          <p:nvPr/>
        </p:nvSpPr>
        <p:spPr>
          <a:xfrm>
            <a:off x="6425380" y="2913602"/>
            <a:ext cx="480797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mj-lt"/>
              </a:rPr>
              <a:t>grep –w “patter” [filename]</a:t>
            </a:r>
            <a:endParaRPr lang="en-US" dirty="0">
              <a:solidFill>
                <a:schemeClr val="bg1"/>
              </a:solidFill>
              <a:latin typeface="+mj-lt"/>
            </a:endParaRPr>
          </a:p>
        </p:txBody>
      </p:sp>
      <p:sp>
        <p:nvSpPr>
          <p:cNvPr id="22" name="Rectangle 21">
            <a:extLst>
              <a:ext uri="{FF2B5EF4-FFF2-40B4-BE49-F238E27FC236}">
                <a16:creationId xmlns:a16="http://schemas.microsoft.com/office/drawing/2014/main" id="{5E21BC07-8F5A-6260-4D58-443020A5AEFA}"/>
              </a:ext>
            </a:extLst>
          </p:cNvPr>
          <p:cNvSpPr/>
          <p:nvPr/>
        </p:nvSpPr>
        <p:spPr>
          <a:xfrm>
            <a:off x="6425380" y="3989940"/>
            <a:ext cx="480797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mj-lt"/>
              </a:rPr>
              <a:t>grep –c “patter” [filename]</a:t>
            </a:r>
            <a:endParaRPr lang="en-US" dirty="0">
              <a:solidFill>
                <a:schemeClr val="bg1"/>
              </a:solidFill>
              <a:latin typeface="+mj-lt"/>
            </a:endParaRPr>
          </a:p>
        </p:txBody>
      </p:sp>
      <p:sp>
        <p:nvSpPr>
          <p:cNvPr id="23" name="Rectangle 22">
            <a:extLst>
              <a:ext uri="{FF2B5EF4-FFF2-40B4-BE49-F238E27FC236}">
                <a16:creationId xmlns:a16="http://schemas.microsoft.com/office/drawing/2014/main" id="{50A6DC3F-96B2-2953-F186-3338DAFC18F5}"/>
              </a:ext>
            </a:extLst>
          </p:cNvPr>
          <p:cNvSpPr/>
          <p:nvPr/>
        </p:nvSpPr>
        <p:spPr>
          <a:xfrm>
            <a:off x="6425380" y="5151990"/>
            <a:ext cx="480797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mj-lt"/>
              </a:rPr>
              <a:t>grep –v “patter” [filename]</a:t>
            </a:r>
            <a:endParaRPr lang="en-US" dirty="0">
              <a:solidFill>
                <a:schemeClr val="bg1"/>
              </a:solidFill>
              <a:latin typeface="+mj-lt"/>
            </a:endParaRPr>
          </a:p>
        </p:txBody>
      </p:sp>
    </p:spTree>
    <p:extLst>
      <p:ext uri="{BB962C8B-B14F-4D97-AF65-F5344CB8AC3E}">
        <p14:creationId xmlns:p14="http://schemas.microsoft.com/office/powerpoint/2010/main" val="2891411740"/>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2D9BB-7027-7608-745B-3B26DC944636}"/>
            </a:ext>
          </a:extLst>
        </p:cNvPr>
        <p:cNvGrpSpPr/>
        <p:nvPr/>
      </p:nvGrpSpPr>
      <p:grpSpPr>
        <a:xfrm>
          <a:off x="0" y="0"/>
          <a:ext cx="0" cy="0"/>
          <a:chOff x="0" y="0"/>
          <a:chExt cx="0" cy="0"/>
        </a:xfrm>
      </p:grpSpPr>
      <p:sp>
        <p:nvSpPr>
          <p:cNvPr id="25" name="Rectangle: Rounded Corners 24">
            <a:extLst>
              <a:ext uri="{FF2B5EF4-FFF2-40B4-BE49-F238E27FC236}">
                <a16:creationId xmlns:a16="http://schemas.microsoft.com/office/drawing/2014/main" id="{9FC1F08E-C6A4-1D14-D207-82547B754532}"/>
              </a:ext>
            </a:extLst>
          </p:cNvPr>
          <p:cNvSpPr/>
          <p:nvPr/>
        </p:nvSpPr>
        <p:spPr>
          <a:xfrm>
            <a:off x="521381" y="1212534"/>
            <a:ext cx="4212544"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latin typeface="Averta CY Semibold" panose="00000700000000000000" pitchFamily="50" charset="0"/>
              </a:rPr>
              <a:t>TIẾN TRÌNH TRONG SHELL</a:t>
            </a:r>
            <a:endParaRPr lang="en-US" dirty="0">
              <a:latin typeface="Averta CY Semibold" panose="00000700000000000000" pitchFamily="50" charset="0"/>
            </a:endParaRPr>
          </a:p>
        </p:txBody>
      </p:sp>
      <p:sp>
        <p:nvSpPr>
          <p:cNvPr id="4" name="TextBox 3">
            <a:extLst>
              <a:ext uri="{FF2B5EF4-FFF2-40B4-BE49-F238E27FC236}">
                <a16:creationId xmlns:a16="http://schemas.microsoft.com/office/drawing/2014/main" id="{D1DDF993-6888-8230-DCA4-C0FFBA938812}"/>
              </a:ext>
            </a:extLst>
          </p:cNvPr>
          <p:cNvSpPr txBox="1"/>
          <p:nvPr/>
        </p:nvSpPr>
        <p:spPr>
          <a:xfrm>
            <a:off x="521381" y="2088838"/>
            <a:ext cx="11299145" cy="3372333"/>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Một tiến trình trong Linux là một phiên bản (instance) của một chương trình đang chạy. </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Mỗi lệnh hoặc ứng dụng được thực thi trong Linux sẽ chạy như một tiến trình. </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Nhân Linux quản lý các tiến trình bằng cách cấp phát tài nguyên hệ thống như thời gian CPU và bộ nhớ. </a:t>
            </a:r>
          </a:p>
          <a:p>
            <a:pPr marL="285750"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Một số đặc điểm của tiến trình bao gồm:</a:t>
            </a:r>
          </a:p>
          <a:p>
            <a:pPr marL="742950" lvl="1"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Process ID (PID): </a:t>
            </a:r>
            <a:r>
              <a:rPr lang="vi-VN" sz="1600" dirty="0">
                <a:solidFill>
                  <a:srgbClr val="00477F"/>
                </a:solidFill>
                <a:latin typeface="Averta Std CY" panose="00000500000000000000" pitchFamily="50" charset="0"/>
              </a:rPr>
              <a:t>Mã định danh duy nhất được gán cho mỗi tiến trình.</a:t>
            </a:r>
          </a:p>
          <a:p>
            <a:pPr marL="742950" lvl="1"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Parent Process ID (PPID): </a:t>
            </a:r>
            <a:r>
              <a:rPr lang="vi-VN" sz="1600" dirty="0">
                <a:solidFill>
                  <a:srgbClr val="00477F"/>
                </a:solidFill>
                <a:latin typeface="Averta Std CY" panose="00000500000000000000" pitchFamily="50" charset="0"/>
              </a:rPr>
              <a:t>PID của tiến trình cha đã tạo ra nó.</a:t>
            </a:r>
          </a:p>
          <a:p>
            <a:pPr marL="742950" lvl="1"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User ID (UID) &amp; Group ID (GID): </a:t>
            </a:r>
            <a:r>
              <a:rPr lang="vi-VN" sz="1600" dirty="0">
                <a:solidFill>
                  <a:srgbClr val="00477F"/>
                </a:solidFill>
                <a:latin typeface="Averta Std CY" panose="00000500000000000000" pitchFamily="50" charset="0"/>
              </a:rPr>
              <a:t>Xác định người dùng và nhóm sở hữu tiến trình.</a:t>
            </a:r>
          </a:p>
          <a:p>
            <a:pPr marL="742950" lvl="1"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Trạng thái tiến trình: </a:t>
            </a:r>
            <a:r>
              <a:rPr lang="vi-VN" sz="1600" dirty="0">
                <a:solidFill>
                  <a:srgbClr val="00477F"/>
                </a:solidFill>
                <a:latin typeface="Averta Std CY" panose="00000500000000000000" pitchFamily="50" charset="0"/>
              </a:rPr>
              <a:t>Trạng thái hiện tại của tiến trình (ví dụ: đang chạy, đang ngủ, bị dừng).</a:t>
            </a:r>
          </a:p>
          <a:p>
            <a:pPr marL="742950" lvl="1" indent="-285750" algn="just">
              <a:lnSpc>
                <a:spcPct val="150000"/>
              </a:lnSpc>
              <a:buFont typeface="Arial" panose="020B0604020202020204" pitchFamily="34" charset="0"/>
              <a:buChar char="•"/>
            </a:pPr>
            <a:r>
              <a:rPr lang="vi-VN" sz="1600" dirty="0">
                <a:solidFill>
                  <a:srgbClr val="00477F"/>
                </a:solidFill>
                <a:latin typeface="Averta CY Semibold" panose="00000700000000000000" pitchFamily="50" charset="0"/>
              </a:rPr>
              <a:t>Mức sử dụng CPU &amp; bộ nhớ: </a:t>
            </a:r>
            <a:r>
              <a:rPr lang="vi-VN" sz="1600" dirty="0">
                <a:solidFill>
                  <a:srgbClr val="00477F"/>
                </a:solidFill>
                <a:latin typeface="Averta Std CY" panose="00000500000000000000" pitchFamily="50" charset="0"/>
              </a:rPr>
              <a:t>Lượng thời gian CPU và bộ nhớ mà tiến trình tiêu thụ.</a:t>
            </a:r>
          </a:p>
        </p:txBody>
      </p:sp>
      <p:sp>
        <p:nvSpPr>
          <p:cNvPr id="7" name="TextBox 6">
            <a:extLst>
              <a:ext uri="{FF2B5EF4-FFF2-40B4-BE49-F238E27FC236}">
                <a16:creationId xmlns:a16="http://schemas.microsoft.com/office/drawing/2014/main" id="{580085BF-EEFE-A302-CD62-53ABD19B1280}"/>
              </a:ext>
            </a:extLst>
          </p:cNvPr>
          <p:cNvSpPr txBox="1"/>
          <p:nvPr/>
        </p:nvSpPr>
        <p:spPr>
          <a:xfrm>
            <a:off x="2439934" y="3775005"/>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Tree>
    <p:extLst>
      <p:ext uri="{BB962C8B-B14F-4D97-AF65-F5344CB8AC3E}">
        <p14:creationId xmlns:p14="http://schemas.microsoft.com/office/powerpoint/2010/main" val="280278997"/>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5267B-0569-CC84-ED5E-60CAC17AB5E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03CFFCE-D05E-D5E2-52E3-0B7330D62F1C}"/>
              </a:ext>
            </a:extLst>
          </p:cNvPr>
          <p:cNvSpPr txBox="1"/>
          <p:nvPr/>
        </p:nvSpPr>
        <p:spPr>
          <a:xfrm>
            <a:off x="521381" y="2082088"/>
            <a:ext cx="11299145" cy="304916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q"/>
            </a:pPr>
            <a:r>
              <a:rPr lang="vi-VN" dirty="0">
                <a:solidFill>
                  <a:srgbClr val="00477F"/>
                </a:solidFill>
                <a:latin typeface="Averta Std CY Extrabold" panose="00000900000000000000" pitchFamily="50" charset="0"/>
              </a:rPr>
              <a:t>Lệnh “ps”: </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Lệnh </a:t>
            </a:r>
            <a:r>
              <a:rPr lang="vi-VN" sz="1600" dirty="0">
                <a:solidFill>
                  <a:srgbClr val="00477F"/>
                </a:solidFill>
                <a:latin typeface="Averta CY Semibold" panose="00000700000000000000" pitchFamily="50" charset="0"/>
              </a:rPr>
              <a:t>ps </a:t>
            </a:r>
            <a:r>
              <a:rPr lang="vi-VN" sz="1600" dirty="0">
                <a:solidFill>
                  <a:srgbClr val="00477F"/>
                </a:solidFill>
                <a:latin typeface="Averta Std CY" panose="00000500000000000000" pitchFamily="50" charset="0"/>
              </a:rPr>
              <a:t>(process status) được sử dụng để hiển thị thông tin về các tiến trình đang chạy trên hệ thống Linux. </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Giúp giám sát các thông tin chi tiết của tiến trình như PID, PPID, mức sử dụng CPU, bộ nhớ và nhiều thông tin khác.</a:t>
            </a:r>
          </a:p>
          <a:p>
            <a:pPr marL="285750" indent="-28575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Có nhiều option cho ps. Tuy nhiên, sử dụng </a:t>
            </a:r>
            <a:r>
              <a:rPr lang="vi-VN" sz="1600" dirty="0">
                <a:solidFill>
                  <a:srgbClr val="00477F"/>
                </a:solidFill>
                <a:latin typeface="Averta CY Semibold" panose="00000700000000000000" pitchFamily="50" charset="0"/>
              </a:rPr>
              <a:t>ps -f </a:t>
            </a:r>
            <a:r>
              <a:rPr lang="vi-VN" sz="1600" dirty="0">
                <a:solidFill>
                  <a:srgbClr val="00477F"/>
                </a:solidFill>
                <a:latin typeface="Averta Std CY" panose="00000500000000000000" pitchFamily="50" charset="0"/>
              </a:rPr>
              <a:t>khi muốn kiểm tra các tiến trình của chính user hiện tại và các tiến trình liên kết với terminal.</a:t>
            </a:r>
          </a:p>
        </p:txBody>
      </p:sp>
      <p:sp>
        <p:nvSpPr>
          <p:cNvPr id="5" name="Rectangle 4">
            <a:extLst>
              <a:ext uri="{FF2B5EF4-FFF2-40B4-BE49-F238E27FC236}">
                <a16:creationId xmlns:a16="http://schemas.microsoft.com/office/drawing/2014/main" id="{D53C7046-FBE9-842D-7DDB-6717CF78F52E}"/>
              </a:ext>
            </a:extLst>
          </p:cNvPr>
          <p:cNvSpPr/>
          <p:nvPr/>
        </p:nvSpPr>
        <p:spPr>
          <a:xfrm>
            <a:off x="3692013" y="3475121"/>
            <a:ext cx="4807974" cy="59976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mj-lt"/>
              </a:rPr>
              <a:t>ps [OPTION]</a:t>
            </a:r>
            <a:endParaRPr lang="en-US" dirty="0">
              <a:solidFill>
                <a:schemeClr val="bg1"/>
              </a:solidFill>
              <a:latin typeface="+mj-lt"/>
            </a:endParaRPr>
          </a:p>
        </p:txBody>
      </p:sp>
      <p:sp>
        <p:nvSpPr>
          <p:cNvPr id="7" name="TextBox 6">
            <a:extLst>
              <a:ext uri="{FF2B5EF4-FFF2-40B4-BE49-F238E27FC236}">
                <a16:creationId xmlns:a16="http://schemas.microsoft.com/office/drawing/2014/main" id="{18AD6C11-FB2C-0CC9-7F36-EF0EE7520F86}"/>
              </a:ext>
            </a:extLst>
          </p:cNvPr>
          <p:cNvSpPr txBox="1"/>
          <p:nvPr/>
        </p:nvSpPr>
        <p:spPr>
          <a:xfrm>
            <a:off x="2439934" y="3775005"/>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3" name="Rectangle: Rounded Corners 2">
            <a:extLst>
              <a:ext uri="{FF2B5EF4-FFF2-40B4-BE49-F238E27FC236}">
                <a16:creationId xmlns:a16="http://schemas.microsoft.com/office/drawing/2014/main" id="{16C74D9E-DD68-A27D-2689-315871FEC84A}"/>
              </a:ext>
            </a:extLst>
          </p:cNvPr>
          <p:cNvSpPr/>
          <p:nvPr/>
        </p:nvSpPr>
        <p:spPr>
          <a:xfrm>
            <a:off x="521381" y="1212534"/>
            <a:ext cx="4212544"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latin typeface="Averta CY Semibold" panose="00000700000000000000" pitchFamily="50" charset="0"/>
              </a:rPr>
              <a:t>TIẾN TRÌNH TRONG SHELL</a:t>
            </a:r>
            <a:endParaRPr lang="en-US" dirty="0">
              <a:latin typeface="Averta CY Semibold" panose="00000700000000000000" pitchFamily="50" charset="0"/>
            </a:endParaRPr>
          </a:p>
        </p:txBody>
      </p:sp>
    </p:spTree>
    <p:extLst>
      <p:ext uri="{BB962C8B-B14F-4D97-AF65-F5344CB8AC3E}">
        <p14:creationId xmlns:p14="http://schemas.microsoft.com/office/powerpoint/2010/main" val="1183573575"/>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0DC06-3767-C8BF-87A3-40B8BCA8E27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FE9FF9E-4EB6-A7AD-706F-18921C008261}"/>
              </a:ext>
            </a:extLst>
          </p:cNvPr>
          <p:cNvSpPr txBox="1"/>
          <p:nvPr/>
        </p:nvSpPr>
        <p:spPr>
          <a:xfrm>
            <a:off x="2439934" y="3775005"/>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3" name="Rectangle: Rounded Corners 2">
            <a:extLst>
              <a:ext uri="{FF2B5EF4-FFF2-40B4-BE49-F238E27FC236}">
                <a16:creationId xmlns:a16="http://schemas.microsoft.com/office/drawing/2014/main" id="{17832E05-CE77-4417-5F35-613577636427}"/>
              </a:ext>
            </a:extLst>
          </p:cNvPr>
          <p:cNvSpPr/>
          <p:nvPr/>
        </p:nvSpPr>
        <p:spPr>
          <a:xfrm>
            <a:off x="521381" y="1212534"/>
            <a:ext cx="3669620"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latin typeface="Averta CY Semibold" panose="00000700000000000000" pitchFamily="50" charset="0"/>
              </a:rPr>
              <a:t>BIẾN TRONG SHELL</a:t>
            </a:r>
            <a:endParaRPr lang="en-US" dirty="0">
              <a:latin typeface="Averta CY Semibold" panose="00000700000000000000" pitchFamily="50" charset="0"/>
            </a:endParaRPr>
          </a:p>
        </p:txBody>
      </p:sp>
      <p:sp>
        <p:nvSpPr>
          <p:cNvPr id="2" name="TextBox 1">
            <a:extLst>
              <a:ext uri="{FF2B5EF4-FFF2-40B4-BE49-F238E27FC236}">
                <a16:creationId xmlns:a16="http://schemas.microsoft.com/office/drawing/2014/main" id="{EE5E0A04-3AB2-4A0E-4DD2-5513317FB68C}"/>
              </a:ext>
            </a:extLst>
          </p:cNvPr>
          <p:cNvSpPr txBox="1"/>
          <p:nvPr/>
        </p:nvSpPr>
        <p:spPr>
          <a:xfrm>
            <a:off x="521381" y="2186692"/>
            <a:ext cx="5574619" cy="300300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q"/>
            </a:pPr>
            <a:r>
              <a:rPr lang="vi-VN" sz="1600" dirty="0">
                <a:solidFill>
                  <a:srgbClr val="00477F"/>
                </a:solidFill>
                <a:latin typeface="+mj-lt"/>
              </a:rPr>
              <a:t>Khai báo một biến</a:t>
            </a:r>
          </a:p>
          <a:p>
            <a:pPr algn="just">
              <a:lnSpc>
                <a:spcPct val="150000"/>
              </a:lnSpc>
            </a:pPr>
            <a:r>
              <a:rPr lang="vi-VN" sz="1600" dirty="0">
                <a:solidFill>
                  <a:srgbClr val="00477F"/>
                </a:solidFill>
                <a:latin typeface="Averta Std CY" panose="00000500000000000000" pitchFamily="50" charset="0"/>
              </a:rPr>
              <a:t>Khai báo theo syntax như sau, lưu ý, Một chuỗi phải được phân cách bằng dấu ngoặc kép nếu nó chứa khoảng trắng. Ngoài ra, không được có bất kỳ khoảng trắng nào ở cả hai bên dấu bằng.</a:t>
            </a:r>
          </a:p>
          <a:p>
            <a:pPr marL="800100" lvl="1" indent="-34290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marL="800100" lvl="1" indent="-342900" algn="just">
              <a:lnSpc>
                <a:spcPct val="150000"/>
              </a:lnSpc>
              <a:buFont typeface="Arial" panose="020B0604020202020204" pitchFamily="34" charset="0"/>
              <a:buChar char="•"/>
            </a:pPr>
            <a:endParaRPr lang="vi-VN" sz="1600" dirty="0">
              <a:solidFill>
                <a:srgbClr val="00477F"/>
              </a:solidFill>
              <a:latin typeface="Averta Std CY" panose="00000500000000000000" pitchFamily="50" charset="0"/>
            </a:endParaRPr>
          </a:p>
          <a:p>
            <a:pPr marL="800100" lvl="1" indent="-342900" algn="just">
              <a:lnSpc>
                <a:spcPct val="150000"/>
              </a:lnSpc>
              <a:buFont typeface="Arial" panose="020B0604020202020204" pitchFamily="34" charset="0"/>
              <a:buChar char="•"/>
            </a:pPr>
            <a:endParaRPr lang="vi-VN" sz="1600" dirty="0">
              <a:solidFill>
                <a:srgbClr val="00477F"/>
              </a:solidFill>
              <a:latin typeface="Averta CY Semibold" panose="00000700000000000000" pitchFamily="50" charset="0"/>
            </a:endParaRPr>
          </a:p>
        </p:txBody>
      </p:sp>
      <p:sp>
        <p:nvSpPr>
          <p:cNvPr id="4" name="Rectangle 3">
            <a:extLst>
              <a:ext uri="{FF2B5EF4-FFF2-40B4-BE49-F238E27FC236}">
                <a16:creationId xmlns:a16="http://schemas.microsoft.com/office/drawing/2014/main" id="{2F36A89F-9F84-EA47-8836-21532CE4B186}"/>
              </a:ext>
            </a:extLst>
          </p:cNvPr>
          <p:cNvSpPr/>
          <p:nvPr/>
        </p:nvSpPr>
        <p:spPr>
          <a:xfrm>
            <a:off x="904703" y="4365816"/>
            <a:ext cx="4807974" cy="526673"/>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1600" dirty="0">
                <a:solidFill>
                  <a:schemeClr val="bg1"/>
                </a:solidFill>
                <a:latin typeface="+mj-lt"/>
              </a:rPr>
              <a:t>variable_name="Value"</a:t>
            </a:r>
            <a:endParaRPr lang="en-US" sz="1600" dirty="0">
              <a:solidFill>
                <a:schemeClr val="bg1"/>
              </a:solidFill>
              <a:latin typeface="+mj-lt"/>
            </a:endParaRPr>
          </a:p>
        </p:txBody>
      </p:sp>
      <p:pic>
        <p:nvPicPr>
          <p:cNvPr id="11" name="Picture 10">
            <a:extLst>
              <a:ext uri="{FF2B5EF4-FFF2-40B4-BE49-F238E27FC236}">
                <a16:creationId xmlns:a16="http://schemas.microsoft.com/office/drawing/2014/main" id="{43CF475F-4D6B-0F99-8653-6B0AF834C930}"/>
              </a:ext>
            </a:extLst>
          </p:cNvPr>
          <p:cNvPicPr>
            <a:picLocks noChangeAspect="1"/>
          </p:cNvPicPr>
          <p:nvPr/>
        </p:nvPicPr>
        <p:blipFill>
          <a:blip r:embed="rId3"/>
          <a:stretch>
            <a:fillRect/>
          </a:stretch>
        </p:blipFill>
        <p:spPr>
          <a:xfrm>
            <a:off x="7421528" y="2426741"/>
            <a:ext cx="3513173" cy="2696528"/>
          </a:xfrm>
          <a:prstGeom prst="rect">
            <a:avLst/>
          </a:prstGeom>
        </p:spPr>
      </p:pic>
      <p:sp>
        <p:nvSpPr>
          <p:cNvPr id="12" name="Rectangle 11">
            <a:extLst>
              <a:ext uri="{FF2B5EF4-FFF2-40B4-BE49-F238E27FC236}">
                <a16:creationId xmlns:a16="http://schemas.microsoft.com/office/drawing/2014/main" id="{C067C3B6-5C7E-645C-5AC4-ED65A584DB5E}"/>
              </a:ext>
            </a:extLst>
          </p:cNvPr>
          <p:cNvSpPr/>
          <p:nvPr/>
        </p:nvSpPr>
        <p:spPr>
          <a:xfrm>
            <a:off x="7858126" y="2505075"/>
            <a:ext cx="2305050" cy="352425"/>
          </a:xfrm>
          <a:prstGeom prst="rect">
            <a:avLst/>
          </a:prstGeom>
          <a:noFill/>
          <a:ln w="381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697786793"/>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67D55-E6EC-3D4F-0FDB-67268A0E0BEE}"/>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D27FA592-1D68-4580-9EF4-E7E8611F20D0}"/>
              </a:ext>
            </a:extLst>
          </p:cNvPr>
          <p:cNvSpPr/>
          <p:nvPr/>
        </p:nvSpPr>
        <p:spPr>
          <a:xfrm>
            <a:off x="521380" y="1212534"/>
            <a:ext cx="528886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ĐIỀU </a:t>
            </a:r>
            <a:r>
              <a:rPr lang="vi-VN">
                <a:latin typeface="Averta CY Semibold" panose="00000700000000000000" pitchFamily="50" charset="0"/>
              </a:rPr>
              <a:t>KIỆN VÀ BIỂU THỨC TRONG SHELL</a:t>
            </a:r>
            <a:endParaRPr lang="en-US" dirty="0">
              <a:latin typeface="Averta CY Semibold" panose="00000700000000000000" pitchFamily="50" charset="0"/>
            </a:endParaRPr>
          </a:p>
        </p:txBody>
      </p:sp>
      <p:pic>
        <p:nvPicPr>
          <p:cNvPr id="11" name="Picture 10">
            <a:extLst>
              <a:ext uri="{FF2B5EF4-FFF2-40B4-BE49-F238E27FC236}">
                <a16:creationId xmlns:a16="http://schemas.microsoft.com/office/drawing/2014/main" id="{CB4F8607-A404-B940-135C-1918AA71549E}"/>
              </a:ext>
            </a:extLst>
          </p:cNvPr>
          <p:cNvPicPr>
            <a:picLocks noChangeAspect="1"/>
          </p:cNvPicPr>
          <p:nvPr/>
        </p:nvPicPr>
        <p:blipFill>
          <a:blip r:embed="rId3"/>
          <a:stretch>
            <a:fillRect/>
          </a:stretch>
        </p:blipFill>
        <p:spPr>
          <a:xfrm>
            <a:off x="6786790" y="1635039"/>
            <a:ext cx="4883830" cy="4327094"/>
          </a:xfrm>
          <a:prstGeom prst="rect">
            <a:avLst/>
          </a:prstGeom>
        </p:spPr>
      </p:pic>
      <p:pic>
        <p:nvPicPr>
          <p:cNvPr id="12" name="Picture 11">
            <a:extLst>
              <a:ext uri="{FF2B5EF4-FFF2-40B4-BE49-F238E27FC236}">
                <a16:creationId xmlns:a16="http://schemas.microsoft.com/office/drawing/2014/main" id="{3338108A-9D94-D01C-2838-6F1A1AF5016A}"/>
              </a:ext>
            </a:extLst>
          </p:cNvPr>
          <p:cNvPicPr>
            <a:picLocks noChangeAspect="1"/>
          </p:cNvPicPr>
          <p:nvPr/>
        </p:nvPicPr>
        <p:blipFill>
          <a:blip r:embed="rId4"/>
          <a:stretch>
            <a:fillRect/>
          </a:stretch>
        </p:blipFill>
        <p:spPr>
          <a:xfrm>
            <a:off x="704852" y="2256909"/>
            <a:ext cx="5572124" cy="3809999"/>
          </a:xfrm>
          <a:prstGeom prst="rect">
            <a:avLst/>
          </a:prstGeom>
        </p:spPr>
      </p:pic>
    </p:spTree>
    <p:extLst>
      <p:ext uri="{BB962C8B-B14F-4D97-AF65-F5344CB8AC3E}">
        <p14:creationId xmlns:p14="http://schemas.microsoft.com/office/powerpoint/2010/main" val="3539241077"/>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2260E-42DE-30BD-9325-434AB653CAB0}"/>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D0EA6E65-E64F-09A6-4C92-A9C834EBBE1F}"/>
              </a:ext>
            </a:extLst>
          </p:cNvPr>
          <p:cNvSpPr/>
          <p:nvPr/>
        </p:nvSpPr>
        <p:spPr>
          <a:xfrm>
            <a:off x="521380" y="1212534"/>
            <a:ext cx="4288745"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CÂU ĐIỀU KIỆN IF - ELSE - FI</a:t>
            </a:r>
            <a:endParaRPr lang="en-US" dirty="0">
              <a:latin typeface="Averta CY Semibold" panose="00000700000000000000" pitchFamily="50" charset="0"/>
            </a:endParaRPr>
          </a:p>
        </p:txBody>
      </p:sp>
      <p:pic>
        <p:nvPicPr>
          <p:cNvPr id="2" name="Picture 1">
            <a:extLst>
              <a:ext uri="{FF2B5EF4-FFF2-40B4-BE49-F238E27FC236}">
                <a16:creationId xmlns:a16="http://schemas.microsoft.com/office/drawing/2014/main" id="{3B0C0900-BFC6-03DE-5726-F8AADAAA4773}"/>
              </a:ext>
            </a:extLst>
          </p:cNvPr>
          <p:cNvPicPr>
            <a:picLocks noChangeAspect="1"/>
          </p:cNvPicPr>
          <p:nvPr/>
        </p:nvPicPr>
        <p:blipFill>
          <a:blip r:embed="rId3"/>
          <a:stretch>
            <a:fillRect/>
          </a:stretch>
        </p:blipFill>
        <p:spPr>
          <a:xfrm>
            <a:off x="5782941" y="2627947"/>
            <a:ext cx="5178111" cy="2211705"/>
          </a:xfrm>
          <a:prstGeom prst="rect">
            <a:avLst/>
          </a:prstGeom>
        </p:spPr>
      </p:pic>
      <p:sp>
        <p:nvSpPr>
          <p:cNvPr id="9" name="TextBox 8">
            <a:extLst>
              <a:ext uri="{FF2B5EF4-FFF2-40B4-BE49-F238E27FC236}">
                <a16:creationId xmlns:a16="http://schemas.microsoft.com/office/drawing/2014/main" id="{97D8A001-AC20-6A7E-B4AE-53EE599CD93E}"/>
              </a:ext>
            </a:extLst>
          </p:cNvPr>
          <p:cNvSpPr txBox="1"/>
          <p:nvPr/>
        </p:nvSpPr>
        <p:spPr>
          <a:xfrm>
            <a:off x="809625" y="2627947"/>
            <a:ext cx="4288745" cy="226433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en-US" sz="1600" dirty="0">
                <a:solidFill>
                  <a:srgbClr val="00477F"/>
                </a:solidFill>
                <a:latin typeface="+mj-lt"/>
              </a:rPr>
              <a:t>if </a:t>
            </a:r>
            <a:r>
              <a:rPr lang="vi-VN" sz="1600" dirty="0">
                <a:solidFill>
                  <a:srgbClr val="00477F"/>
                </a:solidFill>
                <a:latin typeface="Averta Std CY" panose="00000500000000000000" pitchFamily="50" charset="0"/>
              </a:rPr>
              <a:t>[condition]</a:t>
            </a:r>
            <a:endParaRPr lang="en-US" sz="1600" dirty="0">
              <a:solidFill>
                <a:srgbClr val="00477F"/>
              </a:solidFill>
              <a:latin typeface="Averta Std CY" panose="00000500000000000000" pitchFamily="50" charset="0"/>
            </a:endParaRPr>
          </a:p>
          <a:p>
            <a:pPr>
              <a:lnSpc>
                <a:spcPct val="150000"/>
              </a:lnSpc>
            </a:pPr>
            <a:r>
              <a:rPr lang="en-US" sz="1600" dirty="0">
                <a:solidFill>
                  <a:srgbClr val="00477F"/>
                </a:solidFill>
                <a:latin typeface="+mj-lt"/>
              </a:rPr>
              <a:t>then</a:t>
            </a:r>
          </a:p>
          <a:p>
            <a:pPr>
              <a:lnSpc>
                <a:spcPct val="150000"/>
              </a:lnSpc>
            </a:pPr>
            <a:r>
              <a:rPr lang="en-US" sz="1600" dirty="0">
                <a:solidFill>
                  <a:srgbClr val="00477F"/>
                </a:solidFill>
                <a:latin typeface="Averta CY Semibold" panose="00000700000000000000" pitchFamily="50" charset="0"/>
              </a:rPr>
              <a:t>      </a:t>
            </a:r>
            <a:r>
              <a:rPr lang="vi-VN" sz="1600" dirty="0">
                <a:solidFill>
                  <a:srgbClr val="00477F"/>
                </a:solidFill>
                <a:latin typeface="Averta Std CY" panose="00000500000000000000" pitchFamily="50" charset="0"/>
              </a:rPr>
              <a:t>[statements]</a:t>
            </a:r>
            <a:endParaRPr lang="en-US" sz="1600" dirty="0">
              <a:solidFill>
                <a:srgbClr val="00477F"/>
              </a:solidFill>
              <a:latin typeface="Averta Std CY" panose="00000500000000000000" pitchFamily="50" charset="0"/>
            </a:endParaRPr>
          </a:p>
          <a:p>
            <a:pPr>
              <a:lnSpc>
                <a:spcPct val="150000"/>
              </a:lnSpc>
            </a:pPr>
            <a:r>
              <a:rPr lang="en-US" sz="1600" dirty="0">
                <a:solidFill>
                  <a:srgbClr val="00477F"/>
                </a:solidFill>
                <a:latin typeface="+mj-lt"/>
              </a:rPr>
              <a:t>else</a:t>
            </a:r>
          </a:p>
          <a:p>
            <a:pPr>
              <a:lnSpc>
                <a:spcPct val="150000"/>
              </a:lnSpc>
            </a:pPr>
            <a:r>
              <a:rPr lang="en-US" sz="1600" dirty="0">
                <a:solidFill>
                  <a:srgbClr val="00477F"/>
                </a:solidFill>
                <a:latin typeface="Averta Std CY" panose="00000500000000000000" pitchFamily="50" charset="0"/>
              </a:rPr>
              <a:t>      </a:t>
            </a:r>
            <a:r>
              <a:rPr lang="vi-VN" sz="1600" dirty="0">
                <a:solidFill>
                  <a:srgbClr val="00477F"/>
                </a:solidFill>
                <a:latin typeface="Averta Std CY" panose="00000500000000000000" pitchFamily="50" charset="0"/>
              </a:rPr>
              <a:t>[statements]</a:t>
            </a:r>
            <a:endParaRPr lang="en-US" sz="1600" dirty="0">
              <a:solidFill>
                <a:srgbClr val="00477F"/>
              </a:solidFill>
              <a:latin typeface="Averta Std CY" panose="00000500000000000000" pitchFamily="50" charset="0"/>
            </a:endParaRPr>
          </a:p>
          <a:p>
            <a:pPr>
              <a:lnSpc>
                <a:spcPct val="150000"/>
              </a:lnSpc>
            </a:pPr>
            <a:r>
              <a:rPr lang="en-US" sz="1600" dirty="0">
                <a:solidFill>
                  <a:srgbClr val="00477F"/>
                </a:solidFill>
                <a:latin typeface="+mj-lt"/>
              </a:rPr>
              <a:t>fi</a:t>
            </a:r>
          </a:p>
        </p:txBody>
      </p:sp>
    </p:spTree>
    <p:extLst>
      <p:ext uri="{BB962C8B-B14F-4D97-AF65-F5344CB8AC3E}">
        <p14:creationId xmlns:p14="http://schemas.microsoft.com/office/powerpoint/2010/main" val="307457502"/>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89085-F496-025C-7905-F1FE19DC7ECB}"/>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9C7EF2DE-B469-AE7A-3F57-974026937FCC}"/>
              </a:ext>
            </a:extLst>
          </p:cNvPr>
          <p:cNvSpPr/>
          <p:nvPr/>
        </p:nvSpPr>
        <p:spPr>
          <a:xfrm>
            <a:off x="521380" y="1212534"/>
            <a:ext cx="4288745"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CÂU ĐIỀU KIỆN CASE</a:t>
            </a:r>
            <a:endParaRPr lang="en-US" dirty="0">
              <a:latin typeface="Averta CY Semibold" panose="00000700000000000000" pitchFamily="50" charset="0"/>
            </a:endParaRPr>
          </a:p>
        </p:txBody>
      </p:sp>
      <p:sp>
        <p:nvSpPr>
          <p:cNvPr id="9" name="TextBox 8">
            <a:extLst>
              <a:ext uri="{FF2B5EF4-FFF2-40B4-BE49-F238E27FC236}">
                <a16:creationId xmlns:a16="http://schemas.microsoft.com/office/drawing/2014/main" id="{373B431E-8C79-B635-FD08-9FAA49EC3E46}"/>
              </a:ext>
            </a:extLst>
          </p:cNvPr>
          <p:cNvSpPr txBox="1"/>
          <p:nvPr/>
        </p:nvSpPr>
        <p:spPr>
          <a:xfrm>
            <a:off x="809625" y="2627947"/>
            <a:ext cx="4288745" cy="189500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en-US" sz="1600" dirty="0">
                <a:solidFill>
                  <a:srgbClr val="00477F"/>
                </a:solidFill>
                <a:latin typeface="+mj-lt"/>
              </a:rPr>
              <a:t>case variables in</a:t>
            </a:r>
          </a:p>
          <a:p>
            <a:pPr>
              <a:lnSpc>
                <a:spcPct val="150000"/>
              </a:lnSpc>
            </a:pPr>
            <a:r>
              <a:rPr lang="en-US" sz="1600" dirty="0">
                <a:solidFill>
                  <a:srgbClr val="00477F"/>
                </a:solidFill>
                <a:latin typeface="+mj-lt"/>
              </a:rPr>
              <a:t>pattern [  | pattern] ….) statements ;;</a:t>
            </a:r>
          </a:p>
          <a:p>
            <a:pPr>
              <a:lnSpc>
                <a:spcPct val="150000"/>
              </a:lnSpc>
            </a:pPr>
            <a:r>
              <a:rPr lang="en-US" sz="1600" dirty="0">
                <a:solidFill>
                  <a:srgbClr val="00477F"/>
                </a:solidFill>
                <a:latin typeface="+mj-lt"/>
              </a:rPr>
              <a:t>pattern [  | pattern] ….) statements ;;</a:t>
            </a:r>
          </a:p>
          <a:p>
            <a:pPr>
              <a:lnSpc>
                <a:spcPct val="150000"/>
              </a:lnSpc>
            </a:pPr>
            <a:r>
              <a:rPr lang="en-US" sz="1600" dirty="0">
                <a:solidFill>
                  <a:srgbClr val="00477F"/>
                </a:solidFill>
                <a:latin typeface="+mj-lt"/>
              </a:rPr>
              <a:t>…</a:t>
            </a:r>
          </a:p>
          <a:p>
            <a:pPr>
              <a:lnSpc>
                <a:spcPct val="150000"/>
              </a:lnSpc>
            </a:pPr>
            <a:r>
              <a:rPr lang="en-US" sz="1600" dirty="0" err="1">
                <a:solidFill>
                  <a:srgbClr val="00477F"/>
                </a:solidFill>
                <a:latin typeface="+mj-lt"/>
              </a:rPr>
              <a:t>esac</a:t>
            </a:r>
            <a:endParaRPr lang="en-US" sz="1600" dirty="0">
              <a:solidFill>
                <a:srgbClr val="00477F"/>
              </a:solidFill>
              <a:latin typeface="+mj-lt"/>
            </a:endParaRPr>
          </a:p>
        </p:txBody>
      </p:sp>
      <p:pic>
        <p:nvPicPr>
          <p:cNvPr id="4" name="Picture 3">
            <a:extLst>
              <a:ext uri="{FF2B5EF4-FFF2-40B4-BE49-F238E27FC236}">
                <a16:creationId xmlns:a16="http://schemas.microsoft.com/office/drawing/2014/main" id="{998D32A8-029B-9F43-E572-D381C03B0922}"/>
              </a:ext>
            </a:extLst>
          </p:cNvPr>
          <p:cNvPicPr>
            <a:picLocks noChangeAspect="1"/>
          </p:cNvPicPr>
          <p:nvPr/>
        </p:nvPicPr>
        <p:blipFill>
          <a:blip r:embed="rId3"/>
          <a:stretch>
            <a:fillRect/>
          </a:stretch>
        </p:blipFill>
        <p:spPr>
          <a:xfrm>
            <a:off x="5883350" y="2066926"/>
            <a:ext cx="4572878" cy="3191192"/>
          </a:xfrm>
          <a:prstGeom prst="rect">
            <a:avLst/>
          </a:prstGeom>
        </p:spPr>
      </p:pic>
    </p:spTree>
    <p:extLst>
      <p:ext uri="{BB962C8B-B14F-4D97-AF65-F5344CB8AC3E}">
        <p14:creationId xmlns:p14="http://schemas.microsoft.com/office/powerpoint/2010/main" val="1448335423"/>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DE116-DDF7-173A-728F-532A9B38AB6D}"/>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CA6450CD-4368-AF0C-2499-8AEBD9647300}"/>
              </a:ext>
            </a:extLst>
          </p:cNvPr>
          <p:cNvSpPr/>
          <p:nvPr/>
        </p:nvSpPr>
        <p:spPr>
          <a:xfrm>
            <a:off x="521380" y="1212534"/>
            <a:ext cx="4288745"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VÒNG LẶP TRONG SHELL</a:t>
            </a:r>
            <a:endParaRPr lang="en-US" dirty="0">
              <a:latin typeface="Averta CY Semibold" panose="00000700000000000000" pitchFamily="50" charset="0"/>
            </a:endParaRPr>
          </a:p>
        </p:txBody>
      </p:sp>
      <p:sp>
        <p:nvSpPr>
          <p:cNvPr id="9" name="TextBox 8">
            <a:extLst>
              <a:ext uri="{FF2B5EF4-FFF2-40B4-BE49-F238E27FC236}">
                <a16:creationId xmlns:a16="http://schemas.microsoft.com/office/drawing/2014/main" id="{3CC437B2-F66A-71DA-1B4A-9D39D356A110}"/>
              </a:ext>
            </a:extLst>
          </p:cNvPr>
          <p:cNvSpPr txBox="1"/>
          <p:nvPr/>
        </p:nvSpPr>
        <p:spPr>
          <a:xfrm>
            <a:off x="638175" y="2275637"/>
            <a:ext cx="4288745" cy="152567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en-US" sz="1600" dirty="0">
                <a:solidFill>
                  <a:srgbClr val="00477F"/>
                </a:solidFill>
                <a:latin typeface="+mj-lt"/>
              </a:rPr>
              <a:t>for </a:t>
            </a:r>
            <a:r>
              <a:rPr lang="vi-VN" sz="1600" dirty="0">
                <a:solidFill>
                  <a:srgbClr val="00477F"/>
                </a:solidFill>
                <a:latin typeface="Averta Std CY" panose="00000500000000000000" pitchFamily="50" charset="0"/>
              </a:rPr>
              <a:t>[variable]</a:t>
            </a:r>
            <a:r>
              <a:rPr lang="en-US" sz="1600" dirty="0">
                <a:solidFill>
                  <a:srgbClr val="00477F"/>
                </a:solidFill>
                <a:latin typeface="Averta Std CY" panose="00000500000000000000" pitchFamily="50" charset="0"/>
              </a:rPr>
              <a:t> </a:t>
            </a:r>
            <a:r>
              <a:rPr lang="en-US" sz="1600" dirty="0">
                <a:solidFill>
                  <a:srgbClr val="00477F"/>
                </a:solidFill>
                <a:latin typeface="+mj-lt"/>
              </a:rPr>
              <a:t>in </a:t>
            </a:r>
            <a:r>
              <a:rPr lang="vi-VN" sz="1600" dirty="0">
                <a:solidFill>
                  <a:srgbClr val="00477F"/>
                </a:solidFill>
                <a:latin typeface="Averta Std CY" panose="00000500000000000000" pitchFamily="50" charset="0"/>
              </a:rPr>
              <a:t>[values]</a:t>
            </a:r>
            <a:endParaRPr lang="en-US" sz="1600" dirty="0">
              <a:solidFill>
                <a:srgbClr val="00477F"/>
              </a:solidFill>
              <a:latin typeface="Averta Std CY" panose="00000500000000000000" pitchFamily="50" charset="0"/>
            </a:endParaRPr>
          </a:p>
          <a:p>
            <a:pPr>
              <a:lnSpc>
                <a:spcPct val="150000"/>
              </a:lnSpc>
            </a:pPr>
            <a:r>
              <a:rPr lang="en-US" sz="1600" dirty="0">
                <a:solidFill>
                  <a:srgbClr val="00477F"/>
                </a:solidFill>
                <a:latin typeface="+mj-lt"/>
              </a:rPr>
              <a:t>do</a:t>
            </a:r>
          </a:p>
          <a:p>
            <a:pPr>
              <a:lnSpc>
                <a:spcPct val="150000"/>
              </a:lnSpc>
            </a:pPr>
            <a:r>
              <a:rPr lang="en-US" sz="1600" dirty="0">
                <a:solidFill>
                  <a:srgbClr val="00477F"/>
                </a:solidFill>
                <a:latin typeface="+mj-lt"/>
              </a:rPr>
              <a:t>      </a:t>
            </a:r>
            <a:r>
              <a:rPr lang="vi-VN" sz="1600" dirty="0">
                <a:solidFill>
                  <a:srgbClr val="00477F"/>
                </a:solidFill>
                <a:latin typeface="Averta Std CY" panose="00000500000000000000" pitchFamily="50" charset="0"/>
              </a:rPr>
              <a:t>[statements]</a:t>
            </a:r>
            <a:endParaRPr lang="en-US" sz="1600" dirty="0">
              <a:solidFill>
                <a:srgbClr val="00477F"/>
              </a:solidFill>
              <a:latin typeface="Averta Std CY" panose="00000500000000000000" pitchFamily="50" charset="0"/>
            </a:endParaRPr>
          </a:p>
          <a:p>
            <a:pPr>
              <a:lnSpc>
                <a:spcPct val="150000"/>
              </a:lnSpc>
            </a:pPr>
            <a:r>
              <a:rPr lang="en-US" sz="1600" dirty="0">
                <a:solidFill>
                  <a:srgbClr val="00477F"/>
                </a:solidFill>
                <a:latin typeface="+mj-lt"/>
              </a:rPr>
              <a:t>done</a:t>
            </a:r>
          </a:p>
        </p:txBody>
      </p:sp>
      <p:pic>
        <p:nvPicPr>
          <p:cNvPr id="4" name="Picture 3">
            <a:extLst>
              <a:ext uri="{FF2B5EF4-FFF2-40B4-BE49-F238E27FC236}">
                <a16:creationId xmlns:a16="http://schemas.microsoft.com/office/drawing/2014/main" id="{6539504F-EE3F-70A9-5960-FB3B7D3A0323}"/>
              </a:ext>
            </a:extLst>
          </p:cNvPr>
          <p:cNvPicPr>
            <a:picLocks noChangeAspect="1"/>
          </p:cNvPicPr>
          <p:nvPr/>
        </p:nvPicPr>
        <p:blipFill>
          <a:blip r:embed="rId3"/>
          <a:stretch>
            <a:fillRect/>
          </a:stretch>
        </p:blipFill>
        <p:spPr>
          <a:xfrm>
            <a:off x="6282372" y="2275637"/>
            <a:ext cx="3785553" cy="1385963"/>
          </a:xfrm>
          <a:prstGeom prst="rect">
            <a:avLst/>
          </a:prstGeom>
        </p:spPr>
      </p:pic>
      <p:sp>
        <p:nvSpPr>
          <p:cNvPr id="5" name="TextBox 4">
            <a:extLst>
              <a:ext uri="{FF2B5EF4-FFF2-40B4-BE49-F238E27FC236}">
                <a16:creationId xmlns:a16="http://schemas.microsoft.com/office/drawing/2014/main" id="{4E448F48-6F0F-54FE-B1DB-EA8772A5A0B2}"/>
              </a:ext>
            </a:extLst>
          </p:cNvPr>
          <p:cNvSpPr txBox="1"/>
          <p:nvPr/>
        </p:nvSpPr>
        <p:spPr>
          <a:xfrm>
            <a:off x="638175" y="4307169"/>
            <a:ext cx="4288745" cy="115634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en-US" sz="1600" dirty="0">
                <a:solidFill>
                  <a:srgbClr val="00477F"/>
                </a:solidFill>
                <a:latin typeface="Averta CY Semibold" panose="00000700000000000000" pitchFamily="50" charset="0"/>
              </a:rPr>
              <a:t>while </a:t>
            </a:r>
            <a:r>
              <a:rPr lang="vi-VN" sz="1600" dirty="0">
                <a:solidFill>
                  <a:srgbClr val="00477F"/>
                </a:solidFill>
                <a:latin typeface="Averta Std CY" panose="00000500000000000000" pitchFamily="50" charset="0"/>
              </a:rPr>
              <a:t>[condition]</a:t>
            </a:r>
            <a:r>
              <a:rPr lang="en-US" sz="1600" dirty="0">
                <a:solidFill>
                  <a:srgbClr val="00477F"/>
                </a:solidFill>
                <a:latin typeface="Averta Std CY" panose="00000500000000000000" pitchFamily="50" charset="0"/>
              </a:rPr>
              <a:t> </a:t>
            </a:r>
            <a:r>
              <a:rPr lang="en-US" sz="1600" dirty="0">
                <a:solidFill>
                  <a:srgbClr val="00477F"/>
                </a:solidFill>
                <a:latin typeface="Averta CY Semibold" panose="00000700000000000000" pitchFamily="50" charset="0"/>
              </a:rPr>
              <a:t>do</a:t>
            </a:r>
          </a:p>
          <a:p>
            <a:pPr>
              <a:lnSpc>
                <a:spcPct val="150000"/>
              </a:lnSpc>
            </a:pPr>
            <a:r>
              <a:rPr lang="en-US" sz="1600" dirty="0">
                <a:solidFill>
                  <a:srgbClr val="00477F"/>
                </a:solidFill>
                <a:latin typeface="Averta CY Semibold" panose="00000700000000000000" pitchFamily="50" charset="0"/>
              </a:rPr>
              <a:t>   </a:t>
            </a:r>
            <a:r>
              <a:rPr lang="vi-VN" sz="1600" dirty="0">
                <a:solidFill>
                  <a:srgbClr val="00477F"/>
                </a:solidFill>
                <a:latin typeface="Averta Std CY" panose="00000500000000000000" pitchFamily="50" charset="0"/>
              </a:rPr>
              <a:t>[statements]</a:t>
            </a:r>
            <a:endParaRPr lang="en-US" sz="1600" dirty="0">
              <a:solidFill>
                <a:srgbClr val="00477F"/>
              </a:solidFill>
              <a:latin typeface="Averta Std CY" panose="00000500000000000000" pitchFamily="50" charset="0"/>
            </a:endParaRPr>
          </a:p>
          <a:p>
            <a:pPr>
              <a:lnSpc>
                <a:spcPct val="150000"/>
              </a:lnSpc>
            </a:pPr>
            <a:r>
              <a:rPr lang="en-US" sz="1600" dirty="0">
                <a:solidFill>
                  <a:srgbClr val="00477F"/>
                </a:solidFill>
                <a:latin typeface="Averta CY Semibold" panose="00000700000000000000" pitchFamily="50" charset="0"/>
              </a:rPr>
              <a:t>done</a:t>
            </a:r>
          </a:p>
        </p:txBody>
      </p:sp>
      <p:pic>
        <p:nvPicPr>
          <p:cNvPr id="7" name="Picture 6">
            <a:extLst>
              <a:ext uri="{FF2B5EF4-FFF2-40B4-BE49-F238E27FC236}">
                <a16:creationId xmlns:a16="http://schemas.microsoft.com/office/drawing/2014/main" id="{C6443E4E-C680-2BC2-F582-6FACD732DEC2}"/>
              </a:ext>
            </a:extLst>
          </p:cNvPr>
          <p:cNvPicPr>
            <a:picLocks noChangeAspect="1"/>
          </p:cNvPicPr>
          <p:nvPr/>
        </p:nvPicPr>
        <p:blipFill>
          <a:blip r:embed="rId4"/>
          <a:stretch>
            <a:fillRect/>
          </a:stretch>
        </p:blipFill>
        <p:spPr>
          <a:xfrm>
            <a:off x="6282372" y="4135507"/>
            <a:ext cx="3785553" cy="1421346"/>
          </a:xfrm>
          <a:prstGeom prst="rect">
            <a:avLst/>
          </a:prstGeom>
        </p:spPr>
      </p:pic>
    </p:spTree>
    <p:extLst>
      <p:ext uri="{BB962C8B-B14F-4D97-AF65-F5344CB8AC3E}">
        <p14:creationId xmlns:p14="http://schemas.microsoft.com/office/powerpoint/2010/main" val="3284678584"/>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37BE0-791E-35DE-B4CA-A1DD0704D6BA}"/>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39D10610-B0AB-A400-2D18-C663CA18514C}"/>
              </a:ext>
            </a:extLst>
          </p:cNvPr>
          <p:cNvSpPr/>
          <p:nvPr/>
        </p:nvSpPr>
        <p:spPr>
          <a:xfrm>
            <a:off x="521380" y="1212534"/>
            <a:ext cx="4288745"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HÀM TRONG SHELL</a:t>
            </a:r>
            <a:endParaRPr lang="en-US" dirty="0">
              <a:latin typeface="Averta CY Semibold" panose="00000700000000000000" pitchFamily="50" charset="0"/>
            </a:endParaRPr>
          </a:p>
        </p:txBody>
      </p:sp>
      <p:sp>
        <p:nvSpPr>
          <p:cNvPr id="9" name="TextBox 8">
            <a:extLst>
              <a:ext uri="{FF2B5EF4-FFF2-40B4-BE49-F238E27FC236}">
                <a16:creationId xmlns:a16="http://schemas.microsoft.com/office/drawing/2014/main" id="{DECC4703-61CE-864B-F667-57A95B294CA7}"/>
              </a:ext>
            </a:extLst>
          </p:cNvPr>
          <p:cNvSpPr txBox="1"/>
          <p:nvPr/>
        </p:nvSpPr>
        <p:spPr>
          <a:xfrm>
            <a:off x="733425" y="3094787"/>
            <a:ext cx="4288745" cy="115634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en-US" sz="1600" dirty="0" err="1">
                <a:solidFill>
                  <a:srgbClr val="00477F"/>
                </a:solidFill>
                <a:latin typeface="+mj-lt"/>
              </a:rPr>
              <a:t>function_name</a:t>
            </a:r>
            <a:r>
              <a:rPr lang="en-US" sz="1600" dirty="0">
                <a:solidFill>
                  <a:srgbClr val="00477F"/>
                </a:solidFill>
                <a:latin typeface="+mj-lt"/>
              </a:rPr>
              <a:t> () {</a:t>
            </a:r>
          </a:p>
          <a:p>
            <a:pPr>
              <a:lnSpc>
                <a:spcPct val="150000"/>
              </a:lnSpc>
            </a:pPr>
            <a:r>
              <a:rPr lang="en-US" sz="1600" dirty="0">
                <a:solidFill>
                  <a:srgbClr val="00477F"/>
                </a:solidFill>
                <a:latin typeface="+mj-lt"/>
              </a:rPr>
              <a:t>       </a:t>
            </a:r>
            <a:r>
              <a:rPr lang="en-US" sz="1600" dirty="0">
                <a:solidFill>
                  <a:srgbClr val="00477F"/>
                </a:solidFill>
                <a:latin typeface="Averta Std CY" panose="00000500000000000000" pitchFamily="50" charset="0"/>
              </a:rPr>
              <a:t>statements</a:t>
            </a:r>
          </a:p>
          <a:p>
            <a:pPr>
              <a:lnSpc>
                <a:spcPct val="150000"/>
              </a:lnSpc>
            </a:pPr>
            <a:r>
              <a:rPr lang="en-US" sz="1600" dirty="0">
                <a:solidFill>
                  <a:srgbClr val="00477F"/>
                </a:solidFill>
                <a:latin typeface="+mj-lt"/>
              </a:rPr>
              <a:t>}</a:t>
            </a:r>
          </a:p>
        </p:txBody>
      </p:sp>
      <p:pic>
        <p:nvPicPr>
          <p:cNvPr id="8" name="Picture 7">
            <a:extLst>
              <a:ext uri="{FF2B5EF4-FFF2-40B4-BE49-F238E27FC236}">
                <a16:creationId xmlns:a16="http://schemas.microsoft.com/office/drawing/2014/main" id="{3DA275F8-5B4A-1959-925A-9F2C7B2A2EA1}"/>
              </a:ext>
            </a:extLst>
          </p:cNvPr>
          <p:cNvPicPr>
            <a:picLocks noChangeAspect="1"/>
          </p:cNvPicPr>
          <p:nvPr/>
        </p:nvPicPr>
        <p:blipFill>
          <a:blip r:embed="rId3"/>
          <a:stretch>
            <a:fillRect/>
          </a:stretch>
        </p:blipFill>
        <p:spPr>
          <a:xfrm>
            <a:off x="6850697" y="1756845"/>
            <a:ext cx="3576955" cy="3832225"/>
          </a:xfrm>
          <a:prstGeom prst="rect">
            <a:avLst/>
          </a:prstGeom>
        </p:spPr>
      </p:pic>
    </p:spTree>
    <p:extLst>
      <p:ext uri="{BB962C8B-B14F-4D97-AF65-F5344CB8AC3E}">
        <p14:creationId xmlns:p14="http://schemas.microsoft.com/office/powerpoint/2010/main" val="2834652512"/>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66907-D607-EF4F-751B-CA1B8058F04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B1B1E39-516B-6A9D-8A97-166E971EC844}"/>
              </a:ext>
            </a:extLst>
          </p:cNvPr>
          <p:cNvSpPr txBox="1"/>
          <p:nvPr/>
        </p:nvSpPr>
        <p:spPr>
          <a:xfrm>
            <a:off x="2439934" y="3775005"/>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3" name="Rectangle: Rounded Corners 2">
            <a:extLst>
              <a:ext uri="{FF2B5EF4-FFF2-40B4-BE49-F238E27FC236}">
                <a16:creationId xmlns:a16="http://schemas.microsoft.com/office/drawing/2014/main" id="{0776411B-6B58-003F-F660-EFFA0C0C3B6C}"/>
              </a:ext>
            </a:extLst>
          </p:cNvPr>
          <p:cNvSpPr/>
          <p:nvPr/>
        </p:nvSpPr>
        <p:spPr>
          <a:xfrm>
            <a:off x="521380" y="1212534"/>
            <a:ext cx="488881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TẠO VÀ CHẠY MỘT SHELL SCRIPT</a:t>
            </a:r>
            <a:endParaRPr lang="en-US" dirty="0">
              <a:latin typeface="Averta CY Semibold" panose="00000700000000000000" pitchFamily="50" charset="0"/>
            </a:endParaRPr>
          </a:p>
        </p:txBody>
      </p:sp>
      <p:sp>
        <p:nvSpPr>
          <p:cNvPr id="2" name="TextBox 1">
            <a:extLst>
              <a:ext uri="{FF2B5EF4-FFF2-40B4-BE49-F238E27FC236}">
                <a16:creationId xmlns:a16="http://schemas.microsoft.com/office/drawing/2014/main" id="{EB53CE19-060E-2F9B-408B-E83A6CA8C8FB}"/>
              </a:ext>
            </a:extLst>
          </p:cNvPr>
          <p:cNvSpPr txBox="1"/>
          <p:nvPr/>
        </p:nvSpPr>
        <p:spPr>
          <a:xfrm>
            <a:off x="521376" y="1929517"/>
            <a:ext cx="7641547" cy="787010"/>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q"/>
            </a:pPr>
            <a:r>
              <a:rPr lang="vi-VN" sz="1600" dirty="0">
                <a:solidFill>
                  <a:srgbClr val="00477F"/>
                </a:solidFill>
                <a:latin typeface="Averta Std CY Extrabold" panose="00000900000000000000" pitchFamily="50" charset="0"/>
              </a:rPr>
              <a:t>Bước 1. </a:t>
            </a:r>
            <a:r>
              <a:rPr lang="vi-VN" sz="1600" dirty="0">
                <a:solidFill>
                  <a:srgbClr val="00477F"/>
                </a:solidFill>
                <a:latin typeface="Averta CY Semibold" panose="00000700000000000000" pitchFamily="50" charset="0"/>
              </a:rPr>
              <a:t>Tạo file Shell Script</a:t>
            </a:r>
          </a:p>
          <a:p>
            <a:pPr algn="just">
              <a:lnSpc>
                <a:spcPct val="150000"/>
              </a:lnSpc>
            </a:pPr>
            <a:r>
              <a:rPr lang="vi-VN" sz="1600" dirty="0">
                <a:solidFill>
                  <a:srgbClr val="00477F"/>
                </a:solidFill>
                <a:latin typeface="Averta CY Semibold" panose="00000700000000000000" pitchFamily="50" charset="0"/>
              </a:rPr>
              <a:t>       </a:t>
            </a:r>
            <a:r>
              <a:rPr lang="vi-VN" sz="1600" dirty="0">
                <a:solidFill>
                  <a:srgbClr val="00477F"/>
                </a:solidFill>
                <a:latin typeface="Averta Std CY" panose="00000500000000000000" pitchFamily="50" charset="0"/>
              </a:rPr>
              <a:t>Sử dụng trình soạn thảo văn bản như vim, nano hoặc gedit.</a:t>
            </a:r>
          </a:p>
        </p:txBody>
      </p:sp>
      <p:sp>
        <p:nvSpPr>
          <p:cNvPr id="8" name="TextBox 7">
            <a:extLst>
              <a:ext uri="{FF2B5EF4-FFF2-40B4-BE49-F238E27FC236}">
                <a16:creationId xmlns:a16="http://schemas.microsoft.com/office/drawing/2014/main" id="{8EBFBB5B-9531-2FDC-D2B5-5CBAF8C3E865}"/>
              </a:ext>
            </a:extLst>
          </p:cNvPr>
          <p:cNvSpPr txBox="1"/>
          <p:nvPr/>
        </p:nvSpPr>
        <p:spPr>
          <a:xfrm>
            <a:off x="521375" y="2661564"/>
            <a:ext cx="9003622" cy="1895006"/>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q"/>
            </a:pPr>
            <a:r>
              <a:rPr lang="vi-VN" sz="1600" dirty="0">
                <a:solidFill>
                  <a:srgbClr val="00477F"/>
                </a:solidFill>
                <a:latin typeface="Averta Std CY Extrabold" panose="00000900000000000000" pitchFamily="50" charset="0"/>
              </a:rPr>
              <a:t>Bước 2. </a:t>
            </a:r>
            <a:r>
              <a:rPr lang="vi-VN" sz="1600" dirty="0">
                <a:solidFill>
                  <a:srgbClr val="00477F"/>
                </a:solidFill>
                <a:latin typeface="Averta CY Semibold" panose="00000700000000000000" pitchFamily="50" charset="0"/>
              </a:rPr>
              <a:t>Viết lệnh trong script</a:t>
            </a:r>
          </a:p>
          <a:p>
            <a:pPr algn="just">
              <a:lnSpc>
                <a:spcPct val="150000"/>
              </a:lnSpc>
            </a:pPr>
            <a:r>
              <a:rPr lang="vi-VN" sz="1600" dirty="0">
                <a:solidFill>
                  <a:srgbClr val="00477F"/>
                </a:solidFill>
                <a:latin typeface="Averta Std CY" panose="00000500000000000000" pitchFamily="50" charset="0"/>
              </a:rPr>
              <a:t>       Dòng đầu tiên phải bắt đầu bằng </a:t>
            </a:r>
            <a:r>
              <a:rPr lang="vi-VN" sz="1600" dirty="0">
                <a:solidFill>
                  <a:srgbClr val="00477F"/>
                </a:solidFill>
                <a:latin typeface="+mj-lt"/>
              </a:rPr>
              <a:t>#!/bin/bash</a:t>
            </a:r>
            <a:r>
              <a:rPr lang="vi-VN" sz="1600" dirty="0">
                <a:solidFill>
                  <a:srgbClr val="00477F"/>
                </a:solidFill>
                <a:latin typeface="Averta Std CY" panose="00000500000000000000" pitchFamily="50" charset="0"/>
              </a:rPr>
              <a:t> để chỉ định trình thông dịch shell.</a:t>
            </a:r>
          </a:p>
          <a:p>
            <a:pPr algn="just">
              <a:lnSpc>
                <a:spcPct val="150000"/>
              </a:lnSpc>
            </a:pPr>
            <a:r>
              <a:rPr lang="vi-VN" sz="1600" dirty="0">
                <a:solidFill>
                  <a:srgbClr val="00477F"/>
                </a:solidFill>
                <a:latin typeface="Averta Std CY" panose="00000500000000000000" pitchFamily="50" charset="0"/>
              </a:rPr>
              <a:t>       Lưu và thoát khỏi trình soạn thảo.</a:t>
            </a:r>
          </a:p>
          <a:p>
            <a:pPr algn="just">
              <a:lnSpc>
                <a:spcPct val="150000"/>
              </a:lnSpc>
            </a:pPr>
            <a:r>
              <a:rPr lang="vi-VN" sz="1600" dirty="0">
                <a:solidFill>
                  <a:srgbClr val="00477F"/>
                </a:solidFill>
                <a:latin typeface="Averta Std CY" panose="00000500000000000000" pitchFamily="50" charset="0"/>
              </a:rPr>
              <a:t>	</a:t>
            </a:r>
            <a:r>
              <a:rPr lang="vi-VN" sz="1600" dirty="0">
                <a:solidFill>
                  <a:srgbClr val="00477F"/>
                </a:solidFill>
                <a:latin typeface="Averta CY Semibold" panose="00000700000000000000" pitchFamily="50" charset="0"/>
              </a:rPr>
              <a:t>nano: </a:t>
            </a:r>
            <a:r>
              <a:rPr lang="vi-VN" sz="1600" dirty="0">
                <a:solidFill>
                  <a:srgbClr val="00477F"/>
                </a:solidFill>
                <a:latin typeface="Averta Std CY" panose="00000500000000000000" pitchFamily="50" charset="0"/>
              </a:rPr>
              <a:t>Nhấn CTRL + X, sau đó nhấn Y và Enter.</a:t>
            </a:r>
          </a:p>
          <a:p>
            <a:pPr algn="just">
              <a:lnSpc>
                <a:spcPct val="150000"/>
              </a:lnSpc>
            </a:pPr>
            <a:r>
              <a:rPr lang="vi-VN" sz="1600" dirty="0">
                <a:solidFill>
                  <a:srgbClr val="00477F"/>
                </a:solidFill>
                <a:latin typeface="Averta Std CY" panose="00000500000000000000" pitchFamily="50" charset="0"/>
              </a:rPr>
              <a:t>	</a:t>
            </a:r>
            <a:r>
              <a:rPr lang="vi-VN" sz="1600" dirty="0">
                <a:solidFill>
                  <a:srgbClr val="00477F"/>
                </a:solidFill>
                <a:latin typeface="Averta CY Semibold" panose="00000700000000000000" pitchFamily="50" charset="0"/>
              </a:rPr>
              <a:t>vim: </a:t>
            </a:r>
            <a:r>
              <a:rPr lang="vi-VN" sz="1600" dirty="0">
                <a:solidFill>
                  <a:srgbClr val="00477F"/>
                </a:solidFill>
                <a:latin typeface="Averta Std CY" panose="00000500000000000000" pitchFamily="50" charset="0"/>
              </a:rPr>
              <a:t>Nhấn ESC, nhập :wq và nhấn Enter. </a:t>
            </a:r>
          </a:p>
        </p:txBody>
      </p:sp>
      <p:sp>
        <p:nvSpPr>
          <p:cNvPr id="9" name="TextBox 8">
            <a:extLst>
              <a:ext uri="{FF2B5EF4-FFF2-40B4-BE49-F238E27FC236}">
                <a16:creationId xmlns:a16="http://schemas.microsoft.com/office/drawing/2014/main" id="{59683DC5-B287-7D80-866D-5EADBB6DE5ED}"/>
              </a:ext>
            </a:extLst>
          </p:cNvPr>
          <p:cNvSpPr txBox="1"/>
          <p:nvPr/>
        </p:nvSpPr>
        <p:spPr>
          <a:xfrm>
            <a:off x="521374" y="4556570"/>
            <a:ext cx="7641547" cy="787010"/>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q"/>
            </a:pPr>
            <a:r>
              <a:rPr lang="vi-VN" sz="1600" dirty="0">
                <a:solidFill>
                  <a:srgbClr val="00477F"/>
                </a:solidFill>
                <a:latin typeface="Averta Std CY Extrabold" panose="00000900000000000000" pitchFamily="50" charset="0"/>
              </a:rPr>
              <a:t>Bước 3. </a:t>
            </a:r>
            <a:r>
              <a:rPr lang="vi-VN" sz="1600" dirty="0">
                <a:solidFill>
                  <a:srgbClr val="00477F"/>
                </a:solidFill>
                <a:latin typeface="Averta CY Semibold" panose="00000700000000000000" pitchFamily="50" charset="0"/>
              </a:rPr>
              <a:t>Cấp quyền thực thi</a:t>
            </a:r>
          </a:p>
          <a:p>
            <a:pPr algn="just">
              <a:lnSpc>
                <a:spcPct val="150000"/>
              </a:lnSpc>
            </a:pPr>
            <a:r>
              <a:rPr lang="vi-VN" sz="1600" dirty="0">
                <a:solidFill>
                  <a:srgbClr val="00477F"/>
                </a:solidFill>
                <a:latin typeface="Averta CY Semibold" panose="00000700000000000000" pitchFamily="50" charset="0"/>
              </a:rPr>
              <a:t>       </a:t>
            </a:r>
            <a:r>
              <a:rPr lang="vi-VN" sz="1600" dirty="0">
                <a:solidFill>
                  <a:srgbClr val="00477F"/>
                </a:solidFill>
                <a:latin typeface="Averta Std CY" panose="00000500000000000000" pitchFamily="50" charset="0"/>
              </a:rPr>
              <a:t>Sử dụng lệnh: </a:t>
            </a:r>
            <a:r>
              <a:rPr lang="vi-VN" sz="1600" dirty="0">
                <a:solidFill>
                  <a:srgbClr val="00477F"/>
                </a:solidFill>
                <a:latin typeface="Averta CY Semibold" panose="00000700000000000000" pitchFamily="50" charset="0"/>
              </a:rPr>
              <a:t>chmod +x [scriptname].sh</a:t>
            </a:r>
            <a:endParaRPr lang="vi-VN" sz="1600" dirty="0">
              <a:solidFill>
                <a:srgbClr val="00477F"/>
              </a:solidFill>
              <a:latin typeface="Averta Std CY" panose="00000500000000000000" pitchFamily="50" charset="0"/>
            </a:endParaRPr>
          </a:p>
        </p:txBody>
      </p:sp>
      <p:sp>
        <p:nvSpPr>
          <p:cNvPr id="10" name="TextBox 9">
            <a:extLst>
              <a:ext uri="{FF2B5EF4-FFF2-40B4-BE49-F238E27FC236}">
                <a16:creationId xmlns:a16="http://schemas.microsoft.com/office/drawing/2014/main" id="{39FDBF04-F19D-A2B4-85FF-FC6673FB31D5}"/>
              </a:ext>
            </a:extLst>
          </p:cNvPr>
          <p:cNvSpPr txBox="1"/>
          <p:nvPr/>
        </p:nvSpPr>
        <p:spPr>
          <a:xfrm>
            <a:off x="521375" y="5453506"/>
            <a:ext cx="7641547" cy="787010"/>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q"/>
            </a:pPr>
            <a:r>
              <a:rPr lang="vi-VN" sz="1600" dirty="0">
                <a:solidFill>
                  <a:srgbClr val="00477F"/>
                </a:solidFill>
                <a:latin typeface="Averta Std CY Extrabold" panose="00000900000000000000" pitchFamily="50" charset="0"/>
              </a:rPr>
              <a:t>Bước 4. </a:t>
            </a:r>
            <a:r>
              <a:rPr lang="vi-VN" sz="1600" dirty="0">
                <a:solidFill>
                  <a:srgbClr val="00477F"/>
                </a:solidFill>
                <a:latin typeface="Averta CY Semibold" panose="00000700000000000000" pitchFamily="50" charset="0"/>
              </a:rPr>
              <a:t>Chạy tập lệnh</a:t>
            </a:r>
          </a:p>
          <a:p>
            <a:pPr algn="just">
              <a:lnSpc>
                <a:spcPct val="150000"/>
              </a:lnSpc>
            </a:pPr>
            <a:r>
              <a:rPr lang="vi-VN" sz="1600" dirty="0">
                <a:solidFill>
                  <a:srgbClr val="00477F"/>
                </a:solidFill>
                <a:latin typeface="Averta Std CY" panose="00000500000000000000" pitchFamily="50" charset="0"/>
              </a:rPr>
              <a:t>       Sử dụng lệnh: </a:t>
            </a:r>
            <a:r>
              <a:rPr lang="vi-VN" sz="1600" dirty="0">
                <a:solidFill>
                  <a:srgbClr val="00477F"/>
                </a:solidFill>
                <a:latin typeface="Averta CY Semibold" panose="00000700000000000000" pitchFamily="50" charset="0"/>
              </a:rPr>
              <a:t>./[scriptname].sh</a:t>
            </a:r>
            <a:endParaRPr lang="vi-VN" sz="1600" dirty="0">
              <a:solidFill>
                <a:srgbClr val="00477F"/>
              </a:solidFill>
              <a:latin typeface="Averta Std CY" panose="00000500000000000000" pitchFamily="50" charset="0"/>
            </a:endParaRPr>
          </a:p>
        </p:txBody>
      </p:sp>
    </p:spTree>
    <p:extLst>
      <p:ext uri="{BB962C8B-B14F-4D97-AF65-F5344CB8AC3E}">
        <p14:creationId xmlns:p14="http://schemas.microsoft.com/office/powerpoint/2010/main" val="1551123961"/>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7">
      <a:majorFont>
        <a:latin typeface="Averta CY Bold"/>
        <a:ea typeface=""/>
        <a:cs typeface=""/>
      </a:majorFont>
      <a:minorFont>
        <a:latin typeface="Averta CY Thi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4738</TotalTime>
  <Words>2417</Words>
  <Application>Microsoft Office PowerPoint</Application>
  <PresentationFormat>Widescreen</PresentationFormat>
  <Paragraphs>332</Paragraphs>
  <Slides>26</Slides>
  <Notes>26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Averta Std CY</vt:lpstr>
      <vt:lpstr>Wingdings</vt:lpstr>
      <vt:lpstr>Averta CY Semibold</vt:lpstr>
      <vt:lpstr>Averta Std CY Extrabold</vt:lpstr>
      <vt:lpstr>Arial</vt:lpstr>
      <vt:lpstr>Averta CY</vt:lpstr>
      <vt:lpstr>Averta CY Bold</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Minh Đình</dc:creator>
  <cp:lastModifiedBy>Minh Đình</cp:lastModifiedBy>
  <cp:revision>40</cp:revision>
  <dcterms:created xsi:type="dcterms:W3CDTF">2024-05-21T15:04:40Z</dcterms:created>
  <dcterms:modified xsi:type="dcterms:W3CDTF">2025-02-16T17:44:47Z</dcterms:modified>
</cp:coreProperties>
</file>