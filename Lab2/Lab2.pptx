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28"/>
  </p:notesMasterIdLst>
  <p:handoutMasterIdLst>
    <p:handoutMasterId r:id="rId29"/>
  </p:handoutMasterIdLst>
  <p:sldIdLst>
    <p:sldId id="256" r:id="rId2"/>
    <p:sldId id="340" r:id="rId3"/>
    <p:sldId id="368" r:id="rId4"/>
    <p:sldId id="369" r:id="rId5"/>
    <p:sldId id="382" r:id="rId6"/>
    <p:sldId id="342" r:id="rId7"/>
    <p:sldId id="370" r:id="rId8"/>
    <p:sldId id="371" r:id="rId9"/>
    <p:sldId id="372" r:id="rId10"/>
    <p:sldId id="336" r:id="rId11"/>
    <p:sldId id="373" r:id="rId12"/>
    <p:sldId id="374" r:id="rId13"/>
    <p:sldId id="376" r:id="rId14"/>
    <p:sldId id="375" r:id="rId15"/>
    <p:sldId id="377" r:id="rId16"/>
    <p:sldId id="379" r:id="rId17"/>
    <p:sldId id="378" r:id="rId18"/>
    <p:sldId id="380" r:id="rId19"/>
    <p:sldId id="381" r:id="rId20"/>
    <p:sldId id="383" r:id="rId21"/>
    <p:sldId id="384" r:id="rId22"/>
    <p:sldId id="385" r:id="rId23"/>
    <p:sldId id="386" r:id="rId24"/>
    <p:sldId id="387" r:id="rId25"/>
    <p:sldId id="388" r:id="rId26"/>
    <p:sldId id="390" r:id="rId27"/>
  </p:sldIdLst>
  <p:sldSz cx="12192000" cy="6858000"/>
  <p:notesSz cx="6858000" cy="9144000"/>
  <p:embeddedFontLst>
    <p:embeddedFont>
      <p:font typeface="Averta CY" panose="00000500000000000000" pitchFamily="50" charset="0"/>
      <p:regular r:id="rId30"/>
      <p:italic r:id="rId31"/>
    </p:embeddedFont>
    <p:embeddedFont>
      <p:font typeface="Averta CY Bold" panose="00000800000000000000" pitchFamily="50" charset="0"/>
      <p:bold r:id="rId32"/>
      <p:boldItalic r:id="rId33"/>
    </p:embeddedFont>
    <p:embeddedFont>
      <p:font typeface="Averta CY Semibold" panose="00000700000000000000" pitchFamily="50" charset="0"/>
      <p:bold r:id="rId34"/>
      <p:boldItalic r:id="rId35"/>
    </p:embeddedFont>
    <p:embeddedFont>
      <p:font typeface="Averta Std CY" panose="00000500000000000000" pitchFamily="50" charset="0"/>
      <p:regular r:id="rId36"/>
      <p:italic r:id="rId37"/>
    </p:embeddedFont>
    <p:embeddedFont>
      <p:font typeface="Averta Std CY Bold" panose="00000800000000000000" pitchFamily="50" charset="0"/>
      <p:bold r:id="rId38"/>
      <p:boldItalic r:id="rId39"/>
    </p:embeddedFont>
    <p:embeddedFont>
      <p:font typeface="Averta Std CY Extrabold" panose="00000900000000000000" pitchFamily="50" charset="0"/>
      <p:bold r:id="rId40"/>
      <p:boldItalic r:id="rId4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477F"/>
    <a:srgbClr val="FFFFFF"/>
    <a:srgbClr val="0263B9"/>
    <a:srgbClr val="E9E9E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2C3207A-1CB9-4613-B23E-E26B3B669B58}" v="163" dt="2025-02-23T17:54:45.69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04" autoAdjust="0"/>
    <p:restoredTop sz="78542" autoAdjust="0"/>
  </p:normalViewPr>
  <p:slideViewPr>
    <p:cSldViewPr snapToGrid="0">
      <p:cViewPr varScale="1">
        <p:scale>
          <a:sx n="61" d="100"/>
          <a:sy n="61" d="100"/>
        </p:scale>
        <p:origin x="1512" y="58"/>
      </p:cViewPr>
      <p:guideLst/>
    </p:cSldViewPr>
  </p:slideViewPr>
  <p:notesTextViewPr>
    <p:cViewPr>
      <p:scale>
        <a:sx n="125" d="100"/>
        <a:sy n="125" d="100"/>
      </p:scale>
      <p:origin x="0" y="0"/>
    </p:cViewPr>
  </p:notesTextViewPr>
  <p:notesViewPr>
    <p:cSldViewPr snapToGrid="0">
      <p:cViewPr varScale="1">
        <p:scale>
          <a:sx n="59" d="100"/>
          <a:sy n="59" d="100"/>
        </p:scale>
        <p:origin x="3298" y="8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0.fntdata"/><Relationship Id="rId21" Type="http://schemas.openxmlformats.org/officeDocument/2006/relationships/slide" Target="slides/slide20.xml"/><Relationship Id="rId34" Type="http://schemas.openxmlformats.org/officeDocument/2006/relationships/font" Target="fonts/font5.fntdata"/><Relationship Id="rId42" Type="http://schemas.openxmlformats.org/officeDocument/2006/relationships/presProps" Target="presProps.xml"/><Relationship Id="rId47"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3.fntdata"/><Relationship Id="rId37" Type="http://schemas.openxmlformats.org/officeDocument/2006/relationships/font" Target="fonts/font8.fntdata"/><Relationship Id="rId40" Type="http://schemas.openxmlformats.org/officeDocument/2006/relationships/font" Target="fonts/font11.fntdata"/><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font" Target="fonts/font7.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openxmlformats.org/officeDocument/2006/relationships/font" Target="fonts/font6.fntdata"/><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4.fntdata"/><Relationship Id="rId38" Type="http://schemas.openxmlformats.org/officeDocument/2006/relationships/font" Target="fonts/font9.fntdata"/><Relationship Id="rId46"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font" Target="fonts/font12.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nh Đình" userId="836bd1e508d52677" providerId="LiveId" clId="{52C3207A-1CB9-4613-B23E-E26B3B669B58}"/>
    <pc:docChg chg="undo redo custSel addSld delSld modSld sldOrd">
      <pc:chgData name="Minh Đình" userId="836bd1e508d52677" providerId="LiveId" clId="{52C3207A-1CB9-4613-B23E-E26B3B669B58}" dt="2025-02-24T02:53:56.751" v="3009" actId="20577"/>
      <pc:docMkLst>
        <pc:docMk/>
      </pc:docMkLst>
      <pc:sldChg chg="modSp mod">
        <pc:chgData name="Minh Đình" userId="836bd1e508d52677" providerId="LiveId" clId="{52C3207A-1CB9-4613-B23E-E26B3B669B58}" dt="2025-02-23T11:35:22.464" v="17" actId="20577"/>
        <pc:sldMkLst>
          <pc:docMk/>
          <pc:sldMk cId="345753689" sldId="256"/>
        </pc:sldMkLst>
        <pc:spChg chg="mod">
          <ac:chgData name="Minh Đình" userId="836bd1e508d52677" providerId="LiveId" clId="{52C3207A-1CB9-4613-B23E-E26B3B669B58}" dt="2025-02-23T11:35:22.464" v="17" actId="20577"/>
          <ac:spMkLst>
            <pc:docMk/>
            <pc:sldMk cId="345753689" sldId="256"/>
            <ac:spMk id="4" creationId="{DB3A15CA-E8F9-8934-82F2-7178AD31101E}"/>
          </ac:spMkLst>
        </pc:spChg>
      </pc:sldChg>
      <pc:sldChg chg="addSp delSp modSp mod modNotesTx">
        <pc:chgData name="Minh Đình" userId="836bd1e508d52677" providerId="LiveId" clId="{52C3207A-1CB9-4613-B23E-E26B3B669B58}" dt="2025-02-23T17:41:41.327" v="2717" actId="20577"/>
        <pc:sldMkLst>
          <pc:docMk/>
          <pc:sldMk cId="2694637366" sldId="336"/>
        </pc:sldMkLst>
        <pc:spChg chg="mod">
          <ac:chgData name="Minh Đình" userId="836bd1e508d52677" providerId="LiveId" clId="{52C3207A-1CB9-4613-B23E-E26B3B669B58}" dt="2025-02-23T17:41:41.327" v="2717" actId="20577"/>
          <ac:spMkLst>
            <pc:docMk/>
            <pc:sldMk cId="2694637366" sldId="336"/>
            <ac:spMk id="2" creationId="{6ED74681-892D-3886-1883-777A8A51A8F9}"/>
          </ac:spMkLst>
        </pc:spChg>
        <pc:spChg chg="add del mod">
          <ac:chgData name="Minh Đình" userId="836bd1e508d52677" providerId="LiveId" clId="{52C3207A-1CB9-4613-B23E-E26B3B669B58}" dt="2025-02-23T16:15:27.858" v="1003"/>
          <ac:spMkLst>
            <pc:docMk/>
            <pc:sldMk cId="2694637366" sldId="336"/>
            <ac:spMk id="5" creationId="{40EAC3CF-49BA-44D7-F7AC-9988C426DF31}"/>
          </ac:spMkLst>
        </pc:spChg>
        <pc:spChg chg="add del mod">
          <ac:chgData name="Minh Đình" userId="836bd1e508d52677" providerId="LiveId" clId="{52C3207A-1CB9-4613-B23E-E26B3B669B58}" dt="2025-02-23T16:22:06.321" v="1101" actId="478"/>
          <ac:spMkLst>
            <pc:docMk/>
            <pc:sldMk cId="2694637366" sldId="336"/>
            <ac:spMk id="9" creationId="{93CD4EB6-3539-C18D-B524-1DE45B600959}"/>
          </ac:spMkLst>
        </pc:spChg>
        <pc:spChg chg="add mod">
          <ac:chgData name="Minh Đình" userId="836bd1e508d52677" providerId="LiveId" clId="{52C3207A-1CB9-4613-B23E-E26B3B669B58}" dt="2025-02-23T16:25:39.836" v="1143" actId="1036"/>
          <ac:spMkLst>
            <pc:docMk/>
            <pc:sldMk cId="2694637366" sldId="336"/>
            <ac:spMk id="10" creationId="{EDEB38D6-A128-8599-05D7-F856C235CD58}"/>
          </ac:spMkLst>
        </pc:spChg>
        <pc:spChg chg="add mod">
          <ac:chgData name="Minh Đình" userId="836bd1e508d52677" providerId="LiveId" clId="{52C3207A-1CB9-4613-B23E-E26B3B669B58}" dt="2025-02-23T17:41:35.696" v="2697"/>
          <ac:spMkLst>
            <pc:docMk/>
            <pc:sldMk cId="2694637366" sldId="336"/>
            <ac:spMk id="12" creationId="{F37F2C9D-A392-357F-0CF2-1B4A08137702}"/>
          </ac:spMkLst>
        </pc:spChg>
        <pc:graphicFrameChg chg="del">
          <ac:chgData name="Minh Đình" userId="836bd1e508d52677" providerId="LiveId" clId="{52C3207A-1CB9-4613-B23E-E26B3B669B58}" dt="2025-02-23T16:14:43.103" v="990" actId="478"/>
          <ac:graphicFrameMkLst>
            <pc:docMk/>
            <pc:sldMk cId="2694637366" sldId="336"/>
            <ac:graphicFrameMk id="3" creationId="{B4064978-78A6-9C40-8A14-4E48CC6FB37A}"/>
          </ac:graphicFrameMkLst>
        </pc:graphicFrameChg>
        <pc:graphicFrameChg chg="add del mod modGraphic">
          <ac:chgData name="Minh Đình" userId="836bd1e508d52677" providerId="LiveId" clId="{52C3207A-1CB9-4613-B23E-E26B3B669B58}" dt="2025-02-23T16:20:09.188" v="1043" actId="478"/>
          <ac:graphicFrameMkLst>
            <pc:docMk/>
            <pc:sldMk cId="2694637366" sldId="336"/>
            <ac:graphicFrameMk id="7" creationId="{4EF70E08-5A99-E162-9682-5CC714B42D85}"/>
          </ac:graphicFrameMkLst>
        </pc:graphicFrameChg>
        <pc:picChg chg="add mod">
          <ac:chgData name="Minh Đình" userId="836bd1e508d52677" providerId="LiveId" clId="{52C3207A-1CB9-4613-B23E-E26B3B669B58}" dt="2025-02-23T16:25:39.836" v="1143" actId="1036"/>
          <ac:picMkLst>
            <pc:docMk/>
            <pc:sldMk cId="2694637366" sldId="336"/>
            <ac:picMk id="3074" creationId="{FFCCF2A0-DAF5-863B-1EE2-E72E47D2641F}"/>
          </ac:picMkLst>
        </pc:picChg>
      </pc:sldChg>
      <pc:sldChg chg="del">
        <pc:chgData name="Minh Đình" userId="836bd1e508d52677" providerId="LiveId" clId="{52C3207A-1CB9-4613-B23E-E26B3B669B58}" dt="2025-02-23T16:34:55" v="1388" actId="47"/>
        <pc:sldMkLst>
          <pc:docMk/>
          <pc:sldMk cId="3903432784" sldId="337"/>
        </pc:sldMkLst>
      </pc:sldChg>
      <pc:sldChg chg="del">
        <pc:chgData name="Minh Đình" userId="836bd1e508d52677" providerId="LiveId" clId="{52C3207A-1CB9-4613-B23E-E26B3B669B58}" dt="2025-02-23T16:34:55.755" v="1389" actId="47"/>
        <pc:sldMkLst>
          <pc:docMk/>
          <pc:sldMk cId="512646845" sldId="338"/>
        </pc:sldMkLst>
      </pc:sldChg>
      <pc:sldChg chg="del">
        <pc:chgData name="Minh Đình" userId="836bd1e508d52677" providerId="LiveId" clId="{52C3207A-1CB9-4613-B23E-E26B3B669B58}" dt="2025-02-23T16:34:56.844" v="1390" actId="47"/>
        <pc:sldMkLst>
          <pc:docMk/>
          <pc:sldMk cId="4151899137" sldId="339"/>
        </pc:sldMkLst>
      </pc:sldChg>
      <pc:sldChg chg="addSp delSp modSp mod modNotesTx">
        <pc:chgData name="Minh Đình" userId="836bd1e508d52677" providerId="LiveId" clId="{52C3207A-1CB9-4613-B23E-E26B3B669B58}" dt="2025-02-24T02:52:50.762" v="2993" actId="20577"/>
        <pc:sldMkLst>
          <pc:docMk/>
          <pc:sldMk cId="2354964483" sldId="340"/>
        </pc:sldMkLst>
        <pc:spChg chg="mod">
          <ac:chgData name="Minh Đình" userId="836bd1e508d52677" providerId="LiveId" clId="{52C3207A-1CB9-4613-B23E-E26B3B669B58}" dt="2025-02-23T11:49:17.205" v="52" actId="20577"/>
          <ac:spMkLst>
            <pc:docMk/>
            <pc:sldMk cId="2354964483" sldId="340"/>
            <ac:spMk id="2" creationId="{0AAA35CF-EE04-3072-2794-8E37FEDF4650}"/>
          </ac:spMkLst>
        </pc:spChg>
        <pc:spChg chg="add mod">
          <ac:chgData name="Minh Đình" userId="836bd1e508d52677" providerId="LiveId" clId="{52C3207A-1CB9-4613-B23E-E26B3B669B58}" dt="2025-02-23T11:51:12.818" v="99" actId="1076"/>
          <ac:spMkLst>
            <pc:docMk/>
            <pc:sldMk cId="2354964483" sldId="340"/>
            <ac:spMk id="5" creationId="{7ED689E4-9FE6-6180-2E1F-20140DAF7B6B}"/>
          </ac:spMkLst>
        </pc:spChg>
        <pc:spChg chg="del">
          <ac:chgData name="Minh Đình" userId="836bd1e508d52677" providerId="LiveId" clId="{52C3207A-1CB9-4613-B23E-E26B3B669B58}" dt="2025-02-23T11:48:45.343" v="18" actId="478"/>
          <ac:spMkLst>
            <pc:docMk/>
            <pc:sldMk cId="2354964483" sldId="340"/>
            <ac:spMk id="10" creationId="{CEF5A8A1-15AE-04A6-E970-7C3A3F4E15CA}"/>
          </ac:spMkLst>
        </pc:spChg>
        <pc:spChg chg="add del">
          <ac:chgData name="Minh Đình" userId="836bd1e508d52677" providerId="LiveId" clId="{52C3207A-1CB9-4613-B23E-E26B3B669B58}" dt="2025-02-23T11:53:35.218" v="126" actId="478"/>
          <ac:spMkLst>
            <pc:docMk/>
            <pc:sldMk cId="2354964483" sldId="340"/>
            <ac:spMk id="11" creationId="{99B435C2-E832-7593-D99A-EE98BBF6685A}"/>
          </ac:spMkLst>
        </pc:spChg>
        <pc:spChg chg="add del mod">
          <ac:chgData name="Minh Đình" userId="836bd1e508d52677" providerId="LiveId" clId="{52C3207A-1CB9-4613-B23E-E26B3B669B58}" dt="2025-02-23T11:53:50.722" v="130" actId="478"/>
          <ac:spMkLst>
            <pc:docMk/>
            <pc:sldMk cId="2354964483" sldId="340"/>
            <ac:spMk id="12" creationId="{973D73D2-FF7B-D370-0A97-9D246547B755}"/>
          </ac:spMkLst>
        </pc:spChg>
        <pc:spChg chg="add mod">
          <ac:chgData name="Minh Đình" userId="836bd1e508d52677" providerId="LiveId" clId="{52C3207A-1CB9-4613-B23E-E26B3B669B58}" dt="2025-02-23T12:10:20.822" v="348" actId="1076"/>
          <ac:spMkLst>
            <pc:docMk/>
            <pc:sldMk cId="2354964483" sldId="340"/>
            <ac:spMk id="13" creationId="{E83F9E5A-B24C-7298-50E5-0493269B3F84}"/>
          </ac:spMkLst>
        </pc:spChg>
        <pc:spChg chg="add mod">
          <ac:chgData name="Minh Đình" userId="836bd1e508d52677" providerId="LiveId" clId="{52C3207A-1CB9-4613-B23E-E26B3B669B58}" dt="2025-02-23T12:10:20.822" v="348" actId="1076"/>
          <ac:spMkLst>
            <pc:docMk/>
            <pc:sldMk cId="2354964483" sldId="340"/>
            <ac:spMk id="14" creationId="{4120EB07-E87B-8E31-D5FC-8435556C405F}"/>
          </ac:spMkLst>
        </pc:spChg>
        <pc:spChg chg="add mod">
          <ac:chgData name="Minh Đình" userId="836bd1e508d52677" providerId="LiveId" clId="{52C3207A-1CB9-4613-B23E-E26B3B669B58}" dt="2025-02-23T12:10:20.822" v="348" actId="1076"/>
          <ac:spMkLst>
            <pc:docMk/>
            <pc:sldMk cId="2354964483" sldId="340"/>
            <ac:spMk id="15" creationId="{F466D505-9676-80DE-5A0B-D640C2DF81C5}"/>
          </ac:spMkLst>
        </pc:spChg>
        <pc:spChg chg="add mod">
          <ac:chgData name="Minh Đình" userId="836bd1e508d52677" providerId="LiveId" clId="{52C3207A-1CB9-4613-B23E-E26B3B669B58}" dt="2025-02-23T12:10:46.533" v="378" actId="1076"/>
          <ac:spMkLst>
            <pc:docMk/>
            <pc:sldMk cId="2354964483" sldId="340"/>
            <ac:spMk id="16" creationId="{ACD6EFBA-0FDA-E7E6-5B42-92E267A27606}"/>
          </ac:spMkLst>
        </pc:spChg>
        <pc:spChg chg="add del mod">
          <ac:chgData name="Minh Đình" userId="836bd1e508d52677" providerId="LiveId" clId="{52C3207A-1CB9-4613-B23E-E26B3B669B58}" dt="2025-02-23T12:11:41.669" v="401" actId="478"/>
          <ac:spMkLst>
            <pc:docMk/>
            <pc:sldMk cId="2354964483" sldId="340"/>
            <ac:spMk id="17" creationId="{0527B096-FB31-B078-2360-4A751762E4A4}"/>
          </ac:spMkLst>
        </pc:spChg>
        <pc:spChg chg="add del mod">
          <ac:chgData name="Minh Đình" userId="836bd1e508d52677" providerId="LiveId" clId="{52C3207A-1CB9-4613-B23E-E26B3B669B58}" dt="2025-02-23T11:59:35.031" v="303" actId="478"/>
          <ac:spMkLst>
            <pc:docMk/>
            <pc:sldMk cId="2354964483" sldId="340"/>
            <ac:spMk id="18" creationId="{65A99D76-63EB-6A28-7A18-8913EDACEB04}"/>
          </ac:spMkLst>
        </pc:spChg>
        <pc:spChg chg="add mod">
          <ac:chgData name="Minh Đình" userId="836bd1e508d52677" providerId="LiveId" clId="{52C3207A-1CB9-4613-B23E-E26B3B669B58}" dt="2025-02-23T12:10:55.147" v="392" actId="20577"/>
          <ac:spMkLst>
            <pc:docMk/>
            <pc:sldMk cId="2354964483" sldId="340"/>
            <ac:spMk id="19" creationId="{5BBAAEDC-2627-2C13-15F7-6016FE6BF4AA}"/>
          </ac:spMkLst>
        </pc:spChg>
        <pc:spChg chg="add mod">
          <ac:chgData name="Minh Đình" userId="836bd1e508d52677" providerId="LiveId" clId="{52C3207A-1CB9-4613-B23E-E26B3B669B58}" dt="2025-02-23T12:11:52.523" v="412"/>
          <ac:spMkLst>
            <pc:docMk/>
            <pc:sldMk cId="2354964483" sldId="340"/>
            <ac:spMk id="20" creationId="{10846C65-FC98-E2F1-B938-4365610F39FC}"/>
          </ac:spMkLst>
        </pc:spChg>
        <pc:spChg chg="add mod">
          <ac:chgData name="Minh Đình" userId="836bd1e508d52677" providerId="LiveId" clId="{52C3207A-1CB9-4613-B23E-E26B3B669B58}" dt="2025-02-23T12:12:41.215" v="435" actId="20577"/>
          <ac:spMkLst>
            <pc:docMk/>
            <pc:sldMk cId="2354964483" sldId="340"/>
            <ac:spMk id="21" creationId="{633048DE-5753-9CC1-E381-47244C34E8C1}"/>
          </ac:spMkLst>
        </pc:spChg>
        <pc:spChg chg="add mod">
          <ac:chgData name="Minh Đình" userId="836bd1e508d52677" providerId="LiveId" clId="{52C3207A-1CB9-4613-B23E-E26B3B669B58}" dt="2025-02-23T12:13:04.781" v="458" actId="20577"/>
          <ac:spMkLst>
            <pc:docMk/>
            <pc:sldMk cId="2354964483" sldId="340"/>
            <ac:spMk id="22" creationId="{96E78A6A-5694-931B-3325-4D464909AF35}"/>
          </ac:spMkLst>
        </pc:spChg>
        <pc:spChg chg="add mod">
          <ac:chgData name="Minh Đình" userId="836bd1e508d52677" providerId="LiveId" clId="{52C3207A-1CB9-4613-B23E-E26B3B669B58}" dt="2025-02-23T12:13:20.554" v="473" actId="20577"/>
          <ac:spMkLst>
            <pc:docMk/>
            <pc:sldMk cId="2354964483" sldId="340"/>
            <ac:spMk id="23" creationId="{3B9C362F-29C6-B367-6DAA-34ABAF4BEA6E}"/>
          </ac:spMkLst>
        </pc:spChg>
        <pc:graphicFrameChg chg="add del mod modGraphic">
          <ac:chgData name="Minh Đình" userId="836bd1e508d52677" providerId="LiveId" clId="{52C3207A-1CB9-4613-B23E-E26B3B669B58}" dt="2025-02-23T11:51:45.174" v="103" actId="478"/>
          <ac:graphicFrameMkLst>
            <pc:docMk/>
            <pc:sldMk cId="2354964483" sldId="340"/>
            <ac:graphicFrameMk id="7" creationId="{754F03F0-E241-AFC4-A485-02EA4D25527A}"/>
          </ac:graphicFrameMkLst>
        </pc:graphicFrameChg>
        <pc:graphicFrameChg chg="add del mod modGraphic">
          <ac:chgData name="Minh Đình" userId="836bd1e508d52677" providerId="LiveId" clId="{52C3207A-1CB9-4613-B23E-E26B3B669B58}" dt="2025-02-23T11:53:04.319" v="122" actId="478"/>
          <ac:graphicFrameMkLst>
            <pc:docMk/>
            <pc:sldMk cId="2354964483" sldId="340"/>
            <ac:graphicFrameMk id="8" creationId="{0D3092A9-8E24-FD87-7E63-3A4925A43753}"/>
          </ac:graphicFrameMkLst>
        </pc:graphicFrameChg>
        <pc:graphicFrameChg chg="add del modGraphic">
          <ac:chgData name="Minh Đình" userId="836bd1e508d52677" providerId="LiveId" clId="{52C3207A-1CB9-4613-B23E-E26B3B669B58}" dt="2025-02-23T11:53:24.806" v="124" actId="478"/>
          <ac:graphicFrameMkLst>
            <pc:docMk/>
            <pc:sldMk cId="2354964483" sldId="340"/>
            <ac:graphicFrameMk id="9" creationId="{C50CD297-FE0A-4819-62E2-AC321F389E4B}"/>
          </ac:graphicFrameMkLst>
        </pc:graphicFrameChg>
        <pc:picChg chg="add del">
          <ac:chgData name="Minh Đình" userId="836bd1e508d52677" providerId="LiveId" clId="{52C3207A-1CB9-4613-B23E-E26B3B669B58}" dt="2025-02-23T11:48:55.776" v="23" actId="478"/>
          <ac:picMkLst>
            <pc:docMk/>
            <pc:sldMk cId="2354964483" sldId="340"/>
            <ac:picMk id="3" creationId="{9BD343D2-D74E-AB9A-D313-BB438334FCE1}"/>
          </ac:picMkLst>
        </pc:picChg>
        <pc:picChg chg="add del mod">
          <ac:chgData name="Minh Đình" userId="836bd1e508d52677" providerId="LiveId" clId="{52C3207A-1CB9-4613-B23E-E26B3B669B58}" dt="2025-02-23T11:55:29.330" v="255" actId="478"/>
          <ac:picMkLst>
            <pc:docMk/>
            <pc:sldMk cId="2354964483" sldId="340"/>
            <ac:picMk id="1026" creationId="{9B1EFCFA-1F42-0366-5F52-81ED99461EFA}"/>
          </ac:picMkLst>
        </pc:picChg>
      </pc:sldChg>
      <pc:sldChg chg="modSp del mod modNotesTx">
        <pc:chgData name="Minh Đình" userId="836bd1e508d52677" providerId="LiveId" clId="{52C3207A-1CB9-4613-B23E-E26B3B669B58}" dt="2025-02-23T15:27:24.356" v="483" actId="47"/>
        <pc:sldMkLst>
          <pc:docMk/>
          <pc:sldMk cId="1772134238" sldId="341"/>
        </pc:sldMkLst>
        <pc:spChg chg="mod">
          <ac:chgData name="Minh Đình" userId="836bd1e508d52677" providerId="LiveId" clId="{52C3207A-1CB9-4613-B23E-E26B3B669B58}" dt="2025-02-23T15:27:23.748" v="482" actId="20577"/>
          <ac:spMkLst>
            <pc:docMk/>
            <pc:sldMk cId="1772134238" sldId="341"/>
            <ac:spMk id="2" creationId="{C198B6CA-B7BA-922E-F34D-7E0B40792EE8}"/>
          </ac:spMkLst>
        </pc:spChg>
      </pc:sldChg>
      <pc:sldChg chg="addSp delSp modSp mod modNotesTx">
        <pc:chgData name="Minh Đình" userId="836bd1e508d52677" providerId="LiveId" clId="{52C3207A-1CB9-4613-B23E-E26B3B669B58}" dt="2025-02-23T15:55:33.315" v="840" actId="20577"/>
        <pc:sldMkLst>
          <pc:docMk/>
          <pc:sldMk cId="1993788489" sldId="342"/>
        </pc:sldMkLst>
        <pc:spChg chg="mod">
          <ac:chgData name="Minh Đình" userId="836bd1e508d52677" providerId="LiveId" clId="{52C3207A-1CB9-4613-B23E-E26B3B669B58}" dt="2025-02-23T15:53:34.153" v="739" actId="20577"/>
          <ac:spMkLst>
            <pc:docMk/>
            <pc:sldMk cId="1993788489" sldId="342"/>
            <ac:spMk id="2" creationId="{88C042D4-7E8B-A2DD-516A-F5B8B0465E30}"/>
          </ac:spMkLst>
        </pc:spChg>
        <pc:spChg chg="add mod">
          <ac:chgData name="Minh Đình" userId="836bd1e508d52677" providerId="LiveId" clId="{52C3207A-1CB9-4613-B23E-E26B3B669B58}" dt="2025-02-23T15:54:03.139" v="821" actId="1076"/>
          <ac:spMkLst>
            <pc:docMk/>
            <pc:sldMk cId="1993788489" sldId="342"/>
            <ac:spMk id="3" creationId="{EF0A6D0C-F661-A085-DFB9-8717DE0E0F59}"/>
          </ac:spMkLst>
        </pc:spChg>
        <pc:spChg chg="add del mod">
          <ac:chgData name="Minh Đình" userId="836bd1e508d52677" providerId="LiveId" clId="{52C3207A-1CB9-4613-B23E-E26B3B669B58}" dt="2025-02-23T15:55:33.315" v="840" actId="20577"/>
          <ac:spMkLst>
            <pc:docMk/>
            <pc:sldMk cId="1993788489" sldId="342"/>
            <ac:spMk id="4" creationId="{893BE331-DEC5-C892-C7AC-E6C9485EB7F4}"/>
          </ac:spMkLst>
        </pc:spChg>
        <pc:spChg chg="del">
          <ac:chgData name="Minh Đình" userId="836bd1e508d52677" providerId="LiveId" clId="{52C3207A-1CB9-4613-B23E-E26B3B669B58}" dt="2025-02-23T15:53:37.341" v="741" actId="478"/>
          <ac:spMkLst>
            <pc:docMk/>
            <pc:sldMk cId="1993788489" sldId="342"/>
            <ac:spMk id="5" creationId="{73337BA6-B891-C0DB-8B02-91755D4A89E8}"/>
          </ac:spMkLst>
        </pc:spChg>
        <pc:spChg chg="del">
          <ac:chgData name="Minh Đình" userId="836bd1e508d52677" providerId="LiveId" clId="{52C3207A-1CB9-4613-B23E-E26B3B669B58}" dt="2025-02-23T15:53:37.341" v="741" actId="478"/>
          <ac:spMkLst>
            <pc:docMk/>
            <pc:sldMk cId="1993788489" sldId="342"/>
            <ac:spMk id="8" creationId="{147B2212-27B8-2278-46B1-048EDEF2996B}"/>
          </ac:spMkLst>
        </pc:spChg>
        <pc:spChg chg="add del mod">
          <ac:chgData name="Minh Đình" userId="836bd1e508d52677" providerId="LiveId" clId="{52C3207A-1CB9-4613-B23E-E26B3B669B58}" dt="2025-02-23T15:55:32.360" v="838" actId="22"/>
          <ac:spMkLst>
            <pc:docMk/>
            <pc:sldMk cId="1993788489" sldId="342"/>
            <ac:spMk id="9" creationId="{36E7CFE4-6A61-931E-4D12-BC0C777077F9}"/>
          </ac:spMkLst>
        </pc:spChg>
        <pc:spChg chg="del">
          <ac:chgData name="Minh Đình" userId="836bd1e508d52677" providerId="LiveId" clId="{52C3207A-1CB9-4613-B23E-E26B3B669B58}" dt="2025-02-23T15:53:35.633" v="740" actId="478"/>
          <ac:spMkLst>
            <pc:docMk/>
            <pc:sldMk cId="1993788489" sldId="342"/>
            <ac:spMk id="10" creationId="{5D625B2B-F3EF-4680-1E37-D4110CA68FD0}"/>
          </ac:spMkLst>
        </pc:spChg>
      </pc:sldChg>
      <pc:sldChg chg="del">
        <pc:chgData name="Minh Đình" userId="836bd1e508d52677" providerId="LiveId" clId="{52C3207A-1CB9-4613-B23E-E26B3B669B58}" dt="2025-02-23T16:34:49.121" v="1383" actId="47"/>
        <pc:sldMkLst>
          <pc:docMk/>
          <pc:sldMk cId="3422989575" sldId="343"/>
        </pc:sldMkLst>
      </pc:sldChg>
      <pc:sldChg chg="modSp del mod">
        <pc:chgData name="Minh Đình" userId="836bd1e508d52677" providerId="LiveId" clId="{52C3207A-1CB9-4613-B23E-E26B3B669B58}" dt="2025-02-23T16:34:51.870" v="1384" actId="47"/>
        <pc:sldMkLst>
          <pc:docMk/>
          <pc:sldMk cId="508656084" sldId="344"/>
        </pc:sldMkLst>
        <pc:spChg chg="mod">
          <ac:chgData name="Minh Đình" userId="836bd1e508d52677" providerId="LiveId" clId="{52C3207A-1CB9-4613-B23E-E26B3B669B58}" dt="2025-02-23T15:54:26.756" v="822"/>
          <ac:spMkLst>
            <pc:docMk/>
            <pc:sldMk cId="508656084" sldId="344"/>
            <ac:spMk id="4" creationId="{D58AF59D-67E4-1254-2172-B6480703BE9F}"/>
          </ac:spMkLst>
        </pc:spChg>
      </pc:sldChg>
      <pc:sldChg chg="del">
        <pc:chgData name="Minh Đình" userId="836bd1e508d52677" providerId="LiveId" clId="{52C3207A-1CB9-4613-B23E-E26B3B669B58}" dt="2025-02-23T16:34:53.431" v="1386" actId="47"/>
        <pc:sldMkLst>
          <pc:docMk/>
          <pc:sldMk cId="3855095751" sldId="345"/>
        </pc:sldMkLst>
      </pc:sldChg>
      <pc:sldChg chg="del">
        <pc:chgData name="Minh Đình" userId="836bd1e508d52677" providerId="LiveId" clId="{52C3207A-1CB9-4613-B23E-E26B3B669B58}" dt="2025-02-23T16:34:52.659" v="1385" actId="47"/>
        <pc:sldMkLst>
          <pc:docMk/>
          <pc:sldMk cId="2033096166" sldId="346"/>
        </pc:sldMkLst>
      </pc:sldChg>
      <pc:sldChg chg="del">
        <pc:chgData name="Minh Đình" userId="836bd1e508d52677" providerId="LiveId" clId="{52C3207A-1CB9-4613-B23E-E26B3B669B58}" dt="2025-02-23T16:34:54.206" v="1387" actId="47"/>
        <pc:sldMkLst>
          <pc:docMk/>
          <pc:sldMk cId="4190792281" sldId="347"/>
        </pc:sldMkLst>
      </pc:sldChg>
      <pc:sldChg chg="del">
        <pc:chgData name="Minh Đình" userId="836bd1e508d52677" providerId="LiveId" clId="{52C3207A-1CB9-4613-B23E-E26B3B669B58}" dt="2025-02-23T16:34:58.235" v="1392" actId="47"/>
        <pc:sldMkLst>
          <pc:docMk/>
          <pc:sldMk cId="988199101" sldId="348"/>
        </pc:sldMkLst>
      </pc:sldChg>
      <pc:sldChg chg="del">
        <pc:chgData name="Minh Đình" userId="836bd1e508d52677" providerId="LiveId" clId="{52C3207A-1CB9-4613-B23E-E26B3B669B58}" dt="2025-02-23T16:34:57.541" v="1391" actId="47"/>
        <pc:sldMkLst>
          <pc:docMk/>
          <pc:sldMk cId="384334566" sldId="349"/>
        </pc:sldMkLst>
      </pc:sldChg>
      <pc:sldChg chg="del">
        <pc:chgData name="Minh Đình" userId="836bd1e508d52677" providerId="LiveId" clId="{52C3207A-1CB9-4613-B23E-E26B3B669B58}" dt="2025-02-23T16:35:03.009" v="1396" actId="47"/>
        <pc:sldMkLst>
          <pc:docMk/>
          <pc:sldMk cId="280278997" sldId="350"/>
        </pc:sldMkLst>
      </pc:sldChg>
      <pc:sldChg chg="del">
        <pc:chgData name="Minh Đình" userId="836bd1e508d52677" providerId="LiveId" clId="{52C3207A-1CB9-4613-B23E-E26B3B669B58}" dt="2025-02-23T16:35:00.516" v="1394" actId="47"/>
        <pc:sldMkLst>
          <pc:docMk/>
          <pc:sldMk cId="1183573575" sldId="351"/>
        </pc:sldMkLst>
      </pc:sldChg>
      <pc:sldChg chg="del">
        <pc:chgData name="Minh Đình" userId="836bd1e508d52677" providerId="LiveId" clId="{52C3207A-1CB9-4613-B23E-E26B3B669B58}" dt="2025-02-23T16:35:04.664" v="1397" actId="47"/>
        <pc:sldMkLst>
          <pc:docMk/>
          <pc:sldMk cId="3042721552" sldId="352"/>
        </pc:sldMkLst>
      </pc:sldChg>
      <pc:sldChg chg="del">
        <pc:chgData name="Minh Đình" userId="836bd1e508d52677" providerId="LiveId" clId="{52C3207A-1CB9-4613-B23E-E26B3B669B58}" dt="2025-02-23T16:34:59.619" v="1393" actId="47"/>
        <pc:sldMkLst>
          <pc:docMk/>
          <pc:sldMk cId="2891411740" sldId="353"/>
        </pc:sldMkLst>
      </pc:sldChg>
      <pc:sldChg chg="del">
        <pc:chgData name="Minh Đình" userId="836bd1e508d52677" providerId="LiveId" clId="{52C3207A-1CB9-4613-B23E-E26B3B669B58}" dt="2025-02-23T16:35:18.437" v="1403" actId="47"/>
        <pc:sldMkLst>
          <pc:docMk/>
          <pc:sldMk cId="1551123961" sldId="354"/>
        </pc:sldMkLst>
      </pc:sldChg>
      <pc:sldChg chg="del">
        <pc:chgData name="Minh Đình" userId="836bd1e508d52677" providerId="LiveId" clId="{52C3207A-1CB9-4613-B23E-E26B3B669B58}" dt="2025-02-23T16:35:01.245" v="1395" actId="47"/>
        <pc:sldMkLst>
          <pc:docMk/>
          <pc:sldMk cId="697786793" sldId="355"/>
        </pc:sldMkLst>
      </pc:sldChg>
      <pc:sldChg chg="del">
        <pc:chgData name="Minh Đình" userId="836bd1e508d52677" providerId="LiveId" clId="{52C3207A-1CB9-4613-B23E-E26B3B669B58}" dt="2025-02-23T16:35:13.645" v="1398" actId="47"/>
        <pc:sldMkLst>
          <pc:docMk/>
          <pc:sldMk cId="3539241077" sldId="357"/>
        </pc:sldMkLst>
      </pc:sldChg>
      <pc:sldChg chg="del">
        <pc:chgData name="Minh Đình" userId="836bd1e508d52677" providerId="LiveId" clId="{52C3207A-1CB9-4613-B23E-E26B3B669B58}" dt="2025-02-23T16:35:14.506" v="1399" actId="47"/>
        <pc:sldMkLst>
          <pc:docMk/>
          <pc:sldMk cId="307457502" sldId="358"/>
        </pc:sldMkLst>
      </pc:sldChg>
      <pc:sldChg chg="del">
        <pc:chgData name="Minh Đình" userId="836bd1e508d52677" providerId="LiveId" clId="{52C3207A-1CB9-4613-B23E-E26B3B669B58}" dt="2025-02-23T16:35:16.711" v="1401" actId="47"/>
        <pc:sldMkLst>
          <pc:docMk/>
          <pc:sldMk cId="3284678584" sldId="359"/>
        </pc:sldMkLst>
      </pc:sldChg>
      <pc:sldChg chg="del">
        <pc:chgData name="Minh Đình" userId="836bd1e508d52677" providerId="LiveId" clId="{52C3207A-1CB9-4613-B23E-E26B3B669B58}" dt="2025-02-23T16:35:15.653" v="1400" actId="47"/>
        <pc:sldMkLst>
          <pc:docMk/>
          <pc:sldMk cId="1448335423" sldId="360"/>
        </pc:sldMkLst>
      </pc:sldChg>
      <pc:sldChg chg="del">
        <pc:chgData name="Minh Đình" userId="836bd1e508d52677" providerId="LiveId" clId="{52C3207A-1CB9-4613-B23E-E26B3B669B58}" dt="2025-02-23T16:35:17.620" v="1402" actId="47"/>
        <pc:sldMkLst>
          <pc:docMk/>
          <pc:sldMk cId="2834652512" sldId="361"/>
        </pc:sldMkLst>
      </pc:sldChg>
      <pc:sldChg chg="del">
        <pc:chgData name="Minh Đình" userId="836bd1e508d52677" providerId="LiveId" clId="{52C3207A-1CB9-4613-B23E-E26B3B669B58}" dt="2025-02-23T16:35:19.202" v="1404" actId="47"/>
        <pc:sldMkLst>
          <pc:docMk/>
          <pc:sldMk cId="1553629133" sldId="362"/>
        </pc:sldMkLst>
      </pc:sldChg>
      <pc:sldChg chg="del">
        <pc:chgData name="Minh Đình" userId="836bd1e508d52677" providerId="LiveId" clId="{52C3207A-1CB9-4613-B23E-E26B3B669B58}" dt="2025-02-23T16:35:19.912" v="1405" actId="47"/>
        <pc:sldMkLst>
          <pc:docMk/>
          <pc:sldMk cId="3845904561" sldId="363"/>
        </pc:sldMkLst>
      </pc:sldChg>
      <pc:sldChg chg="del">
        <pc:chgData name="Minh Đình" userId="836bd1e508d52677" providerId="LiveId" clId="{52C3207A-1CB9-4613-B23E-E26B3B669B58}" dt="2025-02-23T16:35:21.506" v="1406" actId="47"/>
        <pc:sldMkLst>
          <pc:docMk/>
          <pc:sldMk cId="1427380233" sldId="364"/>
        </pc:sldMkLst>
      </pc:sldChg>
      <pc:sldChg chg="del">
        <pc:chgData name="Minh Đình" userId="836bd1e508d52677" providerId="LiveId" clId="{52C3207A-1CB9-4613-B23E-E26B3B669B58}" dt="2025-02-23T16:35:22.520" v="1407" actId="47"/>
        <pc:sldMkLst>
          <pc:docMk/>
          <pc:sldMk cId="1932710158" sldId="366"/>
        </pc:sldMkLst>
      </pc:sldChg>
      <pc:sldChg chg="del">
        <pc:chgData name="Minh Đình" userId="836bd1e508d52677" providerId="LiveId" clId="{52C3207A-1CB9-4613-B23E-E26B3B669B58}" dt="2025-02-23T16:35:23.125" v="1408" actId="47"/>
        <pc:sldMkLst>
          <pc:docMk/>
          <pc:sldMk cId="510039199" sldId="367"/>
        </pc:sldMkLst>
      </pc:sldChg>
      <pc:sldChg chg="addSp delSp modSp add mod modNotesTx">
        <pc:chgData name="Minh Đình" userId="836bd1e508d52677" providerId="LiveId" clId="{52C3207A-1CB9-4613-B23E-E26B3B669B58}" dt="2025-02-24T02:52:53.383" v="2994" actId="20577"/>
        <pc:sldMkLst>
          <pc:docMk/>
          <pc:sldMk cId="407290304" sldId="368"/>
        </pc:sldMkLst>
        <pc:spChg chg="add mod">
          <ac:chgData name="Minh Đình" userId="836bd1e508d52677" providerId="LiveId" clId="{52C3207A-1CB9-4613-B23E-E26B3B669B58}" dt="2025-02-23T15:36:35.232" v="529" actId="1076"/>
          <ac:spMkLst>
            <pc:docMk/>
            <pc:sldMk cId="407290304" sldId="368"/>
            <ac:spMk id="4" creationId="{109CA194-3B07-7D55-6E13-CCE6ADA5DDEE}"/>
          </ac:spMkLst>
        </pc:spChg>
        <pc:spChg chg="mod">
          <ac:chgData name="Minh Đình" userId="836bd1e508d52677" providerId="LiveId" clId="{52C3207A-1CB9-4613-B23E-E26B3B669B58}" dt="2025-02-23T15:28:40.561" v="512" actId="1076"/>
          <ac:spMkLst>
            <pc:docMk/>
            <pc:sldMk cId="407290304" sldId="368"/>
            <ac:spMk id="5" creationId="{9FAA910C-32CC-34AB-8BDB-4529F5E0A59E}"/>
          </ac:spMkLst>
        </pc:spChg>
        <pc:spChg chg="del">
          <ac:chgData name="Minh Đình" userId="836bd1e508d52677" providerId="LiveId" clId="{52C3207A-1CB9-4613-B23E-E26B3B669B58}" dt="2025-02-23T15:28:31.463" v="510" actId="478"/>
          <ac:spMkLst>
            <pc:docMk/>
            <pc:sldMk cId="407290304" sldId="368"/>
            <ac:spMk id="13" creationId="{AB9CD436-7B11-5B60-8ADB-37075F745744}"/>
          </ac:spMkLst>
        </pc:spChg>
        <pc:spChg chg="del">
          <ac:chgData name="Minh Đình" userId="836bd1e508d52677" providerId="LiveId" clId="{52C3207A-1CB9-4613-B23E-E26B3B669B58}" dt="2025-02-23T15:28:29.062" v="509" actId="478"/>
          <ac:spMkLst>
            <pc:docMk/>
            <pc:sldMk cId="407290304" sldId="368"/>
            <ac:spMk id="14" creationId="{707211D5-A356-4EAF-5A99-8359BDBFF9B3}"/>
          </ac:spMkLst>
        </pc:spChg>
        <pc:spChg chg="del">
          <ac:chgData name="Minh Đình" userId="836bd1e508d52677" providerId="LiveId" clId="{52C3207A-1CB9-4613-B23E-E26B3B669B58}" dt="2025-02-23T15:28:29.062" v="509" actId="478"/>
          <ac:spMkLst>
            <pc:docMk/>
            <pc:sldMk cId="407290304" sldId="368"/>
            <ac:spMk id="15" creationId="{F06745D6-C187-379F-D0A9-ADDF886FEE87}"/>
          </ac:spMkLst>
        </pc:spChg>
        <pc:spChg chg="del">
          <ac:chgData name="Minh Đình" userId="836bd1e508d52677" providerId="LiveId" clId="{52C3207A-1CB9-4613-B23E-E26B3B669B58}" dt="2025-02-23T15:28:31.463" v="510" actId="478"/>
          <ac:spMkLst>
            <pc:docMk/>
            <pc:sldMk cId="407290304" sldId="368"/>
            <ac:spMk id="16" creationId="{52500F9D-76C3-8D8F-675D-701155D971AF}"/>
          </ac:spMkLst>
        </pc:spChg>
        <pc:spChg chg="del">
          <ac:chgData name="Minh Đình" userId="836bd1e508d52677" providerId="LiveId" clId="{52C3207A-1CB9-4613-B23E-E26B3B669B58}" dt="2025-02-23T15:28:31.463" v="510" actId="478"/>
          <ac:spMkLst>
            <pc:docMk/>
            <pc:sldMk cId="407290304" sldId="368"/>
            <ac:spMk id="19" creationId="{086CC9BD-56F1-7A9E-9197-0E4852BA8AE1}"/>
          </ac:spMkLst>
        </pc:spChg>
        <pc:spChg chg="del">
          <ac:chgData name="Minh Đình" userId="836bd1e508d52677" providerId="LiveId" clId="{52C3207A-1CB9-4613-B23E-E26B3B669B58}" dt="2025-02-23T15:28:31.463" v="510" actId="478"/>
          <ac:spMkLst>
            <pc:docMk/>
            <pc:sldMk cId="407290304" sldId="368"/>
            <ac:spMk id="20" creationId="{52AC0FBA-BD12-A1EB-BD5E-29AF274D6D3F}"/>
          </ac:spMkLst>
        </pc:spChg>
        <pc:spChg chg="del">
          <ac:chgData name="Minh Đình" userId="836bd1e508d52677" providerId="LiveId" clId="{52C3207A-1CB9-4613-B23E-E26B3B669B58}" dt="2025-02-23T15:28:29.062" v="509" actId="478"/>
          <ac:spMkLst>
            <pc:docMk/>
            <pc:sldMk cId="407290304" sldId="368"/>
            <ac:spMk id="21" creationId="{8C193ADB-76E1-E0DD-F7CA-FB483342DD1F}"/>
          </ac:spMkLst>
        </pc:spChg>
        <pc:spChg chg="del">
          <ac:chgData name="Minh Đình" userId="836bd1e508d52677" providerId="LiveId" clId="{52C3207A-1CB9-4613-B23E-E26B3B669B58}" dt="2025-02-23T15:28:29.062" v="509" actId="478"/>
          <ac:spMkLst>
            <pc:docMk/>
            <pc:sldMk cId="407290304" sldId="368"/>
            <ac:spMk id="22" creationId="{BE17F135-501F-305D-A754-1D48E17F6936}"/>
          </ac:spMkLst>
        </pc:spChg>
        <pc:spChg chg="del">
          <ac:chgData name="Minh Đình" userId="836bd1e508d52677" providerId="LiveId" clId="{52C3207A-1CB9-4613-B23E-E26B3B669B58}" dt="2025-02-23T15:28:29.062" v="509" actId="478"/>
          <ac:spMkLst>
            <pc:docMk/>
            <pc:sldMk cId="407290304" sldId="368"/>
            <ac:spMk id="23" creationId="{24239F1C-379F-3F7B-9764-EB01A33CED11}"/>
          </ac:spMkLst>
        </pc:spChg>
        <pc:picChg chg="add mod">
          <ac:chgData name="Minh Đình" userId="836bd1e508d52677" providerId="LiveId" clId="{52C3207A-1CB9-4613-B23E-E26B3B669B58}" dt="2025-02-23T15:36:23.321" v="527" actId="1076"/>
          <ac:picMkLst>
            <pc:docMk/>
            <pc:sldMk cId="407290304" sldId="368"/>
            <ac:picMk id="2050" creationId="{061F6FE0-0B88-03F9-CA6B-C9706045A579}"/>
          </ac:picMkLst>
        </pc:picChg>
      </pc:sldChg>
      <pc:sldChg chg="addSp delSp modSp add mod modNotesTx">
        <pc:chgData name="Minh Đình" userId="836bd1e508d52677" providerId="LiveId" clId="{52C3207A-1CB9-4613-B23E-E26B3B669B58}" dt="2025-02-24T02:52:55.523" v="2995" actId="20577"/>
        <pc:sldMkLst>
          <pc:docMk/>
          <pc:sldMk cId="883060630" sldId="369"/>
        </pc:sldMkLst>
        <pc:spChg chg="mod">
          <ac:chgData name="Minh Đình" userId="836bd1e508d52677" providerId="LiveId" clId="{52C3207A-1CB9-4613-B23E-E26B3B669B58}" dt="2025-02-23T15:47:00.821" v="702" actId="14100"/>
          <ac:spMkLst>
            <pc:docMk/>
            <pc:sldMk cId="883060630" sldId="369"/>
            <ac:spMk id="4" creationId="{D9BF0EB1-1728-F5DE-7150-378BF11A2502}"/>
          </ac:spMkLst>
        </pc:spChg>
        <pc:spChg chg="del">
          <ac:chgData name="Minh Đình" userId="836bd1e508d52677" providerId="LiveId" clId="{52C3207A-1CB9-4613-B23E-E26B3B669B58}" dt="2025-02-23T15:37:17.712" v="534" actId="478"/>
          <ac:spMkLst>
            <pc:docMk/>
            <pc:sldMk cId="883060630" sldId="369"/>
            <ac:spMk id="5" creationId="{1098EB44-BD36-57B1-BB99-A28234EC1F1E}"/>
          </ac:spMkLst>
        </pc:spChg>
        <pc:picChg chg="add mod modCrop">
          <ac:chgData name="Minh Đình" userId="836bd1e508d52677" providerId="LiveId" clId="{52C3207A-1CB9-4613-B23E-E26B3B669B58}" dt="2025-02-23T15:47:08.940" v="705" actId="1076"/>
          <ac:picMkLst>
            <pc:docMk/>
            <pc:sldMk cId="883060630" sldId="369"/>
            <ac:picMk id="3" creationId="{AEEF1CF1-5070-9031-E4E7-1D880603DC3F}"/>
          </ac:picMkLst>
        </pc:picChg>
        <pc:picChg chg="del">
          <ac:chgData name="Minh Đình" userId="836bd1e508d52677" providerId="LiveId" clId="{52C3207A-1CB9-4613-B23E-E26B3B669B58}" dt="2025-02-23T15:37:14.923" v="533" actId="478"/>
          <ac:picMkLst>
            <pc:docMk/>
            <pc:sldMk cId="883060630" sldId="369"/>
            <ac:picMk id="2050" creationId="{BEB09FDE-63AF-ADF5-5136-B9B922D12817}"/>
          </ac:picMkLst>
        </pc:picChg>
      </pc:sldChg>
      <pc:sldChg chg="addSp modSp add mod modNotesTx">
        <pc:chgData name="Minh Đình" userId="836bd1e508d52677" providerId="LiveId" clId="{52C3207A-1CB9-4613-B23E-E26B3B669B58}" dt="2025-02-24T02:53:00.518" v="2996" actId="20577"/>
        <pc:sldMkLst>
          <pc:docMk/>
          <pc:sldMk cId="2341798294" sldId="370"/>
        </pc:sldMkLst>
        <pc:spChg chg="mod">
          <ac:chgData name="Minh Đình" userId="836bd1e508d52677" providerId="LiveId" clId="{52C3207A-1CB9-4613-B23E-E26B3B669B58}" dt="2025-02-23T17:41:19.816" v="2694" actId="20577"/>
          <ac:spMkLst>
            <pc:docMk/>
            <pc:sldMk cId="2341798294" sldId="370"/>
            <ac:spMk id="3" creationId="{829A4133-57A8-8DCB-96CF-3EDC0944D942}"/>
          </ac:spMkLst>
        </pc:spChg>
        <pc:spChg chg="mod">
          <ac:chgData name="Minh Đình" userId="836bd1e508d52677" providerId="LiveId" clId="{52C3207A-1CB9-4613-B23E-E26B3B669B58}" dt="2025-02-23T16:06:10.376" v="968" actId="1076"/>
          <ac:spMkLst>
            <pc:docMk/>
            <pc:sldMk cId="2341798294" sldId="370"/>
            <ac:spMk id="4" creationId="{F1C5AA96-5C14-0CA8-89DF-B3A2A5E843E9}"/>
          </ac:spMkLst>
        </pc:spChg>
        <pc:spChg chg="add mod">
          <ac:chgData name="Minh Đình" userId="836bd1e508d52677" providerId="LiveId" clId="{52C3207A-1CB9-4613-B23E-E26B3B669B58}" dt="2025-02-23T16:06:13.567" v="969" actId="1076"/>
          <ac:spMkLst>
            <pc:docMk/>
            <pc:sldMk cId="2341798294" sldId="370"/>
            <ac:spMk id="7" creationId="{B80C8896-13B8-0B93-05F3-EE3C492D4E0D}"/>
          </ac:spMkLst>
        </pc:spChg>
      </pc:sldChg>
      <pc:sldChg chg="modSp add mod modNotesTx">
        <pc:chgData name="Minh Đình" userId="836bd1e508d52677" providerId="LiveId" clId="{52C3207A-1CB9-4613-B23E-E26B3B669B58}" dt="2025-02-24T02:53:03.077" v="2997" actId="20577"/>
        <pc:sldMkLst>
          <pc:docMk/>
          <pc:sldMk cId="2157625633" sldId="371"/>
        </pc:sldMkLst>
        <pc:spChg chg="mod">
          <ac:chgData name="Minh Đình" userId="836bd1e508d52677" providerId="LiveId" clId="{52C3207A-1CB9-4613-B23E-E26B3B669B58}" dt="2025-02-23T17:41:24.584" v="2695"/>
          <ac:spMkLst>
            <pc:docMk/>
            <pc:sldMk cId="2157625633" sldId="371"/>
            <ac:spMk id="3" creationId="{7703BFB7-4D5C-47D5-1905-7BE2800327C2}"/>
          </ac:spMkLst>
        </pc:spChg>
        <pc:spChg chg="mod">
          <ac:chgData name="Minh Đình" userId="836bd1e508d52677" providerId="LiveId" clId="{52C3207A-1CB9-4613-B23E-E26B3B669B58}" dt="2025-02-23T16:02:12.821" v="933"/>
          <ac:spMkLst>
            <pc:docMk/>
            <pc:sldMk cId="2157625633" sldId="371"/>
            <ac:spMk id="4" creationId="{FE2F1D1D-DEEC-907C-734C-31FC332A7A8E}"/>
          </ac:spMkLst>
        </pc:spChg>
        <pc:spChg chg="mod">
          <ac:chgData name="Minh Đình" userId="836bd1e508d52677" providerId="LiveId" clId="{52C3207A-1CB9-4613-B23E-E26B3B669B58}" dt="2025-02-23T16:04:33.939" v="944" actId="2711"/>
          <ac:spMkLst>
            <pc:docMk/>
            <pc:sldMk cId="2157625633" sldId="371"/>
            <ac:spMk id="7" creationId="{0FCA14FF-FF2B-D20D-3B77-DA319BC43890}"/>
          </ac:spMkLst>
        </pc:spChg>
      </pc:sldChg>
      <pc:sldChg chg="modSp add mod modNotesTx">
        <pc:chgData name="Minh Đình" userId="836bd1e508d52677" providerId="LiveId" clId="{52C3207A-1CB9-4613-B23E-E26B3B669B58}" dt="2025-02-24T02:53:05.348" v="2998" actId="20577"/>
        <pc:sldMkLst>
          <pc:docMk/>
          <pc:sldMk cId="3976598586" sldId="372"/>
        </pc:sldMkLst>
        <pc:spChg chg="mod">
          <ac:chgData name="Minh Đình" userId="836bd1e508d52677" providerId="LiveId" clId="{52C3207A-1CB9-4613-B23E-E26B3B669B58}" dt="2025-02-23T17:41:28.433" v="2696"/>
          <ac:spMkLst>
            <pc:docMk/>
            <pc:sldMk cId="3976598586" sldId="372"/>
            <ac:spMk id="3" creationId="{72A89ACC-B864-7F58-5AC1-481BE5928E9F}"/>
          </ac:spMkLst>
        </pc:spChg>
        <pc:spChg chg="mod">
          <ac:chgData name="Minh Đình" userId="836bd1e508d52677" providerId="LiveId" clId="{52C3207A-1CB9-4613-B23E-E26B3B669B58}" dt="2025-02-23T16:17:54.807" v="1028"/>
          <ac:spMkLst>
            <pc:docMk/>
            <pc:sldMk cId="3976598586" sldId="372"/>
            <ac:spMk id="4" creationId="{480CD135-DB30-222E-4125-1B1F8E0F85CA}"/>
          </ac:spMkLst>
        </pc:spChg>
        <pc:spChg chg="mod">
          <ac:chgData name="Minh Đình" userId="836bd1e508d52677" providerId="LiveId" clId="{52C3207A-1CB9-4613-B23E-E26B3B669B58}" dt="2025-02-23T16:08:11.508" v="986" actId="2711"/>
          <ac:spMkLst>
            <pc:docMk/>
            <pc:sldMk cId="3976598586" sldId="372"/>
            <ac:spMk id="7" creationId="{308B424B-E6FF-699A-9A39-5AA7733351B0}"/>
          </ac:spMkLst>
        </pc:spChg>
      </pc:sldChg>
      <pc:sldChg chg="addSp delSp modSp add mod modNotesTx">
        <pc:chgData name="Minh Đình" userId="836bd1e508d52677" providerId="LiveId" clId="{52C3207A-1CB9-4613-B23E-E26B3B669B58}" dt="2025-02-23T17:41:46.418" v="2719"/>
        <pc:sldMkLst>
          <pc:docMk/>
          <pc:sldMk cId="694657067" sldId="373"/>
        </pc:sldMkLst>
        <pc:spChg chg="del">
          <ac:chgData name="Minh Đình" userId="836bd1e508d52677" providerId="LiveId" clId="{52C3207A-1CB9-4613-B23E-E26B3B669B58}" dt="2025-02-23T16:26:54.235" v="1147" actId="478"/>
          <ac:spMkLst>
            <pc:docMk/>
            <pc:sldMk cId="694657067" sldId="373"/>
            <ac:spMk id="2" creationId="{CF5B9F41-1654-3DCE-0336-1812F42FAA67}"/>
          </ac:spMkLst>
        </pc:spChg>
        <pc:spChg chg="mod">
          <ac:chgData name="Minh Đình" userId="836bd1e508d52677" providerId="LiveId" clId="{52C3207A-1CB9-4613-B23E-E26B3B669B58}" dt="2025-02-23T16:44:38.923" v="1508" actId="2711"/>
          <ac:spMkLst>
            <pc:docMk/>
            <pc:sldMk cId="694657067" sldId="373"/>
            <ac:spMk id="3" creationId="{A9EDC2AD-9CB4-762D-F366-DB82058C5344}"/>
          </ac:spMkLst>
        </pc:spChg>
        <pc:spChg chg="mod">
          <ac:chgData name="Minh Đình" userId="836bd1e508d52677" providerId="LiveId" clId="{52C3207A-1CB9-4613-B23E-E26B3B669B58}" dt="2025-02-23T16:27:44.120" v="1177" actId="1076"/>
          <ac:spMkLst>
            <pc:docMk/>
            <pc:sldMk cId="694657067" sldId="373"/>
            <ac:spMk id="4" creationId="{71FCB48B-2E90-2A51-27E7-6C4B891C6B74}"/>
          </ac:spMkLst>
        </pc:spChg>
        <pc:spChg chg="add del mod">
          <ac:chgData name="Minh Đình" userId="836bd1e508d52677" providerId="LiveId" clId="{52C3207A-1CB9-4613-B23E-E26B3B669B58}" dt="2025-02-23T17:41:46.112" v="2718" actId="478"/>
          <ac:spMkLst>
            <pc:docMk/>
            <pc:sldMk cId="694657067" sldId="373"/>
            <ac:spMk id="5" creationId="{9DC1EBF2-0DA6-3D01-6E49-49A6F8D8C72A}"/>
          </ac:spMkLst>
        </pc:spChg>
        <pc:spChg chg="mod">
          <ac:chgData name="Minh Đình" userId="836bd1e508d52677" providerId="LiveId" clId="{52C3207A-1CB9-4613-B23E-E26B3B669B58}" dt="2025-02-23T16:29:14.816" v="1212" actId="20577"/>
          <ac:spMkLst>
            <pc:docMk/>
            <pc:sldMk cId="694657067" sldId="373"/>
            <ac:spMk id="7" creationId="{76E36DA2-315C-D076-264C-16F88FC1CF96}"/>
          </ac:spMkLst>
        </pc:spChg>
        <pc:spChg chg="add mod">
          <ac:chgData name="Minh Đình" userId="836bd1e508d52677" providerId="LiveId" clId="{52C3207A-1CB9-4613-B23E-E26B3B669B58}" dt="2025-02-23T17:41:46.418" v="2719"/>
          <ac:spMkLst>
            <pc:docMk/>
            <pc:sldMk cId="694657067" sldId="373"/>
            <ac:spMk id="8" creationId="{422FD1C2-6C5A-8424-961B-FA6B36F34530}"/>
          </ac:spMkLst>
        </pc:spChg>
      </pc:sldChg>
      <pc:sldChg chg="add del">
        <pc:chgData name="Minh Đình" userId="836bd1e508d52677" providerId="LiveId" clId="{52C3207A-1CB9-4613-B23E-E26B3B669B58}" dt="2025-02-23T16:26:45" v="1145" actId="2696"/>
        <pc:sldMkLst>
          <pc:docMk/>
          <pc:sldMk cId="712710259" sldId="373"/>
        </pc:sldMkLst>
      </pc:sldChg>
      <pc:sldChg chg="addSp delSp modSp add mod modNotesTx">
        <pc:chgData name="Minh Đình" userId="836bd1e508d52677" providerId="LiveId" clId="{52C3207A-1CB9-4613-B23E-E26B3B669B58}" dt="2025-02-24T02:53:29.339" v="2999" actId="20577"/>
        <pc:sldMkLst>
          <pc:docMk/>
          <pc:sldMk cId="2315366804" sldId="374"/>
        </pc:sldMkLst>
        <pc:spChg chg="mod">
          <ac:chgData name="Minh Đình" userId="836bd1e508d52677" providerId="LiveId" clId="{52C3207A-1CB9-4613-B23E-E26B3B669B58}" dt="2025-02-23T16:44:51.284" v="1527" actId="2711"/>
          <ac:spMkLst>
            <pc:docMk/>
            <pc:sldMk cId="2315366804" sldId="374"/>
            <ac:spMk id="3" creationId="{514E355D-CA59-E5DD-FBFD-095672B3B26B}"/>
          </ac:spMkLst>
        </pc:spChg>
        <pc:spChg chg="del">
          <ac:chgData name="Minh Đình" userId="836bd1e508d52677" providerId="LiveId" clId="{52C3207A-1CB9-4613-B23E-E26B3B669B58}" dt="2025-02-23T17:41:55.362" v="2720" actId="478"/>
          <ac:spMkLst>
            <pc:docMk/>
            <pc:sldMk cId="2315366804" sldId="374"/>
            <ac:spMk id="5" creationId="{EC6C6277-F450-8BC5-CDA3-A5A45C9EB136}"/>
          </ac:spMkLst>
        </pc:spChg>
        <pc:spChg chg="mod">
          <ac:chgData name="Minh Đình" userId="836bd1e508d52677" providerId="LiveId" clId="{52C3207A-1CB9-4613-B23E-E26B3B669B58}" dt="2025-02-23T16:34:36.938" v="1379" actId="1076"/>
          <ac:spMkLst>
            <pc:docMk/>
            <pc:sldMk cId="2315366804" sldId="374"/>
            <ac:spMk id="7" creationId="{8BB8C7AD-A1D4-54B9-7629-3D467126C51A}"/>
          </ac:spMkLst>
        </pc:spChg>
        <pc:spChg chg="add mod">
          <ac:chgData name="Minh Đình" userId="836bd1e508d52677" providerId="LiveId" clId="{52C3207A-1CB9-4613-B23E-E26B3B669B58}" dt="2025-02-23T16:34:33.667" v="1378" actId="1036"/>
          <ac:spMkLst>
            <pc:docMk/>
            <pc:sldMk cId="2315366804" sldId="374"/>
            <ac:spMk id="8" creationId="{9D26FEE9-A8B5-B55D-9B0D-41DBD706AFF1}"/>
          </ac:spMkLst>
        </pc:spChg>
        <pc:spChg chg="add mod">
          <ac:chgData name="Minh Đình" userId="836bd1e508d52677" providerId="LiveId" clId="{52C3207A-1CB9-4613-B23E-E26B3B669B58}" dt="2025-02-23T16:34:33.667" v="1378" actId="1036"/>
          <ac:spMkLst>
            <pc:docMk/>
            <pc:sldMk cId="2315366804" sldId="374"/>
            <ac:spMk id="10" creationId="{06BAB3CB-E7EB-6175-C8E8-4DBD3082222E}"/>
          </ac:spMkLst>
        </pc:spChg>
        <pc:spChg chg="add mod">
          <ac:chgData name="Minh Đình" userId="836bd1e508d52677" providerId="LiveId" clId="{52C3207A-1CB9-4613-B23E-E26B3B669B58}" dt="2025-02-23T17:41:55.692" v="2721"/>
          <ac:spMkLst>
            <pc:docMk/>
            <pc:sldMk cId="2315366804" sldId="374"/>
            <ac:spMk id="11" creationId="{0F1D7EEC-8F79-F0C0-1EE0-BCA7F7A1881C}"/>
          </ac:spMkLst>
        </pc:spChg>
      </pc:sldChg>
      <pc:sldChg chg="addSp delSp modSp add mod ord modNotesTx">
        <pc:chgData name="Minh Đình" userId="836bd1e508d52677" providerId="LiveId" clId="{52C3207A-1CB9-4613-B23E-E26B3B669B58}" dt="2025-02-24T02:53:35.035" v="3001" actId="20577"/>
        <pc:sldMkLst>
          <pc:docMk/>
          <pc:sldMk cId="1203695025" sldId="375"/>
        </pc:sldMkLst>
        <pc:spChg chg="add mod">
          <ac:chgData name="Minh Đình" userId="836bd1e508d52677" providerId="LiveId" clId="{52C3207A-1CB9-4613-B23E-E26B3B669B58}" dt="2025-02-23T17:42:01.923" v="2725"/>
          <ac:spMkLst>
            <pc:docMk/>
            <pc:sldMk cId="1203695025" sldId="375"/>
            <ac:spMk id="2" creationId="{47374986-5BDD-F274-F60C-EB818B48FA14}"/>
          </ac:spMkLst>
        </pc:spChg>
        <pc:spChg chg="mod">
          <ac:chgData name="Minh Đình" userId="836bd1e508d52677" providerId="LiveId" clId="{52C3207A-1CB9-4613-B23E-E26B3B669B58}" dt="2025-02-23T16:45:04.960" v="1528" actId="2711"/>
          <ac:spMkLst>
            <pc:docMk/>
            <pc:sldMk cId="1203695025" sldId="375"/>
            <ac:spMk id="3" creationId="{4E701B63-BFD8-47B7-1FA9-96D7CE1AC87A}"/>
          </ac:spMkLst>
        </pc:spChg>
        <pc:spChg chg="mod">
          <ac:chgData name="Minh Đình" userId="836bd1e508d52677" providerId="LiveId" clId="{52C3207A-1CB9-4613-B23E-E26B3B669B58}" dt="2025-02-23T16:43:57.983" v="1480"/>
          <ac:spMkLst>
            <pc:docMk/>
            <pc:sldMk cId="1203695025" sldId="375"/>
            <ac:spMk id="4" creationId="{416C5465-B09F-9517-B385-A1545F82F37B}"/>
          </ac:spMkLst>
        </pc:spChg>
        <pc:spChg chg="del">
          <ac:chgData name="Minh Đình" userId="836bd1e508d52677" providerId="LiveId" clId="{52C3207A-1CB9-4613-B23E-E26B3B669B58}" dt="2025-02-23T17:42:01.639" v="2724" actId="478"/>
          <ac:spMkLst>
            <pc:docMk/>
            <pc:sldMk cId="1203695025" sldId="375"/>
            <ac:spMk id="5" creationId="{03FD5C58-75AE-9CFF-828B-6C9CE309B110}"/>
          </ac:spMkLst>
        </pc:spChg>
        <pc:spChg chg="mod">
          <ac:chgData name="Minh Đình" userId="836bd1e508d52677" providerId="LiveId" clId="{52C3207A-1CB9-4613-B23E-E26B3B669B58}" dt="2025-02-23T16:42:30.116" v="1454" actId="2711"/>
          <ac:spMkLst>
            <pc:docMk/>
            <pc:sldMk cId="1203695025" sldId="375"/>
            <ac:spMk id="7" creationId="{6E8D0F76-798F-DE26-AD12-6C99BE34D42C}"/>
          </ac:spMkLst>
        </pc:spChg>
      </pc:sldChg>
      <pc:sldChg chg="addSp delSp modSp add mod ord modNotesTx">
        <pc:chgData name="Minh Đình" userId="836bd1e508d52677" providerId="LiveId" clId="{52C3207A-1CB9-4613-B23E-E26B3B669B58}" dt="2025-02-24T02:53:32.511" v="3000" actId="20577"/>
        <pc:sldMkLst>
          <pc:docMk/>
          <pc:sldMk cId="4035784805" sldId="376"/>
        </pc:sldMkLst>
        <pc:spChg chg="add mod">
          <ac:chgData name="Minh Đình" userId="836bd1e508d52677" providerId="LiveId" clId="{52C3207A-1CB9-4613-B23E-E26B3B669B58}" dt="2025-02-23T17:41:58.245" v="2723"/>
          <ac:spMkLst>
            <pc:docMk/>
            <pc:sldMk cId="4035784805" sldId="376"/>
            <ac:spMk id="2" creationId="{2241B225-6568-5512-043C-02D0EA8A9CDB}"/>
          </ac:spMkLst>
        </pc:spChg>
        <pc:spChg chg="mod">
          <ac:chgData name="Minh Đình" userId="836bd1e508d52677" providerId="LiveId" clId="{52C3207A-1CB9-4613-B23E-E26B3B669B58}" dt="2025-02-23T16:45:16.785" v="1541" actId="2711"/>
          <ac:spMkLst>
            <pc:docMk/>
            <pc:sldMk cId="4035784805" sldId="376"/>
            <ac:spMk id="3" creationId="{212B7CE7-2BA0-3565-45E7-AFDC21430AFF}"/>
          </ac:spMkLst>
        </pc:spChg>
        <pc:spChg chg="mod">
          <ac:chgData name="Minh Đình" userId="836bd1e508d52677" providerId="LiveId" clId="{52C3207A-1CB9-4613-B23E-E26B3B669B58}" dt="2025-02-23T16:45:38.123" v="1547" actId="20577"/>
          <ac:spMkLst>
            <pc:docMk/>
            <pc:sldMk cId="4035784805" sldId="376"/>
            <ac:spMk id="4" creationId="{EDFE4441-B444-1A9A-35A3-93402BAE91B6}"/>
          </ac:spMkLst>
        </pc:spChg>
        <pc:spChg chg="del">
          <ac:chgData name="Minh Đình" userId="836bd1e508d52677" providerId="LiveId" clId="{52C3207A-1CB9-4613-B23E-E26B3B669B58}" dt="2025-02-23T17:41:57.950" v="2722" actId="478"/>
          <ac:spMkLst>
            <pc:docMk/>
            <pc:sldMk cId="4035784805" sldId="376"/>
            <ac:spMk id="5" creationId="{76D3387B-0C50-5AAC-D094-6A6D329D49F4}"/>
          </ac:spMkLst>
        </pc:spChg>
      </pc:sldChg>
      <pc:sldChg chg="addSp delSp modSp add mod modNotesTx">
        <pc:chgData name="Minh Đình" userId="836bd1e508d52677" providerId="LiveId" clId="{52C3207A-1CB9-4613-B23E-E26B3B669B58}" dt="2025-02-23T17:42:04.618" v="2727"/>
        <pc:sldMkLst>
          <pc:docMk/>
          <pc:sldMk cId="1650094500" sldId="377"/>
        </pc:sldMkLst>
        <pc:spChg chg="add mod">
          <ac:chgData name="Minh Đình" userId="836bd1e508d52677" providerId="LiveId" clId="{52C3207A-1CB9-4613-B23E-E26B3B669B58}" dt="2025-02-23T17:42:04.618" v="2727"/>
          <ac:spMkLst>
            <pc:docMk/>
            <pc:sldMk cId="1650094500" sldId="377"/>
            <ac:spMk id="2" creationId="{41160EFD-3DD0-676D-3DDE-D5AE0F1EC08A}"/>
          </ac:spMkLst>
        </pc:spChg>
        <pc:spChg chg="mod">
          <ac:chgData name="Minh Đình" userId="836bd1e508d52677" providerId="LiveId" clId="{52C3207A-1CB9-4613-B23E-E26B3B669B58}" dt="2025-02-23T16:47:24.410" v="1581" actId="2711"/>
          <ac:spMkLst>
            <pc:docMk/>
            <pc:sldMk cId="1650094500" sldId="377"/>
            <ac:spMk id="3" creationId="{C6A4EF0F-F2D3-A96C-A7C3-86B281940955}"/>
          </ac:spMkLst>
        </pc:spChg>
        <pc:spChg chg="mod">
          <ac:chgData name="Minh Đình" userId="836bd1e508d52677" providerId="LiveId" clId="{52C3207A-1CB9-4613-B23E-E26B3B669B58}" dt="2025-02-23T16:48:13.583" v="1587"/>
          <ac:spMkLst>
            <pc:docMk/>
            <pc:sldMk cId="1650094500" sldId="377"/>
            <ac:spMk id="4" creationId="{5E02F12E-F0B6-685F-F6D5-2FAC2715D4FA}"/>
          </ac:spMkLst>
        </pc:spChg>
        <pc:spChg chg="del">
          <ac:chgData name="Minh Đình" userId="836bd1e508d52677" providerId="LiveId" clId="{52C3207A-1CB9-4613-B23E-E26B3B669B58}" dt="2025-02-23T17:42:04.334" v="2726" actId="478"/>
          <ac:spMkLst>
            <pc:docMk/>
            <pc:sldMk cId="1650094500" sldId="377"/>
            <ac:spMk id="5" creationId="{6447960B-6E82-39BD-143B-2A6F0D70FDC7}"/>
          </ac:spMkLst>
        </pc:spChg>
        <pc:spChg chg="mod">
          <ac:chgData name="Minh Đình" userId="836bd1e508d52677" providerId="LiveId" clId="{52C3207A-1CB9-4613-B23E-E26B3B669B58}" dt="2025-02-23T16:47:55.229" v="1585" actId="2711"/>
          <ac:spMkLst>
            <pc:docMk/>
            <pc:sldMk cId="1650094500" sldId="377"/>
            <ac:spMk id="7" creationId="{79913129-FF53-588A-DAA2-E9BDA020A68D}"/>
          </ac:spMkLst>
        </pc:spChg>
      </pc:sldChg>
      <pc:sldChg chg="addSp delSp modSp add mod modNotesTx">
        <pc:chgData name="Minh Đình" userId="836bd1e508d52677" providerId="LiveId" clId="{52C3207A-1CB9-4613-B23E-E26B3B669B58}" dt="2025-02-24T02:53:39.764" v="3002" actId="20577"/>
        <pc:sldMkLst>
          <pc:docMk/>
          <pc:sldMk cId="2763289851" sldId="378"/>
        </pc:sldMkLst>
        <pc:spChg chg="add mod">
          <ac:chgData name="Minh Đình" userId="836bd1e508d52677" providerId="LiveId" clId="{52C3207A-1CB9-4613-B23E-E26B3B669B58}" dt="2025-02-23T17:42:10.245" v="2731"/>
          <ac:spMkLst>
            <pc:docMk/>
            <pc:sldMk cId="2763289851" sldId="378"/>
            <ac:spMk id="2" creationId="{B88F296D-3082-543C-9155-4DDCBC420E12}"/>
          </ac:spMkLst>
        </pc:spChg>
        <pc:spChg chg="mod">
          <ac:chgData name="Minh Đình" userId="836bd1e508d52677" providerId="LiveId" clId="{52C3207A-1CB9-4613-B23E-E26B3B669B58}" dt="2025-02-23T16:50:16.475" v="1619"/>
          <ac:spMkLst>
            <pc:docMk/>
            <pc:sldMk cId="2763289851" sldId="378"/>
            <ac:spMk id="3" creationId="{71188F86-3CCC-7B35-9572-67B9603F6A61}"/>
          </ac:spMkLst>
        </pc:spChg>
        <pc:spChg chg="mod">
          <ac:chgData name="Minh Đình" userId="836bd1e508d52677" providerId="LiveId" clId="{52C3207A-1CB9-4613-B23E-E26B3B669B58}" dt="2025-02-23T16:50:30.212" v="1622"/>
          <ac:spMkLst>
            <pc:docMk/>
            <pc:sldMk cId="2763289851" sldId="378"/>
            <ac:spMk id="4" creationId="{311697C0-67AD-DF75-5218-2F4BDFB51B89}"/>
          </ac:spMkLst>
        </pc:spChg>
        <pc:spChg chg="del">
          <ac:chgData name="Minh Đình" userId="836bd1e508d52677" providerId="LiveId" clId="{52C3207A-1CB9-4613-B23E-E26B3B669B58}" dt="2025-02-23T17:42:09.958" v="2730" actId="478"/>
          <ac:spMkLst>
            <pc:docMk/>
            <pc:sldMk cId="2763289851" sldId="378"/>
            <ac:spMk id="5" creationId="{381E4451-7D2D-BC88-83CB-2CC63F4C4ED3}"/>
          </ac:spMkLst>
        </pc:spChg>
        <pc:spChg chg="mod">
          <ac:chgData name="Minh Đình" userId="836bd1e508d52677" providerId="LiveId" clId="{52C3207A-1CB9-4613-B23E-E26B3B669B58}" dt="2025-02-23T16:51:24.816" v="1668" actId="2711"/>
          <ac:spMkLst>
            <pc:docMk/>
            <pc:sldMk cId="2763289851" sldId="378"/>
            <ac:spMk id="7" creationId="{DE4317FE-07BF-B0F5-8223-C49257ADA902}"/>
          </ac:spMkLst>
        </pc:spChg>
      </pc:sldChg>
      <pc:sldChg chg="addSp delSp modSp add mod">
        <pc:chgData name="Minh Đình" userId="836bd1e508d52677" providerId="LiveId" clId="{52C3207A-1CB9-4613-B23E-E26B3B669B58}" dt="2025-02-23T17:42:07.147" v="2729"/>
        <pc:sldMkLst>
          <pc:docMk/>
          <pc:sldMk cId="3581395915" sldId="379"/>
        </pc:sldMkLst>
        <pc:spChg chg="add mod">
          <ac:chgData name="Minh Đình" userId="836bd1e508d52677" providerId="LiveId" clId="{52C3207A-1CB9-4613-B23E-E26B3B669B58}" dt="2025-02-23T17:42:07.147" v="2729"/>
          <ac:spMkLst>
            <pc:docMk/>
            <pc:sldMk cId="3581395915" sldId="379"/>
            <ac:spMk id="2" creationId="{A8DBDF1C-831C-39EA-00E1-4440337676E6}"/>
          </ac:spMkLst>
        </pc:spChg>
        <pc:spChg chg="del">
          <ac:chgData name="Minh Đình" userId="836bd1e508d52677" providerId="LiveId" clId="{52C3207A-1CB9-4613-B23E-E26B3B669B58}" dt="2025-02-23T17:42:06.855" v="2728" actId="478"/>
          <ac:spMkLst>
            <pc:docMk/>
            <pc:sldMk cId="3581395915" sldId="379"/>
            <ac:spMk id="5" creationId="{D58DB944-4262-86E2-32D8-89F1C453F787}"/>
          </ac:spMkLst>
        </pc:spChg>
      </pc:sldChg>
      <pc:sldChg chg="addSp delSp modSp add mod modNotesTx">
        <pc:chgData name="Minh Đình" userId="836bd1e508d52677" providerId="LiveId" clId="{52C3207A-1CB9-4613-B23E-E26B3B669B58}" dt="2025-02-23T17:42:13.754" v="2733"/>
        <pc:sldMkLst>
          <pc:docMk/>
          <pc:sldMk cId="3599526925" sldId="380"/>
        </pc:sldMkLst>
        <pc:spChg chg="add mod">
          <ac:chgData name="Minh Đình" userId="836bd1e508d52677" providerId="LiveId" clId="{52C3207A-1CB9-4613-B23E-E26B3B669B58}" dt="2025-02-23T17:42:13.754" v="2733"/>
          <ac:spMkLst>
            <pc:docMk/>
            <pc:sldMk cId="3599526925" sldId="380"/>
            <ac:spMk id="2" creationId="{AB0D7A3E-F3BB-C6EA-9382-57E84F536996}"/>
          </ac:spMkLst>
        </pc:spChg>
        <pc:spChg chg="mod">
          <ac:chgData name="Minh Đình" userId="836bd1e508d52677" providerId="LiveId" clId="{52C3207A-1CB9-4613-B23E-E26B3B669B58}" dt="2025-02-23T16:56:40.862" v="1784" actId="2711"/>
          <ac:spMkLst>
            <pc:docMk/>
            <pc:sldMk cId="3599526925" sldId="380"/>
            <ac:spMk id="3" creationId="{BD3C538C-C620-4AEF-54A9-7CAE86C2B26A}"/>
          </ac:spMkLst>
        </pc:spChg>
        <pc:spChg chg="del">
          <ac:chgData name="Minh Đình" userId="836bd1e508d52677" providerId="LiveId" clId="{52C3207A-1CB9-4613-B23E-E26B3B669B58}" dt="2025-02-23T16:56:43.353" v="1785" actId="478"/>
          <ac:spMkLst>
            <pc:docMk/>
            <pc:sldMk cId="3599526925" sldId="380"/>
            <ac:spMk id="4" creationId="{BA8A027A-1423-E972-16DD-99608AF5A245}"/>
          </ac:spMkLst>
        </pc:spChg>
        <pc:spChg chg="del">
          <ac:chgData name="Minh Đình" userId="836bd1e508d52677" providerId="LiveId" clId="{52C3207A-1CB9-4613-B23E-E26B3B669B58}" dt="2025-02-23T17:42:13.439" v="2732" actId="478"/>
          <ac:spMkLst>
            <pc:docMk/>
            <pc:sldMk cId="3599526925" sldId="380"/>
            <ac:spMk id="5" creationId="{B4644F3E-597C-B77E-E4DA-06FA9D5CBF02}"/>
          </ac:spMkLst>
        </pc:spChg>
        <pc:spChg chg="mod">
          <ac:chgData name="Minh Đình" userId="836bd1e508d52677" providerId="LiveId" clId="{52C3207A-1CB9-4613-B23E-E26B3B669B58}" dt="2025-02-23T16:58:17.769" v="1799" actId="1076"/>
          <ac:spMkLst>
            <pc:docMk/>
            <pc:sldMk cId="3599526925" sldId="380"/>
            <ac:spMk id="7" creationId="{6073DCBB-3A4C-9ADA-08DD-22C3C1940562}"/>
          </ac:spMkLst>
        </pc:spChg>
      </pc:sldChg>
      <pc:sldChg chg="addSp delSp modSp add mod modNotesTx">
        <pc:chgData name="Minh Đình" userId="836bd1e508d52677" providerId="LiveId" clId="{52C3207A-1CB9-4613-B23E-E26B3B669B58}" dt="2025-02-24T02:53:43.352" v="3003" actId="20577"/>
        <pc:sldMkLst>
          <pc:docMk/>
          <pc:sldMk cId="3944486087" sldId="381"/>
        </pc:sldMkLst>
        <pc:spChg chg="add mod">
          <ac:chgData name="Minh Đình" userId="836bd1e508d52677" providerId="LiveId" clId="{52C3207A-1CB9-4613-B23E-E26B3B669B58}" dt="2025-02-23T17:42:16.343" v="2735"/>
          <ac:spMkLst>
            <pc:docMk/>
            <pc:sldMk cId="3944486087" sldId="381"/>
            <ac:spMk id="2" creationId="{30197C1E-CD0D-8E26-8FD5-73100C0125C2}"/>
          </ac:spMkLst>
        </pc:spChg>
        <pc:spChg chg="mod">
          <ac:chgData name="Minh Đình" userId="836bd1e508d52677" providerId="LiveId" clId="{52C3207A-1CB9-4613-B23E-E26B3B669B58}" dt="2025-02-23T16:58:36.576" v="1814" actId="20577"/>
          <ac:spMkLst>
            <pc:docMk/>
            <pc:sldMk cId="3944486087" sldId="381"/>
            <ac:spMk id="3" creationId="{35129C80-EE87-7122-F2D3-5758BFCF0A2D}"/>
          </ac:spMkLst>
        </pc:spChg>
        <pc:spChg chg="mod">
          <ac:chgData name="Minh Đình" userId="836bd1e508d52677" providerId="LiveId" clId="{52C3207A-1CB9-4613-B23E-E26B3B669B58}" dt="2025-02-23T16:58:48.962" v="1815"/>
          <ac:spMkLst>
            <pc:docMk/>
            <pc:sldMk cId="3944486087" sldId="381"/>
            <ac:spMk id="4" creationId="{907D4CAC-090D-71EE-A036-A74AF0E10B21}"/>
          </ac:spMkLst>
        </pc:spChg>
        <pc:spChg chg="del">
          <ac:chgData name="Minh Đình" userId="836bd1e508d52677" providerId="LiveId" clId="{52C3207A-1CB9-4613-B23E-E26B3B669B58}" dt="2025-02-23T17:42:16.078" v="2734" actId="478"/>
          <ac:spMkLst>
            <pc:docMk/>
            <pc:sldMk cId="3944486087" sldId="381"/>
            <ac:spMk id="5" creationId="{AF302192-51DF-5CD3-E8E9-9619836DD54C}"/>
          </ac:spMkLst>
        </pc:spChg>
        <pc:spChg chg="mod">
          <ac:chgData name="Minh Đình" userId="836bd1e508d52677" providerId="LiveId" clId="{52C3207A-1CB9-4613-B23E-E26B3B669B58}" dt="2025-02-23T17:04:54.244" v="1856" actId="2711"/>
          <ac:spMkLst>
            <pc:docMk/>
            <pc:sldMk cId="3944486087" sldId="381"/>
            <ac:spMk id="7" creationId="{080E836D-2042-4AE5-594A-F787604B3EB2}"/>
          </ac:spMkLst>
        </pc:spChg>
      </pc:sldChg>
      <pc:sldChg chg="addSp delSp modSp add mod ord modNotesTx">
        <pc:chgData name="Minh Đình" userId="836bd1e508d52677" providerId="LiveId" clId="{52C3207A-1CB9-4613-B23E-E26B3B669B58}" dt="2025-02-23T17:20:41.391" v="2079" actId="12"/>
        <pc:sldMkLst>
          <pc:docMk/>
          <pc:sldMk cId="698832401" sldId="382"/>
        </pc:sldMkLst>
        <pc:spChg chg="del">
          <ac:chgData name="Minh Đình" userId="836bd1e508d52677" providerId="LiveId" clId="{52C3207A-1CB9-4613-B23E-E26B3B669B58}" dt="2025-02-23T17:11:52.912" v="1982" actId="478"/>
          <ac:spMkLst>
            <pc:docMk/>
            <pc:sldMk cId="698832401" sldId="382"/>
            <ac:spMk id="3" creationId="{3D72CBC5-F8E4-3D0F-F512-7B0018BBACC8}"/>
          </ac:spMkLst>
        </pc:spChg>
        <pc:spChg chg="del">
          <ac:chgData name="Minh Đình" userId="836bd1e508d52677" providerId="LiveId" clId="{52C3207A-1CB9-4613-B23E-E26B3B669B58}" dt="2025-02-23T17:11:54.148" v="1983" actId="478"/>
          <ac:spMkLst>
            <pc:docMk/>
            <pc:sldMk cId="698832401" sldId="382"/>
            <ac:spMk id="4" creationId="{A3844A48-614B-2401-46AC-9C365B841710}"/>
          </ac:spMkLst>
        </pc:spChg>
        <pc:spChg chg="mod">
          <ac:chgData name="Minh Đình" userId="836bd1e508d52677" providerId="LiveId" clId="{52C3207A-1CB9-4613-B23E-E26B3B669B58}" dt="2025-02-23T17:11:50.578" v="1981" actId="20577"/>
          <ac:spMkLst>
            <pc:docMk/>
            <pc:sldMk cId="698832401" sldId="382"/>
            <ac:spMk id="5" creationId="{361630B3-1166-62FC-1BBE-0E1982D1095E}"/>
          </ac:spMkLst>
        </pc:spChg>
        <pc:spChg chg="mod">
          <ac:chgData name="Minh Đình" userId="836bd1e508d52677" providerId="LiveId" clId="{52C3207A-1CB9-4613-B23E-E26B3B669B58}" dt="2025-02-23T17:20:41.391" v="2079" actId="12"/>
          <ac:spMkLst>
            <pc:docMk/>
            <pc:sldMk cId="698832401" sldId="382"/>
            <ac:spMk id="7" creationId="{541CBE01-ECB5-0D37-DB60-6F5C08E006C2}"/>
          </ac:spMkLst>
        </pc:spChg>
        <pc:picChg chg="add mod">
          <ac:chgData name="Minh Đình" userId="836bd1e508d52677" providerId="LiveId" clId="{52C3207A-1CB9-4613-B23E-E26B3B669B58}" dt="2025-02-23T17:14:15.887" v="2019" actId="1076"/>
          <ac:picMkLst>
            <pc:docMk/>
            <pc:sldMk cId="698832401" sldId="382"/>
            <ac:picMk id="4098" creationId="{DB5BA9B1-5051-9D9B-63B6-41F7004C5169}"/>
          </ac:picMkLst>
        </pc:picChg>
      </pc:sldChg>
      <pc:sldChg chg="addSp delSp modSp add mod">
        <pc:chgData name="Minh Đình" userId="836bd1e508d52677" providerId="LiveId" clId="{52C3207A-1CB9-4613-B23E-E26B3B669B58}" dt="2025-02-23T17:24:05.436" v="2186" actId="1076"/>
        <pc:sldMkLst>
          <pc:docMk/>
          <pc:sldMk cId="2239203933" sldId="383"/>
        </pc:sldMkLst>
        <pc:spChg chg="add mod">
          <ac:chgData name="Minh Đình" userId="836bd1e508d52677" providerId="LiveId" clId="{52C3207A-1CB9-4613-B23E-E26B3B669B58}" dt="2025-02-23T17:24:03.364" v="2185" actId="1076"/>
          <ac:spMkLst>
            <pc:docMk/>
            <pc:sldMk cId="2239203933" sldId="383"/>
            <ac:spMk id="3" creationId="{EFF81A7D-40EB-7F4F-1FFB-FBC24EA8F27F}"/>
          </ac:spMkLst>
        </pc:spChg>
        <pc:spChg chg="mod">
          <ac:chgData name="Minh Đình" userId="836bd1e508d52677" providerId="LiveId" clId="{52C3207A-1CB9-4613-B23E-E26B3B669B58}" dt="2025-02-23T17:22:31.005" v="2135"/>
          <ac:spMkLst>
            <pc:docMk/>
            <pc:sldMk cId="2239203933" sldId="383"/>
            <ac:spMk id="5" creationId="{8F5A9F3E-CB3A-2AA9-E6EF-F1899892CCA7}"/>
          </ac:spMkLst>
        </pc:spChg>
        <pc:spChg chg="del mod">
          <ac:chgData name="Minh Đình" userId="836bd1e508d52677" providerId="LiveId" clId="{52C3207A-1CB9-4613-B23E-E26B3B669B58}" dt="2025-02-23T17:19:57.525" v="2061"/>
          <ac:spMkLst>
            <pc:docMk/>
            <pc:sldMk cId="2239203933" sldId="383"/>
            <ac:spMk id="7" creationId="{9AD50218-DB8E-8F08-E017-4FADA68D1F8D}"/>
          </ac:spMkLst>
        </pc:spChg>
        <pc:picChg chg="del">
          <ac:chgData name="Minh Đình" userId="836bd1e508d52677" providerId="LiveId" clId="{52C3207A-1CB9-4613-B23E-E26B3B669B58}" dt="2025-02-23T17:20:48.077" v="2080" actId="478"/>
          <ac:picMkLst>
            <pc:docMk/>
            <pc:sldMk cId="2239203933" sldId="383"/>
            <ac:picMk id="4098" creationId="{36936AE3-CF18-40BC-03B3-E9AD38D670D8}"/>
          </ac:picMkLst>
        </pc:picChg>
        <pc:picChg chg="add mod">
          <ac:chgData name="Minh Đình" userId="836bd1e508d52677" providerId="LiveId" clId="{52C3207A-1CB9-4613-B23E-E26B3B669B58}" dt="2025-02-23T17:24:05.436" v="2186" actId="1076"/>
          <ac:picMkLst>
            <pc:docMk/>
            <pc:sldMk cId="2239203933" sldId="383"/>
            <ac:picMk id="6146" creationId="{E9CD6C7C-7341-BE2F-FF25-D1654C7145A5}"/>
          </ac:picMkLst>
        </pc:picChg>
      </pc:sldChg>
      <pc:sldChg chg="add del">
        <pc:chgData name="Minh Đình" userId="836bd1e508d52677" providerId="LiveId" clId="{52C3207A-1CB9-4613-B23E-E26B3B669B58}" dt="2025-02-23T17:19:14.719" v="2058" actId="47"/>
        <pc:sldMkLst>
          <pc:docMk/>
          <pc:sldMk cId="1912823176" sldId="384"/>
        </pc:sldMkLst>
      </pc:sldChg>
      <pc:sldChg chg="addSp delSp modSp add mod ord modNotesTx">
        <pc:chgData name="Minh Đình" userId="836bd1e508d52677" providerId="LiveId" clId="{52C3207A-1CB9-4613-B23E-E26B3B669B58}" dt="2025-02-24T02:53:46.751" v="3004" actId="20577"/>
        <pc:sldMkLst>
          <pc:docMk/>
          <pc:sldMk cId="3904201581" sldId="384"/>
        </pc:sldMkLst>
        <pc:spChg chg="add del mod">
          <ac:chgData name="Minh Đình" userId="836bd1e508d52677" providerId="LiveId" clId="{52C3207A-1CB9-4613-B23E-E26B3B669B58}" dt="2025-02-23T17:31:00.970" v="2391" actId="1037"/>
          <ac:spMkLst>
            <pc:docMk/>
            <pc:sldMk cId="3904201581" sldId="384"/>
            <ac:spMk id="3" creationId="{15931A79-B65F-2824-B710-8CD13B0D3BF0}"/>
          </ac:spMkLst>
        </pc:spChg>
        <pc:spChg chg="del mod">
          <ac:chgData name="Minh Đình" userId="836bd1e508d52677" providerId="LiveId" clId="{52C3207A-1CB9-4613-B23E-E26B3B669B58}" dt="2025-02-23T17:25:46.733" v="2274" actId="478"/>
          <ac:spMkLst>
            <pc:docMk/>
            <pc:sldMk cId="3904201581" sldId="384"/>
            <ac:spMk id="4" creationId="{00C113D1-F868-6E70-F62E-1D27712CBE93}"/>
          </ac:spMkLst>
        </pc:spChg>
        <pc:spChg chg="mod">
          <ac:chgData name="Minh Đình" userId="836bd1e508d52677" providerId="LiveId" clId="{52C3207A-1CB9-4613-B23E-E26B3B669B58}" dt="2025-02-23T17:24:34.251" v="2227" actId="20577"/>
          <ac:spMkLst>
            <pc:docMk/>
            <pc:sldMk cId="3904201581" sldId="384"/>
            <ac:spMk id="5" creationId="{0540FDC8-EACB-7BB6-8039-AC796EDDBB26}"/>
          </ac:spMkLst>
        </pc:spChg>
        <pc:spChg chg="del mod">
          <ac:chgData name="Minh Đình" userId="836bd1e508d52677" providerId="LiveId" clId="{52C3207A-1CB9-4613-B23E-E26B3B669B58}" dt="2025-02-23T17:25:55.307" v="2280"/>
          <ac:spMkLst>
            <pc:docMk/>
            <pc:sldMk cId="3904201581" sldId="384"/>
            <ac:spMk id="7" creationId="{6EF62159-1DA4-9A9D-1C06-4329C2BA2EEE}"/>
          </ac:spMkLst>
        </pc:spChg>
        <pc:spChg chg="add mod">
          <ac:chgData name="Minh Đình" userId="836bd1e508d52677" providerId="LiveId" clId="{52C3207A-1CB9-4613-B23E-E26B3B669B58}" dt="2025-02-23T17:31:00.970" v="2391" actId="1037"/>
          <ac:spMkLst>
            <pc:docMk/>
            <pc:sldMk cId="3904201581" sldId="384"/>
            <ac:spMk id="10" creationId="{E451B212-CB9C-8D27-3111-5E3DC95AE8A0}"/>
          </ac:spMkLst>
        </pc:spChg>
        <pc:spChg chg="add mod">
          <ac:chgData name="Minh Đình" userId="836bd1e508d52677" providerId="LiveId" clId="{52C3207A-1CB9-4613-B23E-E26B3B669B58}" dt="2025-02-23T17:27:41.740" v="2311"/>
          <ac:spMkLst>
            <pc:docMk/>
            <pc:sldMk cId="3904201581" sldId="384"/>
            <ac:spMk id="11" creationId="{131328CF-A8A0-9676-3F38-D9D3066A7E96}"/>
          </ac:spMkLst>
        </pc:spChg>
        <pc:spChg chg="add mod">
          <ac:chgData name="Minh Đình" userId="836bd1e508d52677" providerId="LiveId" clId="{52C3207A-1CB9-4613-B23E-E26B3B669B58}" dt="2025-02-23T17:27:41.740" v="2311"/>
          <ac:spMkLst>
            <pc:docMk/>
            <pc:sldMk cId="3904201581" sldId="384"/>
            <ac:spMk id="12" creationId="{4259ED9B-67F0-79A3-557B-7A83C6988368}"/>
          </ac:spMkLst>
        </pc:spChg>
        <pc:spChg chg="add mod">
          <ac:chgData name="Minh Đình" userId="836bd1e508d52677" providerId="LiveId" clId="{52C3207A-1CB9-4613-B23E-E26B3B669B58}" dt="2025-02-23T17:31:00.970" v="2391" actId="1037"/>
          <ac:spMkLst>
            <pc:docMk/>
            <pc:sldMk cId="3904201581" sldId="384"/>
            <ac:spMk id="13" creationId="{DE3D3639-101F-EB7A-8BF7-4DB240813016}"/>
          </ac:spMkLst>
        </pc:spChg>
        <pc:spChg chg="add mod">
          <ac:chgData name="Minh Đình" userId="836bd1e508d52677" providerId="LiveId" clId="{52C3207A-1CB9-4613-B23E-E26B3B669B58}" dt="2025-02-23T17:31:00.970" v="2391" actId="1037"/>
          <ac:spMkLst>
            <pc:docMk/>
            <pc:sldMk cId="3904201581" sldId="384"/>
            <ac:spMk id="14" creationId="{A63ECCAB-618D-DF56-E320-32DB2B65324F}"/>
          </ac:spMkLst>
        </pc:spChg>
        <pc:spChg chg="add del mod">
          <ac:chgData name="Minh Đình" userId="836bd1e508d52677" providerId="LiveId" clId="{52C3207A-1CB9-4613-B23E-E26B3B669B58}" dt="2025-02-23T17:29:34.149" v="2347" actId="478"/>
          <ac:spMkLst>
            <pc:docMk/>
            <pc:sldMk cId="3904201581" sldId="384"/>
            <ac:spMk id="15" creationId="{039EA7AD-F580-D835-C743-076A60C03F39}"/>
          </ac:spMkLst>
        </pc:spChg>
        <pc:spChg chg="add del mod">
          <ac:chgData name="Minh Đình" userId="836bd1e508d52677" providerId="LiveId" clId="{52C3207A-1CB9-4613-B23E-E26B3B669B58}" dt="2025-02-23T17:29:34.149" v="2347" actId="478"/>
          <ac:spMkLst>
            <pc:docMk/>
            <pc:sldMk cId="3904201581" sldId="384"/>
            <ac:spMk id="16" creationId="{EB532377-530F-7711-9325-29D78DA3CCEE}"/>
          </ac:spMkLst>
        </pc:spChg>
        <pc:spChg chg="add mod">
          <ac:chgData name="Minh Đình" userId="836bd1e508d52677" providerId="LiveId" clId="{52C3207A-1CB9-4613-B23E-E26B3B669B58}" dt="2025-02-23T17:31:29.326" v="2418" actId="20577"/>
          <ac:spMkLst>
            <pc:docMk/>
            <pc:sldMk cId="3904201581" sldId="384"/>
            <ac:spMk id="17" creationId="{E02B76D6-3176-8458-5CC0-2BA419D8BCA1}"/>
          </ac:spMkLst>
        </pc:spChg>
        <pc:spChg chg="add mod">
          <ac:chgData name="Minh Đình" userId="836bd1e508d52677" providerId="LiveId" clId="{52C3207A-1CB9-4613-B23E-E26B3B669B58}" dt="2025-02-23T17:31:05.217" v="2397" actId="1035"/>
          <ac:spMkLst>
            <pc:docMk/>
            <pc:sldMk cId="3904201581" sldId="384"/>
            <ac:spMk id="18" creationId="{8C9D0420-E2BD-5360-6B7A-F20FEA1F3F9B}"/>
          </ac:spMkLst>
        </pc:spChg>
        <pc:spChg chg="add mod">
          <ac:chgData name="Minh Đình" userId="836bd1e508d52677" providerId="LiveId" clId="{52C3207A-1CB9-4613-B23E-E26B3B669B58}" dt="2025-02-23T17:32:16.886" v="2516" actId="20577"/>
          <ac:spMkLst>
            <pc:docMk/>
            <pc:sldMk cId="3904201581" sldId="384"/>
            <ac:spMk id="19" creationId="{BA38BD84-1094-5823-ADB2-F95AE1407395}"/>
          </ac:spMkLst>
        </pc:spChg>
        <pc:spChg chg="add mod">
          <ac:chgData name="Minh Đình" userId="836bd1e508d52677" providerId="LiveId" clId="{52C3207A-1CB9-4613-B23E-E26B3B669B58}" dt="2025-02-23T17:32:30.887" v="2518"/>
          <ac:spMkLst>
            <pc:docMk/>
            <pc:sldMk cId="3904201581" sldId="384"/>
            <ac:spMk id="20" creationId="{FFD15F51-54B5-1D2D-EDB5-5F2E6E801DA6}"/>
          </ac:spMkLst>
        </pc:spChg>
        <pc:graphicFrameChg chg="add del mod modGraphic">
          <ac:chgData name="Minh Đình" userId="836bd1e508d52677" providerId="LiveId" clId="{52C3207A-1CB9-4613-B23E-E26B3B669B58}" dt="2025-02-23T17:26:11.047" v="2284" actId="478"/>
          <ac:graphicFrameMkLst>
            <pc:docMk/>
            <pc:sldMk cId="3904201581" sldId="384"/>
            <ac:graphicFrameMk id="2" creationId="{C6C2F09F-119D-E26E-6D36-8D8A7645FFB8}"/>
          </ac:graphicFrameMkLst>
        </pc:graphicFrameChg>
        <pc:graphicFrameChg chg="add del mod">
          <ac:chgData name="Minh Đình" userId="836bd1e508d52677" providerId="LiveId" clId="{52C3207A-1CB9-4613-B23E-E26B3B669B58}" dt="2025-02-23T17:26:45.296" v="2293" actId="478"/>
          <ac:graphicFrameMkLst>
            <pc:docMk/>
            <pc:sldMk cId="3904201581" sldId="384"/>
            <ac:graphicFrameMk id="8" creationId="{60CDD715-BF54-AEF0-E2D7-B6914E2A093C}"/>
          </ac:graphicFrameMkLst>
        </pc:graphicFrameChg>
        <pc:graphicFrameChg chg="add del mod modGraphic">
          <ac:chgData name="Minh Đình" userId="836bd1e508d52677" providerId="LiveId" clId="{52C3207A-1CB9-4613-B23E-E26B3B669B58}" dt="2025-02-23T17:26:43.835" v="2292" actId="478"/>
          <ac:graphicFrameMkLst>
            <pc:docMk/>
            <pc:sldMk cId="3904201581" sldId="384"/>
            <ac:graphicFrameMk id="9" creationId="{C275CB9C-FC14-44BA-1511-B169E57BBC90}"/>
          </ac:graphicFrameMkLst>
        </pc:graphicFrameChg>
      </pc:sldChg>
      <pc:sldChg chg="addSp delSp modSp add mod modNotesTx">
        <pc:chgData name="Minh Đình" userId="836bd1e508d52677" providerId="LiveId" clId="{52C3207A-1CB9-4613-B23E-E26B3B669B58}" dt="2025-02-24T02:53:48.588" v="3005" actId="20577"/>
        <pc:sldMkLst>
          <pc:docMk/>
          <pc:sldMk cId="2935497810" sldId="385"/>
        </pc:sldMkLst>
        <pc:spChg chg="mod">
          <ac:chgData name="Minh Đình" userId="836bd1e508d52677" providerId="LiveId" clId="{52C3207A-1CB9-4613-B23E-E26B3B669B58}" dt="2025-02-23T17:33:37.430" v="2607" actId="20577"/>
          <ac:spMkLst>
            <pc:docMk/>
            <pc:sldMk cId="2935497810" sldId="385"/>
            <ac:spMk id="2" creationId="{CB9C8D71-5296-3D03-02A3-D85A37EA489E}"/>
          </ac:spMkLst>
        </pc:spChg>
        <pc:spChg chg="mod">
          <ac:chgData name="Minh Đình" userId="836bd1e508d52677" providerId="LiveId" clId="{52C3207A-1CB9-4613-B23E-E26B3B669B58}" dt="2025-02-23T17:35:10.973" v="2634" actId="2711"/>
          <ac:spMkLst>
            <pc:docMk/>
            <pc:sldMk cId="2935497810" sldId="385"/>
            <ac:spMk id="5" creationId="{9E95BCED-500B-6394-EB77-78B77DBCD05F}"/>
          </ac:spMkLst>
        </pc:spChg>
        <pc:spChg chg="mod">
          <ac:chgData name="Minh Đình" userId="836bd1e508d52677" providerId="LiveId" clId="{52C3207A-1CB9-4613-B23E-E26B3B669B58}" dt="2025-02-23T17:35:44.803" v="2639" actId="1076"/>
          <ac:spMkLst>
            <pc:docMk/>
            <pc:sldMk cId="2935497810" sldId="385"/>
            <ac:spMk id="13" creationId="{9DFF51BB-8CAA-426C-AF8C-92F6E9463A4A}"/>
          </ac:spMkLst>
        </pc:spChg>
        <pc:spChg chg="mod">
          <ac:chgData name="Minh Đình" userId="836bd1e508d52677" providerId="LiveId" clId="{52C3207A-1CB9-4613-B23E-E26B3B669B58}" dt="2025-02-23T17:35:55.339" v="2641" actId="1076"/>
          <ac:spMkLst>
            <pc:docMk/>
            <pc:sldMk cId="2935497810" sldId="385"/>
            <ac:spMk id="14" creationId="{C3FCF4D5-BF4D-D390-D346-70AA951B4268}"/>
          </ac:spMkLst>
        </pc:spChg>
        <pc:spChg chg="mod">
          <ac:chgData name="Minh Đình" userId="836bd1e508d52677" providerId="LiveId" clId="{52C3207A-1CB9-4613-B23E-E26B3B669B58}" dt="2025-02-23T17:35:56.885" v="2642" actId="1076"/>
          <ac:spMkLst>
            <pc:docMk/>
            <pc:sldMk cId="2935497810" sldId="385"/>
            <ac:spMk id="15" creationId="{D7B57B82-7618-63DA-D57A-A93A2B431DF6}"/>
          </ac:spMkLst>
        </pc:spChg>
        <pc:spChg chg="del">
          <ac:chgData name="Minh Đình" userId="836bd1e508d52677" providerId="LiveId" clId="{52C3207A-1CB9-4613-B23E-E26B3B669B58}" dt="2025-02-23T17:33:49.265" v="2610" actId="478"/>
          <ac:spMkLst>
            <pc:docMk/>
            <pc:sldMk cId="2935497810" sldId="385"/>
            <ac:spMk id="16" creationId="{7D6849FF-10F9-113E-BDC5-38437BC51DBF}"/>
          </ac:spMkLst>
        </pc:spChg>
        <pc:spChg chg="del">
          <ac:chgData name="Minh Đình" userId="836bd1e508d52677" providerId="LiveId" clId="{52C3207A-1CB9-4613-B23E-E26B3B669B58}" dt="2025-02-23T17:33:54.300" v="2611" actId="478"/>
          <ac:spMkLst>
            <pc:docMk/>
            <pc:sldMk cId="2935497810" sldId="385"/>
            <ac:spMk id="19" creationId="{0265D6A8-4986-8DC9-39B5-EDDDE00F4FD5}"/>
          </ac:spMkLst>
        </pc:spChg>
        <pc:spChg chg="del">
          <ac:chgData name="Minh Đình" userId="836bd1e508d52677" providerId="LiveId" clId="{52C3207A-1CB9-4613-B23E-E26B3B669B58}" dt="2025-02-23T17:33:55.249" v="2612" actId="478"/>
          <ac:spMkLst>
            <pc:docMk/>
            <pc:sldMk cId="2935497810" sldId="385"/>
            <ac:spMk id="20" creationId="{C6BA4EC5-14D6-F03A-5BB1-CCAF099D12F2}"/>
          </ac:spMkLst>
        </pc:spChg>
        <pc:spChg chg="del">
          <ac:chgData name="Minh Đình" userId="836bd1e508d52677" providerId="LiveId" clId="{52C3207A-1CB9-4613-B23E-E26B3B669B58}" dt="2025-02-23T17:33:57.308" v="2613" actId="478"/>
          <ac:spMkLst>
            <pc:docMk/>
            <pc:sldMk cId="2935497810" sldId="385"/>
            <ac:spMk id="21" creationId="{C88BE5DF-253C-DBEF-6939-A732E09843A8}"/>
          </ac:spMkLst>
        </pc:spChg>
        <pc:spChg chg="del">
          <ac:chgData name="Minh Đình" userId="836bd1e508d52677" providerId="LiveId" clId="{52C3207A-1CB9-4613-B23E-E26B3B669B58}" dt="2025-02-23T17:33:57.308" v="2613" actId="478"/>
          <ac:spMkLst>
            <pc:docMk/>
            <pc:sldMk cId="2935497810" sldId="385"/>
            <ac:spMk id="22" creationId="{BD20679E-5DB7-19D7-E609-17F125E453B9}"/>
          </ac:spMkLst>
        </pc:spChg>
        <pc:spChg chg="del">
          <ac:chgData name="Minh Đình" userId="836bd1e508d52677" providerId="LiveId" clId="{52C3207A-1CB9-4613-B23E-E26B3B669B58}" dt="2025-02-23T17:33:57.308" v="2613" actId="478"/>
          <ac:spMkLst>
            <pc:docMk/>
            <pc:sldMk cId="2935497810" sldId="385"/>
            <ac:spMk id="23" creationId="{8380CDCB-C7A6-E769-10D5-3FF5F0CEDB93}"/>
          </ac:spMkLst>
        </pc:spChg>
        <pc:picChg chg="add mod">
          <ac:chgData name="Minh Đình" userId="836bd1e508d52677" providerId="LiveId" clId="{52C3207A-1CB9-4613-B23E-E26B3B669B58}" dt="2025-02-23T17:39:44.165" v="2651" actId="1076"/>
          <ac:picMkLst>
            <pc:docMk/>
            <pc:sldMk cId="2935497810" sldId="385"/>
            <ac:picMk id="8194" creationId="{C5BA562C-3942-A752-CDDE-25CD905E5E84}"/>
          </ac:picMkLst>
        </pc:picChg>
      </pc:sldChg>
      <pc:sldChg chg="modSp add mod modNotesTx">
        <pc:chgData name="Minh Đình" userId="836bd1e508d52677" providerId="LiveId" clId="{52C3207A-1CB9-4613-B23E-E26B3B669B58}" dt="2025-02-24T02:53:50.694" v="3006" actId="20577"/>
        <pc:sldMkLst>
          <pc:docMk/>
          <pc:sldMk cId="3305316124" sldId="386"/>
        </pc:sldMkLst>
        <pc:spChg chg="mod">
          <ac:chgData name="Minh Đình" userId="836bd1e508d52677" providerId="LiveId" clId="{52C3207A-1CB9-4613-B23E-E26B3B669B58}" dt="2025-02-23T17:42:36.151" v="2768" actId="20577"/>
          <ac:spMkLst>
            <pc:docMk/>
            <pc:sldMk cId="3305316124" sldId="386"/>
            <ac:spMk id="2" creationId="{D1598969-9848-A0DD-09BF-F32B3E8444E4}"/>
          </ac:spMkLst>
        </pc:spChg>
        <pc:spChg chg="mod">
          <ac:chgData name="Minh Đình" userId="836bd1e508d52677" providerId="LiveId" clId="{52C3207A-1CB9-4613-B23E-E26B3B669B58}" dt="2025-02-23T17:42:57.262" v="2784" actId="20577"/>
          <ac:spMkLst>
            <pc:docMk/>
            <pc:sldMk cId="3305316124" sldId="386"/>
            <ac:spMk id="3" creationId="{B957081B-5779-A787-9E41-9CA7556CE2F8}"/>
          </ac:spMkLst>
        </pc:spChg>
        <pc:spChg chg="mod">
          <ac:chgData name="Minh Đình" userId="836bd1e508d52677" providerId="LiveId" clId="{52C3207A-1CB9-4613-B23E-E26B3B669B58}" dt="2025-02-23T17:45:14.341" v="2807" actId="1076"/>
          <ac:spMkLst>
            <pc:docMk/>
            <pc:sldMk cId="3305316124" sldId="386"/>
            <ac:spMk id="4" creationId="{7695669C-E349-184C-4375-7EBD416D46F3}"/>
          </ac:spMkLst>
        </pc:spChg>
        <pc:spChg chg="mod">
          <ac:chgData name="Minh Đình" userId="836bd1e508d52677" providerId="LiveId" clId="{52C3207A-1CB9-4613-B23E-E26B3B669B58}" dt="2025-02-23T17:45:22.435" v="2808" actId="2711"/>
          <ac:spMkLst>
            <pc:docMk/>
            <pc:sldMk cId="3305316124" sldId="386"/>
            <ac:spMk id="7" creationId="{2ACC94E4-5349-0A37-90B7-2D91809127A9}"/>
          </ac:spMkLst>
        </pc:spChg>
      </pc:sldChg>
      <pc:sldChg chg="add del">
        <pc:chgData name="Minh Đình" userId="836bd1e508d52677" providerId="LiveId" clId="{52C3207A-1CB9-4613-B23E-E26B3B669B58}" dt="2025-02-23T17:40:14.027" v="2654" actId="47"/>
        <pc:sldMkLst>
          <pc:docMk/>
          <pc:sldMk cId="3712639480" sldId="386"/>
        </pc:sldMkLst>
      </pc:sldChg>
      <pc:sldChg chg="addSp modSp add mod modNotesTx">
        <pc:chgData name="Minh Đình" userId="836bd1e508d52677" providerId="LiveId" clId="{52C3207A-1CB9-4613-B23E-E26B3B669B58}" dt="2025-02-24T02:53:52.392" v="3007" actId="20577"/>
        <pc:sldMkLst>
          <pc:docMk/>
          <pc:sldMk cId="2783813413" sldId="387"/>
        </pc:sldMkLst>
        <pc:spChg chg="mod">
          <ac:chgData name="Minh Đình" userId="836bd1e508d52677" providerId="LiveId" clId="{52C3207A-1CB9-4613-B23E-E26B3B669B58}" dt="2025-02-23T17:47:23.163" v="2831" actId="20577"/>
          <ac:spMkLst>
            <pc:docMk/>
            <pc:sldMk cId="2783813413" sldId="387"/>
            <ac:spMk id="3" creationId="{9B443FEE-08A5-B914-0404-F59E5FB4D64C}"/>
          </ac:spMkLst>
        </pc:spChg>
        <pc:spChg chg="mod">
          <ac:chgData name="Minh Đình" userId="836bd1e508d52677" providerId="LiveId" clId="{52C3207A-1CB9-4613-B23E-E26B3B669B58}" dt="2025-02-23T17:49:35.030" v="2852" actId="1076"/>
          <ac:spMkLst>
            <pc:docMk/>
            <pc:sldMk cId="2783813413" sldId="387"/>
            <ac:spMk id="4" creationId="{F8097382-CB52-7DFC-F8AD-28E94D464769}"/>
          </ac:spMkLst>
        </pc:spChg>
        <pc:spChg chg="mod">
          <ac:chgData name="Minh Đình" userId="836bd1e508d52677" providerId="LiveId" clId="{52C3207A-1CB9-4613-B23E-E26B3B669B58}" dt="2025-02-23T17:49:31.639" v="2851" actId="14100"/>
          <ac:spMkLst>
            <pc:docMk/>
            <pc:sldMk cId="2783813413" sldId="387"/>
            <ac:spMk id="7" creationId="{4EFFA863-4E8F-00A1-85A0-0B75A1882141}"/>
          </ac:spMkLst>
        </pc:spChg>
        <pc:picChg chg="add mod">
          <ac:chgData name="Minh Đình" userId="836bd1e508d52677" providerId="LiveId" clId="{52C3207A-1CB9-4613-B23E-E26B3B669B58}" dt="2025-02-23T17:48:57.808" v="2841" actId="1076"/>
          <ac:picMkLst>
            <pc:docMk/>
            <pc:sldMk cId="2783813413" sldId="387"/>
            <ac:picMk id="8" creationId="{33D6B52B-8BBC-365F-BBCA-88A9DCE495E8}"/>
          </ac:picMkLst>
        </pc:picChg>
      </pc:sldChg>
      <pc:sldChg chg="delSp modSp add mod modNotesTx">
        <pc:chgData name="Minh Đình" userId="836bd1e508d52677" providerId="LiveId" clId="{52C3207A-1CB9-4613-B23E-E26B3B669B58}" dt="2025-02-24T02:53:54.964" v="3008" actId="20577"/>
        <pc:sldMkLst>
          <pc:docMk/>
          <pc:sldMk cId="4105520512" sldId="388"/>
        </pc:sldMkLst>
        <pc:spChg chg="mod">
          <ac:chgData name="Minh Đình" userId="836bd1e508d52677" providerId="LiveId" clId="{52C3207A-1CB9-4613-B23E-E26B3B669B58}" dt="2025-02-23T17:50:55.764" v="2872"/>
          <ac:spMkLst>
            <pc:docMk/>
            <pc:sldMk cId="4105520512" sldId="388"/>
            <ac:spMk id="3" creationId="{4485D701-BA13-5F59-67D3-85C2C77925DB}"/>
          </ac:spMkLst>
        </pc:spChg>
        <pc:spChg chg="mod">
          <ac:chgData name="Minh Đình" userId="836bd1e508d52677" providerId="LiveId" clId="{52C3207A-1CB9-4613-B23E-E26B3B669B58}" dt="2025-02-23T17:51:37.306" v="2883" actId="1076"/>
          <ac:spMkLst>
            <pc:docMk/>
            <pc:sldMk cId="4105520512" sldId="388"/>
            <ac:spMk id="4" creationId="{CBE6CB30-4452-8B4A-FD51-CE88F77D66BD}"/>
          </ac:spMkLst>
        </pc:spChg>
        <pc:spChg chg="mod">
          <ac:chgData name="Minh Đình" userId="836bd1e508d52677" providerId="LiveId" clId="{52C3207A-1CB9-4613-B23E-E26B3B669B58}" dt="2025-02-23T17:52:06.812" v="2891" actId="2711"/>
          <ac:spMkLst>
            <pc:docMk/>
            <pc:sldMk cId="4105520512" sldId="388"/>
            <ac:spMk id="7" creationId="{946EEE2D-51CA-D090-026A-6D1D35116C09}"/>
          </ac:spMkLst>
        </pc:spChg>
        <pc:picChg chg="del">
          <ac:chgData name="Minh Đình" userId="836bd1e508d52677" providerId="LiveId" clId="{52C3207A-1CB9-4613-B23E-E26B3B669B58}" dt="2025-02-23T17:50:56.342" v="2873" actId="478"/>
          <ac:picMkLst>
            <pc:docMk/>
            <pc:sldMk cId="4105520512" sldId="388"/>
            <ac:picMk id="8" creationId="{8191AFA2-5936-0EB8-5BBC-0CEB2A981A0A}"/>
          </ac:picMkLst>
        </pc:picChg>
      </pc:sldChg>
      <pc:sldChg chg="new del">
        <pc:chgData name="Minh Đình" userId="836bd1e508d52677" providerId="LiveId" clId="{52C3207A-1CB9-4613-B23E-E26B3B669B58}" dt="2025-02-23T17:52:41.547" v="2894" actId="47"/>
        <pc:sldMkLst>
          <pc:docMk/>
          <pc:sldMk cId="4116811201" sldId="389"/>
        </pc:sldMkLst>
      </pc:sldChg>
      <pc:sldChg chg="modSp add mod modNotesTx">
        <pc:chgData name="Minh Đình" userId="836bd1e508d52677" providerId="LiveId" clId="{52C3207A-1CB9-4613-B23E-E26B3B669B58}" dt="2025-02-24T02:53:56.751" v="3009" actId="20577"/>
        <pc:sldMkLst>
          <pc:docMk/>
          <pc:sldMk cId="2250637381" sldId="390"/>
        </pc:sldMkLst>
        <pc:spChg chg="mod">
          <ac:chgData name="Minh Đình" userId="836bd1e508d52677" providerId="LiveId" clId="{52C3207A-1CB9-4613-B23E-E26B3B669B58}" dt="2025-02-23T17:54:26.814" v="2902"/>
          <ac:spMkLst>
            <pc:docMk/>
            <pc:sldMk cId="2250637381" sldId="390"/>
            <ac:spMk id="3" creationId="{B994803F-A24E-F921-9C49-94550158C955}"/>
          </ac:spMkLst>
        </pc:spChg>
        <pc:spChg chg="mod">
          <ac:chgData name="Minh Đình" userId="836bd1e508d52677" providerId="LiveId" clId="{52C3207A-1CB9-4613-B23E-E26B3B669B58}" dt="2025-02-23T17:55:28.264" v="2920" actId="20577"/>
          <ac:spMkLst>
            <pc:docMk/>
            <pc:sldMk cId="2250637381" sldId="390"/>
            <ac:spMk id="4" creationId="{4039FF26-2ACD-A091-778C-0CCF611E001E}"/>
          </ac:spMkLst>
        </pc:spChg>
        <pc:spChg chg="mod">
          <ac:chgData name="Minh Đình" userId="836bd1e508d52677" providerId="LiveId" clId="{52C3207A-1CB9-4613-B23E-E26B3B669B58}" dt="2025-02-23T17:55:11.775" v="2918" actId="2711"/>
          <ac:spMkLst>
            <pc:docMk/>
            <pc:sldMk cId="2250637381" sldId="390"/>
            <ac:spMk id="7" creationId="{7BB45743-236C-79FA-A50D-9635CE0A1AF9}"/>
          </ac:spMkLst>
        </pc:spChg>
      </pc:sldChg>
      <pc:sldChg chg="add">
        <pc:chgData name="Minh Đình" userId="836bd1e508d52677" providerId="LiveId" clId="{52C3207A-1CB9-4613-B23E-E26B3B669B58}" dt="2025-02-23T17:55:34.152" v="2922" actId="2890"/>
        <pc:sldMkLst>
          <pc:docMk/>
          <pc:sldMk cId="1962073378" sldId="391"/>
        </pc:sldMkLst>
      </pc:sldChg>
      <pc:sldChg chg="delSp modSp add mod modNotesTx">
        <pc:chgData name="Minh Đình" userId="836bd1e508d52677" providerId="LiveId" clId="{52C3207A-1CB9-4613-B23E-E26B3B669B58}" dt="2025-02-23T18:00:22.865" v="2992" actId="20577"/>
        <pc:sldMkLst>
          <pc:docMk/>
          <pc:sldMk cId="1270707253" sldId="392"/>
        </pc:sldMkLst>
        <pc:spChg chg="mod">
          <ac:chgData name="Minh Đình" userId="836bd1e508d52677" providerId="LiveId" clId="{52C3207A-1CB9-4613-B23E-E26B3B669B58}" dt="2025-02-23T17:58:16.766" v="2976" actId="20577"/>
          <ac:spMkLst>
            <pc:docMk/>
            <pc:sldMk cId="1270707253" sldId="392"/>
            <ac:spMk id="2" creationId="{A2B8C666-BB5B-6CE6-566F-16D87A0BEE2B}"/>
          </ac:spMkLst>
        </pc:spChg>
        <pc:spChg chg="mod">
          <ac:chgData name="Minh Đình" userId="836bd1e508d52677" providerId="LiveId" clId="{52C3207A-1CB9-4613-B23E-E26B3B669B58}" dt="2025-02-23T18:00:16.296" v="2989" actId="20577"/>
          <ac:spMkLst>
            <pc:docMk/>
            <pc:sldMk cId="1270707253" sldId="392"/>
            <ac:spMk id="3" creationId="{6FC75E9B-6D8B-B820-084F-01FDD5D5B43E}"/>
          </ac:spMkLst>
        </pc:spChg>
        <pc:spChg chg="del">
          <ac:chgData name="Minh Đình" userId="836bd1e508d52677" providerId="LiveId" clId="{52C3207A-1CB9-4613-B23E-E26B3B669B58}" dt="2025-02-23T18:00:19.070" v="2990" actId="478"/>
          <ac:spMkLst>
            <pc:docMk/>
            <pc:sldMk cId="1270707253" sldId="392"/>
            <ac:spMk id="4" creationId="{173410BB-196D-723F-74A7-D419A6490BB3}"/>
          </ac:spMkLst>
        </pc:spChg>
        <pc:spChg chg="del">
          <ac:chgData name="Minh Đình" userId="836bd1e508d52677" providerId="LiveId" clId="{52C3207A-1CB9-4613-B23E-E26B3B669B58}" dt="2025-02-23T18:00:20.966" v="2991" actId="478"/>
          <ac:spMkLst>
            <pc:docMk/>
            <pc:sldMk cId="1270707253" sldId="392"/>
            <ac:spMk id="7" creationId="{9F69854B-CBB5-1CC0-74F6-8EF69BADFF65}"/>
          </ac:spMkLst>
        </pc:spChg>
      </pc:sldChg>
    </pc:docChg>
  </pc:docChgLst>
  <pc:docChgLst>
    <pc:chgData name="Minh Đình" userId="836bd1e508d52677" providerId="LiveId" clId="{D3FC1DAC-9DAF-4E26-9BCF-C473F919E407}"/>
    <pc:docChg chg="undo custSel addSld delSld modSld modMainMaster">
      <pc:chgData name="Minh Đình" userId="836bd1e508d52677" providerId="LiveId" clId="{D3FC1DAC-9DAF-4E26-9BCF-C473F919E407}" dt="2024-09-05T17:07:08.260" v="3450" actId="1076"/>
      <pc:docMkLst>
        <pc:docMk/>
      </pc:docMkLst>
      <pc:sldChg chg="modSp mod">
        <pc:chgData name="Minh Đình" userId="836bd1e508d52677" providerId="LiveId" clId="{D3FC1DAC-9DAF-4E26-9BCF-C473F919E407}" dt="2024-09-05T16:25:31.464" v="284" actId="20577"/>
        <pc:sldMkLst>
          <pc:docMk/>
          <pc:sldMk cId="345753689" sldId="256"/>
        </pc:sldMkLst>
      </pc:sldChg>
      <pc:sldChg chg="delSp modSp mod">
        <pc:chgData name="Minh Đình" userId="836bd1e508d52677" providerId="LiveId" clId="{D3FC1DAC-9DAF-4E26-9BCF-C473F919E407}" dt="2024-09-05T16:27:44.774" v="593"/>
        <pc:sldMkLst>
          <pc:docMk/>
          <pc:sldMk cId="3911317014" sldId="257"/>
        </pc:sldMkLst>
      </pc:sldChg>
      <pc:sldChg chg="del">
        <pc:chgData name="Minh Đình" userId="836bd1e508d52677" providerId="LiveId" clId="{D3FC1DAC-9DAF-4E26-9BCF-C473F919E407}" dt="2024-09-05T16:27:48.246" v="594" actId="47"/>
        <pc:sldMkLst>
          <pc:docMk/>
          <pc:sldMk cId="1722033778" sldId="258"/>
        </pc:sldMkLst>
      </pc:sldChg>
      <pc:sldChg chg="addSp delSp modSp mod">
        <pc:chgData name="Minh Đình" userId="836bd1e508d52677" providerId="LiveId" clId="{D3FC1DAC-9DAF-4E26-9BCF-C473F919E407}" dt="2024-09-05T16:36:57.787" v="1414" actId="1076"/>
        <pc:sldMkLst>
          <pc:docMk/>
          <pc:sldMk cId="4007310481" sldId="259"/>
        </pc:sldMkLst>
      </pc:sldChg>
      <pc:sldChg chg="delSp del">
        <pc:chgData name="Minh Đình" userId="836bd1e508d52677" providerId="LiveId" clId="{D3FC1DAC-9DAF-4E26-9BCF-C473F919E407}" dt="2024-09-05T16:38:32.191" v="1446" actId="47"/>
        <pc:sldMkLst>
          <pc:docMk/>
          <pc:sldMk cId="2912988929" sldId="260"/>
        </pc:sldMkLst>
      </pc:sldChg>
      <pc:sldChg chg="del">
        <pc:chgData name="Minh Đình" userId="836bd1e508d52677" providerId="LiveId" clId="{D3FC1DAC-9DAF-4E26-9BCF-C473F919E407}" dt="2024-09-05T16:38:18.961" v="1417" actId="47"/>
        <pc:sldMkLst>
          <pc:docMk/>
          <pc:sldMk cId="610353939" sldId="261"/>
        </pc:sldMkLst>
      </pc:sldChg>
      <pc:sldChg chg="del">
        <pc:chgData name="Minh Đình" userId="836bd1e508d52677" providerId="LiveId" clId="{D3FC1DAC-9DAF-4E26-9BCF-C473F919E407}" dt="2024-09-05T16:37:45.914" v="1416" actId="47"/>
        <pc:sldMkLst>
          <pc:docMk/>
          <pc:sldMk cId="1967633584" sldId="262"/>
        </pc:sldMkLst>
      </pc:sldChg>
      <pc:sldChg chg="del">
        <pc:chgData name="Minh Đình" userId="836bd1e508d52677" providerId="LiveId" clId="{D3FC1DAC-9DAF-4E26-9BCF-C473F919E407}" dt="2024-09-05T16:38:19.173" v="1418" actId="47"/>
        <pc:sldMkLst>
          <pc:docMk/>
          <pc:sldMk cId="3904948485" sldId="263"/>
        </pc:sldMkLst>
      </pc:sldChg>
      <pc:sldChg chg="del">
        <pc:chgData name="Minh Đình" userId="836bd1e508d52677" providerId="LiveId" clId="{D3FC1DAC-9DAF-4E26-9BCF-C473F919E407}" dt="2024-09-05T16:38:19.558" v="1419" actId="47"/>
        <pc:sldMkLst>
          <pc:docMk/>
          <pc:sldMk cId="3404263136" sldId="264"/>
        </pc:sldMkLst>
      </pc:sldChg>
      <pc:sldChg chg="del">
        <pc:chgData name="Minh Đình" userId="836bd1e508d52677" providerId="LiveId" clId="{D3FC1DAC-9DAF-4E26-9BCF-C473F919E407}" dt="2024-09-05T16:38:19.747" v="1420" actId="47"/>
        <pc:sldMkLst>
          <pc:docMk/>
          <pc:sldMk cId="3766027718" sldId="265"/>
        </pc:sldMkLst>
      </pc:sldChg>
      <pc:sldChg chg="del">
        <pc:chgData name="Minh Đình" userId="836bd1e508d52677" providerId="LiveId" clId="{D3FC1DAC-9DAF-4E26-9BCF-C473F919E407}" dt="2024-09-05T16:38:19.986" v="1421" actId="47"/>
        <pc:sldMkLst>
          <pc:docMk/>
          <pc:sldMk cId="2748488782" sldId="266"/>
        </pc:sldMkLst>
      </pc:sldChg>
      <pc:sldChg chg="del">
        <pc:chgData name="Minh Đình" userId="836bd1e508d52677" providerId="LiveId" clId="{D3FC1DAC-9DAF-4E26-9BCF-C473F919E407}" dt="2024-09-05T16:38:20.050" v="1422" actId="47"/>
        <pc:sldMkLst>
          <pc:docMk/>
          <pc:sldMk cId="22823622" sldId="267"/>
        </pc:sldMkLst>
      </pc:sldChg>
      <pc:sldChg chg="del">
        <pc:chgData name="Minh Đình" userId="836bd1e508d52677" providerId="LiveId" clId="{D3FC1DAC-9DAF-4E26-9BCF-C473F919E407}" dt="2024-09-05T16:38:20.264" v="1423" actId="47"/>
        <pc:sldMkLst>
          <pc:docMk/>
          <pc:sldMk cId="767395912" sldId="268"/>
        </pc:sldMkLst>
      </pc:sldChg>
      <pc:sldChg chg="del">
        <pc:chgData name="Minh Đình" userId="836bd1e508d52677" providerId="LiveId" clId="{D3FC1DAC-9DAF-4E26-9BCF-C473F919E407}" dt="2024-09-05T16:38:20.331" v="1424" actId="47"/>
        <pc:sldMkLst>
          <pc:docMk/>
          <pc:sldMk cId="974486449" sldId="269"/>
        </pc:sldMkLst>
      </pc:sldChg>
      <pc:sldChg chg="del">
        <pc:chgData name="Minh Đình" userId="836bd1e508d52677" providerId="LiveId" clId="{D3FC1DAC-9DAF-4E26-9BCF-C473F919E407}" dt="2024-09-05T16:38:20.550" v="1425" actId="47"/>
        <pc:sldMkLst>
          <pc:docMk/>
          <pc:sldMk cId="1691653636" sldId="270"/>
        </pc:sldMkLst>
      </pc:sldChg>
      <pc:sldChg chg="del">
        <pc:chgData name="Minh Đình" userId="836bd1e508d52677" providerId="LiveId" clId="{D3FC1DAC-9DAF-4E26-9BCF-C473F919E407}" dt="2024-09-05T16:38:20.809" v="1427" actId="47"/>
        <pc:sldMkLst>
          <pc:docMk/>
          <pc:sldMk cId="811246154" sldId="271"/>
        </pc:sldMkLst>
      </pc:sldChg>
      <pc:sldChg chg="del">
        <pc:chgData name="Minh Đình" userId="836bd1e508d52677" providerId="LiveId" clId="{D3FC1DAC-9DAF-4E26-9BCF-C473F919E407}" dt="2024-09-05T16:38:22.072" v="1433" actId="47"/>
        <pc:sldMkLst>
          <pc:docMk/>
          <pc:sldMk cId="284976611" sldId="272"/>
        </pc:sldMkLst>
      </pc:sldChg>
      <pc:sldChg chg="del">
        <pc:chgData name="Minh Đình" userId="836bd1e508d52677" providerId="LiveId" clId="{D3FC1DAC-9DAF-4E26-9BCF-C473F919E407}" dt="2024-09-05T16:38:20.625" v="1426" actId="47"/>
        <pc:sldMkLst>
          <pc:docMk/>
          <pc:sldMk cId="2796873521" sldId="273"/>
        </pc:sldMkLst>
      </pc:sldChg>
      <pc:sldChg chg="del">
        <pc:chgData name="Minh Đình" userId="836bd1e508d52677" providerId="LiveId" clId="{D3FC1DAC-9DAF-4E26-9BCF-C473F919E407}" dt="2024-09-05T16:38:21.596" v="1430" actId="47"/>
        <pc:sldMkLst>
          <pc:docMk/>
          <pc:sldMk cId="3370097097" sldId="274"/>
        </pc:sldMkLst>
      </pc:sldChg>
      <pc:sldChg chg="del">
        <pc:chgData name="Minh Đình" userId="836bd1e508d52677" providerId="LiveId" clId="{D3FC1DAC-9DAF-4E26-9BCF-C473F919E407}" dt="2024-09-05T16:38:21.174" v="1428" actId="47"/>
        <pc:sldMkLst>
          <pc:docMk/>
          <pc:sldMk cId="1740062919" sldId="275"/>
        </pc:sldMkLst>
      </pc:sldChg>
      <pc:sldChg chg="del">
        <pc:chgData name="Minh Đình" userId="836bd1e508d52677" providerId="LiveId" clId="{D3FC1DAC-9DAF-4E26-9BCF-C473F919E407}" dt="2024-09-05T16:38:21.704" v="1431" actId="47"/>
        <pc:sldMkLst>
          <pc:docMk/>
          <pc:sldMk cId="3071658624" sldId="276"/>
        </pc:sldMkLst>
      </pc:sldChg>
      <pc:sldChg chg="del">
        <pc:chgData name="Minh Đình" userId="836bd1e508d52677" providerId="LiveId" clId="{D3FC1DAC-9DAF-4E26-9BCF-C473F919E407}" dt="2024-09-05T16:38:22.230" v="1434" actId="47"/>
        <pc:sldMkLst>
          <pc:docMk/>
          <pc:sldMk cId="238947915" sldId="277"/>
        </pc:sldMkLst>
      </pc:sldChg>
      <pc:sldChg chg="del">
        <pc:chgData name="Minh Đình" userId="836bd1e508d52677" providerId="LiveId" clId="{D3FC1DAC-9DAF-4E26-9BCF-C473F919E407}" dt="2024-09-05T16:38:22.428" v="1435" actId="47"/>
        <pc:sldMkLst>
          <pc:docMk/>
          <pc:sldMk cId="1140129264" sldId="278"/>
        </pc:sldMkLst>
      </pc:sldChg>
      <pc:sldChg chg="del">
        <pc:chgData name="Minh Đình" userId="836bd1e508d52677" providerId="LiveId" clId="{D3FC1DAC-9DAF-4E26-9BCF-C473F919E407}" dt="2024-09-05T16:38:23.229" v="1438" actId="47"/>
        <pc:sldMkLst>
          <pc:docMk/>
          <pc:sldMk cId="3771279957" sldId="279"/>
        </pc:sldMkLst>
      </pc:sldChg>
      <pc:sldChg chg="del">
        <pc:chgData name="Minh Đình" userId="836bd1e508d52677" providerId="LiveId" clId="{D3FC1DAC-9DAF-4E26-9BCF-C473F919E407}" dt="2024-09-05T16:38:23.377" v="1439" actId="47"/>
        <pc:sldMkLst>
          <pc:docMk/>
          <pc:sldMk cId="3861452339" sldId="280"/>
        </pc:sldMkLst>
      </pc:sldChg>
      <pc:sldChg chg="del">
        <pc:chgData name="Minh Đình" userId="836bd1e508d52677" providerId="LiveId" clId="{D3FC1DAC-9DAF-4E26-9BCF-C473F919E407}" dt="2024-09-05T16:38:23.562" v="1440" actId="47"/>
        <pc:sldMkLst>
          <pc:docMk/>
          <pc:sldMk cId="950941139" sldId="281"/>
        </pc:sldMkLst>
      </pc:sldChg>
      <pc:sldChg chg="del">
        <pc:chgData name="Minh Đình" userId="836bd1e508d52677" providerId="LiveId" clId="{D3FC1DAC-9DAF-4E26-9BCF-C473F919E407}" dt="2024-09-05T16:38:22.865" v="1436" actId="47"/>
        <pc:sldMkLst>
          <pc:docMk/>
          <pc:sldMk cId="2967780640" sldId="282"/>
        </pc:sldMkLst>
      </pc:sldChg>
      <pc:sldChg chg="del">
        <pc:chgData name="Minh Đình" userId="836bd1e508d52677" providerId="LiveId" clId="{D3FC1DAC-9DAF-4E26-9BCF-C473F919E407}" dt="2024-09-05T16:38:23.747" v="1441" actId="47"/>
        <pc:sldMkLst>
          <pc:docMk/>
          <pc:sldMk cId="616751478" sldId="283"/>
        </pc:sldMkLst>
      </pc:sldChg>
      <pc:sldChg chg="del">
        <pc:chgData name="Minh Đình" userId="836bd1e508d52677" providerId="LiveId" clId="{D3FC1DAC-9DAF-4E26-9BCF-C473F919E407}" dt="2024-09-05T16:38:21.559" v="1429" actId="47"/>
        <pc:sldMkLst>
          <pc:docMk/>
          <pc:sldMk cId="198803338" sldId="284"/>
        </pc:sldMkLst>
      </pc:sldChg>
      <pc:sldChg chg="del">
        <pc:chgData name="Minh Đình" userId="836bd1e508d52677" providerId="LiveId" clId="{D3FC1DAC-9DAF-4E26-9BCF-C473F919E407}" dt="2024-09-05T16:38:21.970" v="1432" actId="47"/>
        <pc:sldMkLst>
          <pc:docMk/>
          <pc:sldMk cId="3779123254" sldId="285"/>
        </pc:sldMkLst>
      </pc:sldChg>
      <pc:sldChg chg="del">
        <pc:chgData name="Minh Đình" userId="836bd1e508d52677" providerId="LiveId" clId="{D3FC1DAC-9DAF-4E26-9BCF-C473F919E407}" dt="2024-09-05T16:38:23.028" v="1437" actId="47"/>
        <pc:sldMkLst>
          <pc:docMk/>
          <pc:sldMk cId="3722698626" sldId="286"/>
        </pc:sldMkLst>
      </pc:sldChg>
      <pc:sldChg chg="del">
        <pc:chgData name="Minh Đình" userId="836bd1e508d52677" providerId="LiveId" clId="{D3FC1DAC-9DAF-4E26-9BCF-C473F919E407}" dt="2024-09-05T16:38:24.699" v="1443" actId="47"/>
        <pc:sldMkLst>
          <pc:docMk/>
          <pc:sldMk cId="2053841181" sldId="287"/>
        </pc:sldMkLst>
      </pc:sldChg>
      <pc:sldChg chg="del">
        <pc:chgData name="Minh Đình" userId="836bd1e508d52677" providerId="LiveId" clId="{D3FC1DAC-9DAF-4E26-9BCF-C473F919E407}" dt="2024-09-05T16:38:25.376" v="1444" actId="47"/>
        <pc:sldMkLst>
          <pc:docMk/>
          <pc:sldMk cId="1045413417" sldId="288"/>
        </pc:sldMkLst>
      </pc:sldChg>
      <pc:sldChg chg="del">
        <pc:chgData name="Minh Đình" userId="836bd1e508d52677" providerId="LiveId" clId="{D3FC1DAC-9DAF-4E26-9BCF-C473F919E407}" dt="2024-09-05T16:38:24.451" v="1442" actId="47"/>
        <pc:sldMkLst>
          <pc:docMk/>
          <pc:sldMk cId="812647908" sldId="289"/>
        </pc:sldMkLst>
      </pc:sldChg>
      <pc:sldChg chg="addSp delSp modSp add mod">
        <pc:chgData name="Minh Đình" userId="836bd1e508d52677" providerId="LiveId" clId="{D3FC1DAC-9DAF-4E26-9BCF-C473F919E407}" dt="2024-09-05T17:04:07.363" v="3425" actId="1076"/>
        <pc:sldMkLst>
          <pc:docMk/>
          <pc:sldMk cId="2362030471" sldId="291"/>
        </pc:sldMkLst>
      </pc:sldChg>
      <pc:sldChg chg="addSp delSp modSp add mod">
        <pc:chgData name="Minh Đình" userId="836bd1e508d52677" providerId="LiveId" clId="{D3FC1DAC-9DAF-4E26-9BCF-C473F919E407}" dt="2024-09-05T17:07:08.260" v="3450" actId="1076"/>
        <pc:sldMkLst>
          <pc:docMk/>
          <pc:sldMk cId="2846738660" sldId="292"/>
        </pc:sldMkLst>
      </pc:sldChg>
      <pc:sldChg chg="addSp delSp modSp add mod">
        <pc:chgData name="Minh Đình" userId="836bd1e508d52677" providerId="LiveId" clId="{D3FC1DAC-9DAF-4E26-9BCF-C473F919E407}" dt="2024-09-05T17:00:32.541" v="3416" actId="1036"/>
        <pc:sldMkLst>
          <pc:docMk/>
          <pc:sldMk cId="3319919972" sldId="293"/>
        </pc:sldMkLst>
      </pc:sldChg>
      <pc:sldMasterChg chg="delSp modSp mod">
        <pc:chgData name="Minh Đình" userId="836bd1e508d52677" providerId="LiveId" clId="{D3FC1DAC-9DAF-4E26-9BCF-C473F919E407}" dt="2024-09-05T16:22:52.562" v="173" actId="20577"/>
        <pc:sldMasterMkLst>
          <pc:docMk/>
          <pc:sldMasterMk cId="901545815" sldId="2147483648"/>
        </pc:sldMasterMkLst>
      </pc:sldMasterChg>
    </pc:docChg>
  </pc:docChgLst>
  <pc:docChgLst>
    <pc:chgData name="Minh Đình" userId="836bd1e508d52677" providerId="LiveId" clId="{4B00F065-1916-424D-8F4C-C1D87A604FC1}"/>
    <pc:docChg chg="undo custSel addSld delSld modSld modMainMaster">
      <pc:chgData name="Minh Đình" userId="836bd1e508d52677" providerId="LiveId" clId="{4B00F065-1916-424D-8F4C-C1D87A604FC1}" dt="2024-09-26T16:58:45.303" v="1710" actId="1076"/>
      <pc:docMkLst>
        <pc:docMk/>
      </pc:docMkLst>
      <pc:sldChg chg="addSp delSp modSp mod">
        <pc:chgData name="Minh Đình" userId="836bd1e508d52677" providerId="LiveId" clId="{4B00F065-1916-424D-8F4C-C1D87A604FC1}" dt="2024-09-26T14:36:18.295" v="352" actId="1076"/>
        <pc:sldMkLst>
          <pc:docMk/>
          <pc:sldMk cId="345753689" sldId="256"/>
        </pc:sldMkLst>
      </pc:sldChg>
      <pc:sldChg chg="del">
        <pc:chgData name="Minh Đình" userId="836bd1e508d52677" providerId="LiveId" clId="{4B00F065-1916-424D-8F4C-C1D87A604FC1}" dt="2024-09-26T14:24:23.032" v="215" actId="47"/>
        <pc:sldMkLst>
          <pc:docMk/>
          <pc:sldMk cId="3911317014" sldId="257"/>
        </pc:sldMkLst>
      </pc:sldChg>
      <pc:sldChg chg="addSp delSp modSp mod">
        <pc:chgData name="Minh Đình" userId="836bd1e508d52677" providerId="LiveId" clId="{4B00F065-1916-424D-8F4C-C1D87A604FC1}" dt="2024-09-26T14:58:24.092" v="508" actId="478"/>
        <pc:sldMkLst>
          <pc:docMk/>
          <pc:sldMk cId="4007310481" sldId="259"/>
        </pc:sldMkLst>
      </pc:sldChg>
      <pc:sldChg chg="addSp delSp modSp mod">
        <pc:chgData name="Minh Đình" userId="836bd1e508d52677" providerId="LiveId" clId="{4B00F065-1916-424D-8F4C-C1D87A604FC1}" dt="2024-09-26T16:29:45.856" v="1038" actId="1076"/>
        <pc:sldMkLst>
          <pc:docMk/>
          <pc:sldMk cId="2362030471" sldId="291"/>
        </pc:sldMkLst>
      </pc:sldChg>
      <pc:sldChg chg="del">
        <pc:chgData name="Minh Đình" userId="836bd1e508d52677" providerId="LiveId" clId="{4B00F065-1916-424D-8F4C-C1D87A604FC1}" dt="2024-09-26T16:28:43.768" v="962" actId="47"/>
        <pc:sldMkLst>
          <pc:docMk/>
          <pc:sldMk cId="2846738660" sldId="292"/>
        </pc:sldMkLst>
      </pc:sldChg>
      <pc:sldChg chg="del">
        <pc:chgData name="Minh Đình" userId="836bd1e508d52677" providerId="LiveId" clId="{4B00F065-1916-424D-8F4C-C1D87A604FC1}" dt="2024-09-26T16:28:45.028" v="963" actId="47"/>
        <pc:sldMkLst>
          <pc:docMk/>
          <pc:sldMk cId="3319919972" sldId="293"/>
        </pc:sldMkLst>
      </pc:sldChg>
      <pc:sldChg chg="addSp delSp modSp add mod">
        <pc:chgData name="Minh Đình" userId="836bd1e508d52677" providerId="LiveId" clId="{4B00F065-1916-424D-8F4C-C1D87A604FC1}" dt="2024-09-26T16:13:37.467" v="813" actId="1076"/>
        <pc:sldMkLst>
          <pc:docMk/>
          <pc:sldMk cId="1919586846" sldId="294"/>
        </pc:sldMkLst>
      </pc:sldChg>
      <pc:sldChg chg="addSp delSp modSp add mod">
        <pc:chgData name="Minh Đình" userId="836bd1e508d52677" providerId="LiveId" clId="{4B00F065-1916-424D-8F4C-C1D87A604FC1}" dt="2024-09-26T16:12:37.785" v="807" actId="1076"/>
        <pc:sldMkLst>
          <pc:docMk/>
          <pc:sldMk cId="3404705246" sldId="295"/>
        </pc:sldMkLst>
      </pc:sldChg>
      <pc:sldChg chg="addSp delSp modSp add mod">
        <pc:chgData name="Minh Đình" userId="836bd1e508d52677" providerId="LiveId" clId="{4B00F065-1916-424D-8F4C-C1D87A604FC1}" dt="2024-09-26T16:29:52.762" v="1040" actId="1076"/>
        <pc:sldMkLst>
          <pc:docMk/>
          <pc:sldMk cId="2664797403" sldId="296"/>
        </pc:sldMkLst>
      </pc:sldChg>
      <pc:sldChg chg="addSp delSp modSp add mod">
        <pc:chgData name="Minh Đình" userId="836bd1e508d52677" providerId="LiveId" clId="{4B00F065-1916-424D-8F4C-C1D87A604FC1}" dt="2024-09-26T16:31:20.360" v="1049" actId="1076"/>
        <pc:sldMkLst>
          <pc:docMk/>
          <pc:sldMk cId="4218536994" sldId="297"/>
        </pc:sldMkLst>
      </pc:sldChg>
      <pc:sldChg chg="addSp delSp modSp add mod">
        <pc:chgData name="Minh Đình" userId="836bd1e508d52677" providerId="LiveId" clId="{4B00F065-1916-424D-8F4C-C1D87A604FC1}" dt="2024-09-26T16:38:34.285" v="1205" actId="1076"/>
        <pc:sldMkLst>
          <pc:docMk/>
          <pc:sldMk cId="2452277117" sldId="298"/>
        </pc:sldMkLst>
      </pc:sldChg>
      <pc:sldChg chg="addSp delSp modSp add mod">
        <pc:chgData name="Minh Đình" userId="836bd1e508d52677" providerId="LiveId" clId="{4B00F065-1916-424D-8F4C-C1D87A604FC1}" dt="2024-09-26T16:48:37.980" v="1657"/>
        <pc:sldMkLst>
          <pc:docMk/>
          <pc:sldMk cId="2722962975" sldId="299"/>
        </pc:sldMkLst>
      </pc:sldChg>
      <pc:sldChg chg="addSp delSp modSp add mod">
        <pc:chgData name="Minh Đình" userId="836bd1e508d52677" providerId="LiveId" clId="{4B00F065-1916-424D-8F4C-C1D87A604FC1}" dt="2024-09-26T16:48:30.446" v="1656" actId="1076"/>
        <pc:sldMkLst>
          <pc:docMk/>
          <pc:sldMk cId="3017430305" sldId="300"/>
        </pc:sldMkLst>
      </pc:sldChg>
      <pc:sldChg chg="addSp delSp modSp add mod">
        <pc:chgData name="Minh Đình" userId="836bd1e508d52677" providerId="LiveId" clId="{4B00F065-1916-424D-8F4C-C1D87A604FC1}" dt="2024-09-26T16:58:45.303" v="1710" actId="1076"/>
        <pc:sldMkLst>
          <pc:docMk/>
          <pc:sldMk cId="2871641466" sldId="301"/>
        </pc:sldMkLst>
      </pc:sldChg>
      <pc:sldMasterChg chg="modSp mod">
        <pc:chgData name="Minh Đình" userId="836bd1e508d52677" providerId="LiveId" clId="{4B00F065-1916-424D-8F4C-C1D87A604FC1}" dt="2024-09-26T14:27:47.831" v="344" actId="1036"/>
        <pc:sldMasterMkLst>
          <pc:docMk/>
          <pc:sldMasterMk cId="901545815" sldId="2147483648"/>
        </pc:sldMasterMkLst>
      </pc:sldMasterChg>
    </pc:docChg>
  </pc:docChgLst>
  <pc:docChgLst>
    <pc:chgData name="Minh Đình" userId="836bd1e508d52677" providerId="LiveId" clId="{BC4FECA1-4CF7-4E9E-94CB-50ACBD82B91C}"/>
    <pc:docChg chg="undo custSel addSld delSld modSld sldOrd">
      <pc:chgData name="Minh Đình" userId="836bd1e508d52677" providerId="LiveId" clId="{BC4FECA1-4CF7-4E9E-94CB-50ACBD82B91C}" dt="2024-10-04T06:01:54.671" v="1637" actId="20577"/>
      <pc:docMkLst>
        <pc:docMk/>
      </pc:docMkLst>
      <pc:sldChg chg="addSp delSp modSp mod">
        <pc:chgData name="Minh Đình" userId="836bd1e508d52677" providerId="LiveId" clId="{BC4FECA1-4CF7-4E9E-94CB-50ACBD82B91C}" dt="2024-09-27T09:33:20.868" v="80" actId="1076"/>
        <pc:sldMkLst>
          <pc:docMk/>
          <pc:sldMk cId="345753689" sldId="256"/>
        </pc:sldMkLst>
      </pc:sldChg>
      <pc:sldChg chg="delSp del">
        <pc:chgData name="Minh Đình" userId="836bd1e508d52677" providerId="LiveId" clId="{BC4FECA1-4CF7-4E9E-94CB-50ACBD82B91C}" dt="2024-09-29T15:36:51.015" v="83" actId="47"/>
        <pc:sldMkLst>
          <pc:docMk/>
          <pc:sldMk cId="4007310481" sldId="259"/>
        </pc:sldMkLst>
      </pc:sldChg>
      <pc:sldChg chg="addSp delSp modSp mod">
        <pc:chgData name="Minh Đình" userId="836bd1e508d52677" providerId="LiveId" clId="{BC4FECA1-4CF7-4E9E-94CB-50ACBD82B91C}" dt="2024-10-03T08:43:25.729" v="1501" actId="1076"/>
        <pc:sldMkLst>
          <pc:docMk/>
          <pc:sldMk cId="2362030471" sldId="291"/>
        </pc:sldMkLst>
      </pc:sldChg>
      <pc:sldChg chg="del">
        <pc:chgData name="Minh Đình" userId="836bd1e508d52677" providerId="LiveId" clId="{BC4FECA1-4CF7-4E9E-94CB-50ACBD82B91C}" dt="2024-09-29T15:36:51.824" v="84" actId="47"/>
        <pc:sldMkLst>
          <pc:docMk/>
          <pc:sldMk cId="1919586846" sldId="294"/>
        </pc:sldMkLst>
      </pc:sldChg>
      <pc:sldChg chg="del">
        <pc:chgData name="Minh Đình" userId="836bd1e508d52677" providerId="LiveId" clId="{BC4FECA1-4CF7-4E9E-94CB-50ACBD82B91C}" dt="2024-09-29T15:36:52.711" v="85" actId="47"/>
        <pc:sldMkLst>
          <pc:docMk/>
          <pc:sldMk cId="3404705246" sldId="295"/>
        </pc:sldMkLst>
      </pc:sldChg>
      <pc:sldChg chg="del">
        <pc:chgData name="Minh Đình" userId="836bd1e508d52677" providerId="LiveId" clId="{BC4FECA1-4CF7-4E9E-94CB-50ACBD82B91C}" dt="2024-09-29T15:37:10.219" v="134" actId="47"/>
        <pc:sldMkLst>
          <pc:docMk/>
          <pc:sldMk cId="2664797403" sldId="296"/>
        </pc:sldMkLst>
      </pc:sldChg>
      <pc:sldChg chg="del">
        <pc:chgData name="Minh Đình" userId="836bd1e508d52677" providerId="LiveId" clId="{BC4FECA1-4CF7-4E9E-94CB-50ACBD82B91C}" dt="2024-09-29T15:37:11.013" v="135" actId="47"/>
        <pc:sldMkLst>
          <pc:docMk/>
          <pc:sldMk cId="4218536994" sldId="297"/>
        </pc:sldMkLst>
      </pc:sldChg>
      <pc:sldChg chg="del">
        <pc:chgData name="Minh Đình" userId="836bd1e508d52677" providerId="LiveId" clId="{BC4FECA1-4CF7-4E9E-94CB-50ACBD82B91C}" dt="2024-09-29T15:37:12.200" v="136" actId="47"/>
        <pc:sldMkLst>
          <pc:docMk/>
          <pc:sldMk cId="2452277117" sldId="298"/>
        </pc:sldMkLst>
      </pc:sldChg>
      <pc:sldChg chg="del">
        <pc:chgData name="Minh Đình" userId="836bd1e508d52677" providerId="LiveId" clId="{BC4FECA1-4CF7-4E9E-94CB-50ACBD82B91C}" dt="2024-09-29T15:37:13.047" v="137" actId="47"/>
        <pc:sldMkLst>
          <pc:docMk/>
          <pc:sldMk cId="2722962975" sldId="299"/>
        </pc:sldMkLst>
      </pc:sldChg>
      <pc:sldChg chg="modSp mod">
        <pc:chgData name="Minh Đình" userId="836bd1e508d52677" providerId="LiveId" clId="{BC4FECA1-4CF7-4E9E-94CB-50ACBD82B91C}" dt="2024-10-04T05:58:27.146" v="1503" actId="20577"/>
        <pc:sldMkLst>
          <pc:docMk/>
          <pc:sldMk cId="3017430305" sldId="300"/>
        </pc:sldMkLst>
      </pc:sldChg>
      <pc:sldChg chg="del">
        <pc:chgData name="Minh Đình" userId="836bd1e508d52677" providerId="LiveId" clId="{BC4FECA1-4CF7-4E9E-94CB-50ACBD82B91C}" dt="2024-09-29T17:12:28.381" v="1312" actId="47"/>
        <pc:sldMkLst>
          <pc:docMk/>
          <pc:sldMk cId="2871641466" sldId="301"/>
        </pc:sldMkLst>
      </pc:sldChg>
      <pc:sldChg chg="addSp delSp modSp add mod">
        <pc:chgData name="Minh Đình" userId="836bd1e508d52677" providerId="LiveId" clId="{BC4FECA1-4CF7-4E9E-94CB-50ACBD82B91C}" dt="2024-09-29T16:29:37.789" v="313" actId="1076"/>
        <pc:sldMkLst>
          <pc:docMk/>
          <pc:sldMk cId="2269098972" sldId="302"/>
        </pc:sldMkLst>
      </pc:sldChg>
      <pc:sldChg chg="addSp delSp modSp add mod">
        <pc:chgData name="Minh Đình" userId="836bd1e508d52677" providerId="LiveId" clId="{BC4FECA1-4CF7-4E9E-94CB-50ACBD82B91C}" dt="2024-09-29T16:43:10.376" v="496" actId="1076"/>
        <pc:sldMkLst>
          <pc:docMk/>
          <pc:sldMk cId="4244859296" sldId="303"/>
        </pc:sldMkLst>
      </pc:sldChg>
      <pc:sldChg chg="add ord">
        <pc:chgData name="Minh Đình" userId="836bd1e508d52677" providerId="LiveId" clId="{BC4FECA1-4CF7-4E9E-94CB-50ACBD82B91C}" dt="2024-09-29T16:43:34.509" v="498"/>
        <pc:sldMkLst>
          <pc:docMk/>
          <pc:sldMk cId="1643471160" sldId="304"/>
        </pc:sldMkLst>
      </pc:sldChg>
      <pc:sldChg chg="addSp delSp modSp add mod">
        <pc:chgData name="Minh Đình" userId="836bd1e508d52677" providerId="LiveId" clId="{BC4FECA1-4CF7-4E9E-94CB-50ACBD82B91C}" dt="2024-09-29T16:51:41.855" v="764"/>
        <pc:sldMkLst>
          <pc:docMk/>
          <pc:sldMk cId="2652992976" sldId="305"/>
        </pc:sldMkLst>
      </pc:sldChg>
      <pc:sldChg chg="addSp delSp modSp add mod">
        <pc:chgData name="Minh Đình" userId="836bd1e508d52677" providerId="LiveId" clId="{BC4FECA1-4CF7-4E9E-94CB-50ACBD82B91C}" dt="2024-09-29T17:02:24.285" v="1039" actId="1076"/>
        <pc:sldMkLst>
          <pc:docMk/>
          <pc:sldMk cId="3375108338" sldId="306"/>
        </pc:sldMkLst>
      </pc:sldChg>
      <pc:sldChg chg="addSp delSp modSp add mod ord">
        <pc:chgData name="Minh Đình" userId="836bd1e508d52677" providerId="LiveId" clId="{BC4FECA1-4CF7-4E9E-94CB-50ACBD82B91C}" dt="2024-09-29T16:57:53.115" v="949" actId="1076"/>
        <pc:sldMkLst>
          <pc:docMk/>
          <pc:sldMk cId="4273879889" sldId="307"/>
        </pc:sldMkLst>
      </pc:sldChg>
      <pc:sldChg chg="addSp delSp modSp add mod">
        <pc:chgData name="Minh Đình" userId="836bd1e508d52677" providerId="LiveId" clId="{BC4FECA1-4CF7-4E9E-94CB-50ACBD82B91C}" dt="2024-09-29T17:10:30.502" v="1089" actId="1076"/>
        <pc:sldMkLst>
          <pc:docMk/>
          <pc:sldMk cId="3345196546" sldId="308"/>
        </pc:sldMkLst>
      </pc:sldChg>
      <pc:sldChg chg="addSp delSp modSp add mod">
        <pc:chgData name="Minh Đình" userId="836bd1e508d52677" providerId="LiveId" clId="{BC4FECA1-4CF7-4E9E-94CB-50ACBD82B91C}" dt="2024-10-04T06:01:54.671" v="1637" actId="20577"/>
        <pc:sldMkLst>
          <pc:docMk/>
          <pc:sldMk cId="815565109" sldId="309"/>
        </pc:sldMkLst>
      </pc:sldChg>
    </pc:docChg>
  </pc:docChgLst>
  <pc:docChgLst>
    <pc:chgData name="Minh Đình" userId="836bd1e508d52677" providerId="LiveId" clId="{44F48946-21C2-4B6B-AC99-DCDD4198EFE6}"/>
    <pc:docChg chg="modMainMaster">
      <pc:chgData name="Minh Đình" userId="836bd1e508d52677" providerId="LiveId" clId="{44F48946-21C2-4B6B-AC99-DCDD4198EFE6}" dt="2024-12-16T04:30:28.964" v="0"/>
      <pc:docMkLst>
        <pc:docMk/>
      </pc:docMkLst>
      <pc:sldMasterChg chg="addSp modSp">
        <pc:chgData name="Minh Đình" userId="836bd1e508d52677" providerId="LiveId" clId="{44F48946-21C2-4B6B-AC99-DCDD4198EFE6}" dt="2024-12-16T04:30:28.964" v="0"/>
        <pc:sldMasterMkLst>
          <pc:docMk/>
          <pc:sldMasterMk cId="901545815" sldId="2147483648"/>
        </pc:sldMasterMkLst>
      </pc:sldMasterChg>
    </pc:docChg>
  </pc:docChgLst>
  <pc:docChgLst>
    <pc:chgData name="Minh Đình" userId="836bd1e508d52677" providerId="LiveId" clId="{E3EACA05-72C4-4750-83F6-FB9970E0A79D}"/>
    <pc:docChg chg="undo custSel addSld delSld modSld sldOrd modMainMaster">
      <pc:chgData name="Minh Đình" userId="836bd1e508d52677" providerId="LiveId" clId="{E3EACA05-72C4-4750-83F6-FB9970E0A79D}" dt="2025-02-17T03:43:03.863" v="7314"/>
      <pc:docMkLst>
        <pc:docMk/>
      </pc:docMkLst>
      <pc:sldChg chg="modSp mod">
        <pc:chgData name="Minh Đình" userId="836bd1e508d52677" providerId="LiveId" clId="{E3EACA05-72C4-4750-83F6-FB9970E0A79D}" dt="2025-02-16T13:40:03.220" v="161" actId="1076"/>
        <pc:sldMkLst>
          <pc:docMk/>
          <pc:sldMk cId="345753689" sldId="256"/>
        </pc:sldMkLst>
        <pc:spChg chg="mod">
          <ac:chgData name="Minh Đình" userId="836bd1e508d52677" providerId="LiveId" clId="{E3EACA05-72C4-4750-83F6-FB9970E0A79D}" dt="2025-02-16T13:40:03.220" v="161" actId="1076"/>
          <ac:spMkLst>
            <pc:docMk/>
            <pc:sldMk cId="345753689" sldId="256"/>
            <ac:spMk id="4" creationId="{DB3A15CA-E8F9-8934-82F2-7178AD31101E}"/>
          </ac:spMkLst>
        </pc:spChg>
        <pc:spChg chg="mod">
          <ac:chgData name="Minh Đình" userId="836bd1e508d52677" providerId="LiveId" clId="{E3EACA05-72C4-4750-83F6-FB9970E0A79D}" dt="2025-02-16T13:40:00.513" v="160" actId="1076"/>
          <ac:spMkLst>
            <pc:docMk/>
            <pc:sldMk cId="345753689" sldId="256"/>
            <ac:spMk id="5" creationId="{93CCB468-C979-1CDA-04DA-576C0643CB83}"/>
          </ac:spMkLst>
        </pc:spChg>
      </pc:sldChg>
      <pc:sldChg chg="del">
        <pc:chgData name="Minh Đình" userId="836bd1e508d52677" providerId="LiveId" clId="{E3EACA05-72C4-4750-83F6-FB9970E0A79D}" dt="2025-02-16T14:14:02.939" v="1368" actId="47"/>
        <pc:sldMkLst>
          <pc:docMk/>
          <pc:sldMk cId="4007310481" sldId="259"/>
        </pc:sldMkLst>
      </pc:sldChg>
      <pc:sldChg chg="del">
        <pc:chgData name="Minh Đình" userId="836bd1e508d52677" providerId="LiveId" clId="{E3EACA05-72C4-4750-83F6-FB9970E0A79D}" dt="2025-02-16T14:14:00.433" v="1364" actId="47"/>
        <pc:sldMkLst>
          <pc:docMk/>
          <pc:sldMk cId="2362030471" sldId="291"/>
        </pc:sldMkLst>
      </pc:sldChg>
      <pc:sldChg chg="del">
        <pc:chgData name="Minh Đình" userId="836bd1e508d52677" providerId="LiveId" clId="{E3EACA05-72C4-4750-83F6-FB9970E0A79D}" dt="2025-02-16T14:14:04.695" v="1370" actId="47"/>
        <pc:sldMkLst>
          <pc:docMk/>
          <pc:sldMk cId="1919586846" sldId="294"/>
        </pc:sldMkLst>
      </pc:sldChg>
      <pc:sldChg chg="del">
        <pc:chgData name="Minh Đình" userId="836bd1e508d52677" providerId="LiveId" clId="{E3EACA05-72C4-4750-83F6-FB9970E0A79D}" dt="2025-02-16T14:14:05.520" v="1371" actId="47"/>
        <pc:sldMkLst>
          <pc:docMk/>
          <pc:sldMk cId="1572803093" sldId="302"/>
        </pc:sldMkLst>
      </pc:sldChg>
      <pc:sldChg chg="del">
        <pc:chgData name="Minh Đình" userId="836bd1e508d52677" providerId="LiveId" clId="{E3EACA05-72C4-4750-83F6-FB9970E0A79D}" dt="2025-02-16T14:14:03.689" v="1369" actId="47"/>
        <pc:sldMkLst>
          <pc:docMk/>
          <pc:sldMk cId="1960490621" sldId="308"/>
        </pc:sldMkLst>
      </pc:sldChg>
      <pc:sldChg chg="del">
        <pc:chgData name="Minh Đình" userId="836bd1e508d52677" providerId="LiveId" clId="{E3EACA05-72C4-4750-83F6-FB9970E0A79D}" dt="2025-02-16T14:14:00.535" v="1365" actId="47"/>
        <pc:sldMkLst>
          <pc:docMk/>
          <pc:sldMk cId="4009104408" sldId="310"/>
        </pc:sldMkLst>
      </pc:sldChg>
      <pc:sldChg chg="del">
        <pc:chgData name="Minh Đình" userId="836bd1e508d52677" providerId="LiveId" clId="{E3EACA05-72C4-4750-83F6-FB9970E0A79D}" dt="2025-02-16T14:14:01.227" v="1366" actId="47"/>
        <pc:sldMkLst>
          <pc:docMk/>
          <pc:sldMk cId="1793217200" sldId="311"/>
        </pc:sldMkLst>
      </pc:sldChg>
      <pc:sldChg chg="del">
        <pc:chgData name="Minh Đình" userId="836bd1e508d52677" providerId="LiveId" clId="{E3EACA05-72C4-4750-83F6-FB9970E0A79D}" dt="2025-02-16T14:14:02.050" v="1367" actId="47"/>
        <pc:sldMkLst>
          <pc:docMk/>
          <pc:sldMk cId="2072899727" sldId="312"/>
        </pc:sldMkLst>
      </pc:sldChg>
      <pc:sldChg chg="del">
        <pc:chgData name="Minh Đình" userId="836bd1e508d52677" providerId="LiveId" clId="{E3EACA05-72C4-4750-83F6-FB9970E0A79D}" dt="2025-02-16T14:14:12.629" v="1375" actId="47"/>
        <pc:sldMkLst>
          <pc:docMk/>
          <pc:sldMk cId="2344768289" sldId="314"/>
        </pc:sldMkLst>
      </pc:sldChg>
      <pc:sldChg chg="addSp delSp modSp del mod">
        <pc:chgData name="Minh Đình" userId="836bd1e508d52677" providerId="LiveId" clId="{E3EACA05-72C4-4750-83F6-FB9970E0A79D}" dt="2025-02-16T14:48:23.730" v="1869" actId="47"/>
        <pc:sldMkLst>
          <pc:docMk/>
          <pc:sldMk cId="3508736280" sldId="316"/>
        </pc:sldMkLst>
      </pc:sldChg>
      <pc:sldChg chg="del">
        <pc:chgData name="Minh Đình" userId="836bd1e508d52677" providerId="LiveId" clId="{E3EACA05-72C4-4750-83F6-FB9970E0A79D}" dt="2025-02-16T14:14:06.355" v="1372" actId="47"/>
        <pc:sldMkLst>
          <pc:docMk/>
          <pc:sldMk cId="1419962041" sldId="317"/>
        </pc:sldMkLst>
      </pc:sldChg>
      <pc:sldChg chg="del">
        <pc:chgData name="Minh Đình" userId="836bd1e508d52677" providerId="LiveId" clId="{E3EACA05-72C4-4750-83F6-FB9970E0A79D}" dt="2025-02-16T14:14:07.102" v="1373" actId="47"/>
        <pc:sldMkLst>
          <pc:docMk/>
          <pc:sldMk cId="2541830824" sldId="318"/>
        </pc:sldMkLst>
      </pc:sldChg>
      <pc:sldChg chg="del">
        <pc:chgData name="Minh Đình" userId="836bd1e508d52677" providerId="LiveId" clId="{E3EACA05-72C4-4750-83F6-FB9970E0A79D}" dt="2025-02-16T14:14:07.972" v="1374" actId="47"/>
        <pc:sldMkLst>
          <pc:docMk/>
          <pc:sldMk cId="133603767" sldId="320"/>
        </pc:sldMkLst>
      </pc:sldChg>
      <pc:sldChg chg="del">
        <pc:chgData name="Minh Đình" userId="836bd1e508d52677" providerId="LiveId" clId="{E3EACA05-72C4-4750-83F6-FB9970E0A79D}" dt="2025-02-16T14:14:12.629" v="1375" actId="47"/>
        <pc:sldMkLst>
          <pc:docMk/>
          <pc:sldMk cId="3393598112" sldId="321"/>
        </pc:sldMkLst>
      </pc:sldChg>
      <pc:sldChg chg="del">
        <pc:chgData name="Minh Đình" userId="836bd1e508d52677" providerId="LiveId" clId="{E3EACA05-72C4-4750-83F6-FB9970E0A79D}" dt="2025-02-16T14:14:12.629" v="1375" actId="47"/>
        <pc:sldMkLst>
          <pc:docMk/>
          <pc:sldMk cId="3399347797" sldId="322"/>
        </pc:sldMkLst>
      </pc:sldChg>
      <pc:sldChg chg="del">
        <pc:chgData name="Minh Đình" userId="836bd1e508d52677" providerId="LiveId" clId="{E3EACA05-72C4-4750-83F6-FB9970E0A79D}" dt="2025-02-16T14:14:12.629" v="1375" actId="47"/>
        <pc:sldMkLst>
          <pc:docMk/>
          <pc:sldMk cId="2477581380" sldId="323"/>
        </pc:sldMkLst>
      </pc:sldChg>
      <pc:sldChg chg="del">
        <pc:chgData name="Minh Đình" userId="836bd1e508d52677" providerId="LiveId" clId="{E3EACA05-72C4-4750-83F6-FB9970E0A79D}" dt="2025-02-16T14:14:12.629" v="1375" actId="47"/>
        <pc:sldMkLst>
          <pc:docMk/>
          <pc:sldMk cId="944456446" sldId="324"/>
        </pc:sldMkLst>
      </pc:sldChg>
      <pc:sldChg chg="del">
        <pc:chgData name="Minh Đình" userId="836bd1e508d52677" providerId="LiveId" clId="{E3EACA05-72C4-4750-83F6-FB9970E0A79D}" dt="2025-02-16T14:14:12.629" v="1375" actId="47"/>
        <pc:sldMkLst>
          <pc:docMk/>
          <pc:sldMk cId="2087081991" sldId="326"/>
        </pc:sldMkLst>
      </pc:sldChg>
      <pc:sldChg chg="del">
        <pc:chgData name="Minh Đình" userId="836bd1e508d52677" providerId="LiveId" clId="{E3EACA05-72C4-4750-83F6-FB9970E0A79D}" dt="2025-02-16T14:14:12.629" v="1375" actId="47"/>
        <pc:sldMkLst>
          <pc:docMk/>
          <pc:sldMk cId="1971745173" sldId="327"/>
        </pc:sldMkLst>
      </pc:sldChg>
      <pc:sldChg chg="del">
        <pc:chgData name="Minh Đình" userId="836bd1e508d52677" providerId="LiveId" clId="{E3EACA05-72C4-4750-83F6-FB9970E0A79D}" dt="2025-02-16T14:14:12.629" v="1375" actId="47"/>
        <pc:sldMkLst>
          <pc:docMk/>
          <pc:sldMk cId="3900424672" sldId="328"/>
        </pc:sldMkLst>
      </pc:sldChg>
      <pc:sldChg chg="del">
        <pc:chgData name="Minh Đình" userId="836bd1e508d52677" providerId="LiveId" clId="{E3EACA05-72C4-4750-83F6-FB9970E0A79D}" dt="2025-02-16T14:14:12.629" v="1375" actId="47"/>
        <pc:sldMkLst>
          <pc:docMk/>
          <pc:sldMk cId="90767344" sldId="329"/>
        </pc:sldMkLst>
      </pc:sldChg>
      <pc:sldChg chg="del">
        <pc:chgData name="Minh Đình" userId="836bd1e508d52677" providerId="LiveId" clId="{E3EACA05-72C4-4750-83F6-FB9970E0A79D}" dt="2025-02-16T14:14:12.629" v="1375" actId="47"/>
        <pc:sldMkLst>
          <pc:docMk/>
          <pc:sldMk cId="1545725625" sldId="330"/>
        </pc:sldMkLst>
      </pc:sldChg>
      <pc:sldChg chg="del">
        <pc:chgData name="Minh Đình" userId="836bd1e508d52677" providerId="LiveId" clId="{E3EACA05-72C4-4750-83F6-FB9970E0A79D}" dt="2025-02-16T14:14:12.629" v="1375" actId="47"/>
        <pc:sldMkLst>
          <pc:docMk/>
          <pc:sldMk cId="1132869724" sldId="331"/>
        </pc:sldMkLst>
      </pc:sldChg>
      <pc:sldChg chg="del">
        <pc:chgData name="Minh Đình" userId="836bd1e508d52677" providerId="LiveId" clId="{E3EACA05-72C4-4750-83F6-FB9970E0A79D}" dt="2025-02-16T14:14:12.629" v="1375" actId="47"/>
        <pc:sldMkLst>
          <pc:docMk/>
          <pc:sldMk cId="2227312049" sldId="332"/>
        </pc:sldMkLst>
      </pc:sldChg>
      <pc:sldChg chg="del">
        <pc:chgData name="Minh Đình" userId="836bd1e508d52677" providerId="LiveId" clId="{E3EACA05-72C4-4750-83F6-FB9970E0A79D}" dt="2025-02-16T14:14:12.629" v="1375" actId="47"/>
        <pc:sldMkLst>
          <pc:docMk/>
          <pc:sldMk cId="2968216186" sldId="333"/>
        </pc:sldMkLst>
      </pc:sldChg>
      <pc:sldChg chg="del">
        <pc:chgData name="Minh Đình" userId="836bd1e508d52677" providerId="LiveId" clId="{E3EACA05-72C4-4750-83F6-FB9970E0A79D}" dt="2025-02-16T13:54:12.988" v="374" actId="47"/>
        <pc:sldMkLst>
          <pc:docMk/>
          <pc:sldMk cId="850293865" sldId="334"/>
        </pc:sldMkLst>
      </pc:sldChg>
      <pc:sldChg chg="del">
        <pc:chgData name="Minh Đình" userId="836bd1e508d52677" providerId="LiveId" clId="{E3EACA05-72C4-4750-83F6-FB9970E0A79D}" dt="2025-02-16T14:14:12.629" v="1375" actId="47"/>
        <pc:sldMkLst>
          <pc:docMk/>
          <pc:sldMk cId="3111590433" sldId="335"/>
        </pc:sldMkLst>
      </pc:sldChg>
      <pc:sldChg chg="addSp delSp modSp add mod">
        <pc:chgData name="Minh Đình" userId="836bd1e508d52677" providerId="LiveId" clId="{E3EACA05-72C4-4750-83F6-FB9970E0A79D}" dt="2025-02-16T14:48:37.798" v="1885" actId="20577"/>
        <pc:sldMkLst>
          <pc:docMk/>
          <pc:sldMk cId="2694637366" sldId="336"/>
        </pc:sldMkLst>
        <pc:spChg chg="add mod">
          <ac:chgData name="Minh Đình" userId="836bd1e508d52677" providerId="LiveId" clId="{E3EACA05-72C4-4750-83F6-FB9970E0A79D}" dt="2025-02-16T14:48:37.798" v="1885" actId="20577"/>
          <ac:spMkLst>
            <pc:docMk/>
            <pc:sldMk cId="2694637366" sldId="336"/>
            <ac:spMk id="2" creationId="{6ED74681-892D-3886-1883-777A8A51A8F9}"/>
          </ac:spMkLst>
        </pc:spChg>
      </pc:sldChg>
      <pc:sldChg chg="addSp delSp modSp add mod">
        <pc:chgData name="Minh Đình" userId="836bd1e508d52677" providerId="LiveId" clId="{E3EACA05-72C4-4750-83F6-FB9970E0A79D}" dt="2025-02-16T16:03:32.050" v="4336" actId="1076"/>
        <pc:sldMkLst>
          <pc:docMk/>
          <pc:sldMk cId="3903432784" sldId="337"/>
        </pc:sldMkLst>
      </pc:sldChg>
      <pc:sldChg chg="addSp delSp modSp add mod">
        <pc:chgData name="Minh Đình" userId="836bd1e508d52677" providerId="LiveId" clId="{E3EACA05-72C4-4750-83F6-FB9970E0A79D}" dt="2025-02-16T16:04:30.513" v="4353" actId="1076"/>
        <pc:sldMkLst>
          <pc:docMk/>
          <pc:sldMk cId="512646845" sldId="338"/>
        </pc:sldMkLst>
      </pc:sldChg>
      <pc:sldChg chg="addSp delSp modSp add mod">
        <pc:chgData name="Minh Đình" userId="836bd1e508d52677" providerId="LiveId" clId="{E3EACA05-72C4-4750-83F6-FB9970E0A79D}" dt="2025-02-16T16:10:01.203" v="4677" actId="2711"/>
        <pc:sldMkLst>
          <pc:docMk/>
          <pc:sldMk cId="4151899137" sldId="339"/>
        </pc:sldMkLst>
      </pc:sldChg>
      <pc:sldChg chg="addSp delSp modSp add mod">
        <pc:chgData name="Minh Đình" userId="836bd1e508d52677" providerId="LiveId" clId="{E3EACA05-72C4-4750-83F6-FB9970E0A79D}" dt="2025-02-16T14:53:28.034" v="2041" actId="1076"/>
        <pc:sldMkLst>
          <pc:docMk/>
          <pc:sldMk cId="2354964483" sldId="340"/>
        </pc:sldMkLst>
        <pc:spChg chg="add mod">
          <ac:chgData name="Minh Đình" userId="836bd1e508d52677" providerId="LiveId" clId="{E3EACA05-72C4-4750-83F6-FB9970E0A79D}" dt="2025-02-16T14:42:43.613" v="1792" actId="1076"/>
          <ac:spMkLst>
            <pc:docMk/>
            <pc:sldMk cId="2354964483" sldId="340"/>
            <ac:spMk id="2" creationId="{0AAA35CF-EE04-3072-2794-8E37FEDF4650}"/>
          </ac:spMkLst>
        </pc:spChg>
      </pc:sldChg>
      <pc:sldChg chg="addSp delSp modSp add mod">
        <pc:chgData name="Minh Đình" userId="836bd1e508d52677" providerId="LiveId" clId="{E3EACA05-72C4-4750-83F6-FB9970E0A79D}" dt="2025-02-16T14:53:14.137" v="2038" actId="255"/>
        <pc:sldMkLst>
          <pc:docMk/>
          <pc:sldMk cId="1772134238" sldId="341"/>
        </pc:sldMkLst>
      </pc:sldChg>
      <pc:sldChg chg="modSp add mod">
        <pc:chgData name="Minh Đình" userId="836bd1e508d52677" providerId="LiveId" clId="{E3EACA05-72C4-4750-83F6-FB9970E0A79D}" dt="2025-02-16T14:53:05.900" v="2036" actId="1076"/>
        <pc:sldMkLst>
          <pc:docMk/>
          <pc:sldMk cId="1993788489" sldId="342"/>
        </pc:sldMkLst>
      </pc:sldChg>
      <pc:sldChg chg="addSp delSp modSp add mod">
        <pc:chgData name="Minh Đình" userId="836bd1e508d52677" providerId="LiveId" clId="{E3EACA05-72C4-4750-83F6-FB9970E0A79D}" dt="2025-02-16T14:52:49.942" v="2033" actId="1076"/>
        <pc:sldMkLst>
          <pc:docMk/>
          <pc:sldMk cId="3422989575" sldId="343"/>
        </pc:sldMkLst>
      </pc:sldChg>
      <pc:sldChg chg="addSp delSp modSp add mod">
        <pc:chgData name="Minh Đình" userId="836bd1e508d52677" providerId="LiveId" clId="{E3EACA05-72C4-4750-83F6-FB9970E0A79D}" dt="2025-02-16T15:17:17.377" v="2682"/>
        <pc:sldMkLst>
          <pc:docMk/>
          <pc:sldMk cId="508656084" sldId="344"/>
        </pc:sldMkLst>
      </pc:sldChg>
      <pc:sldChg chg="addSp delSp modSp add mod">
        <pc:chgData name="Minh Đình" userId="836bd1e508d52677" providerId="LiveId" clId="{E3EACA05-72C4-4750-83F6-FB9970E0A79D}" dt="2025-02-16T15:15:54.988" v="2669" actId="20577"/>
        <pc:sldMkLst>
          <pc:docMk/>
          <pc:sldMk cId="3855095751" sldId="345"/>
        </pc:sldMkLst>
      </pc:sldChg>
      <pc:sldChg chg="modSp add mod ord">
        <pc:chgData name="Minh Đình" userId="836bd1e508d52677" providerId="LiveId" clId="{E3EACA05-72C4-4750-83F6-FB9970E0A79D}" dt="2025-02-16T15:10:34.584" v="2364"/>
        <pc:sldMkLst>
          <pc:docMk/>
          <pc:sldMk cId="2033096166" sldId="346"/>
        </pc:sldMkLst>
      </pc:sldChg>
      <pc:sldChg chg="addSp delSp modSp add mod modAnim">
        <pc:chgData name="Minh Đình" userId="836bd1e508d52677" providerId="LiveId" clId="{E3EACA05-72C4-4750-83F6-FB9970E0A79D}" dt="2025-02-16T15:22:24.944" v="2965" actId="2711"/>
        <pc:sldMkLst>
          <pc:docMk/>
          <pc:sldMk cId="4190792281" sldId="347"/>
        </pc:sldMkLst>
      </pc:sldChg>
      <pc:sldChg chg="delSp modSp add mod">
        <pc:chgData name="Minh Đình" userId="836bd1e508d52677" providerId="LiveId" clId="{E3EACA05-72C4-4750-83F6-FB9970E0A79D}" dt="2025-02-16T16:10:41.669" v="4710" actId="1076"/>
        <pc:sldMkLst>
          <pc:docMk/>
          <pc:sldMk cId="988199101" sldId="348"/>
        </pc:sldMkLst>
      </pc:sldChg>
      <pc:sldChg chg="addSp delSp modSp add mod ord">
        <pc:chgData name="Minh Đình" userId="836bd1e508d52677" providerId="LiveId" clId="{E3EACA05-72C4-4750-83F6-FB9970E0A79D}" dt="2025-02-16T16:10:31.507" v="4709" actId="20577"/>
        <pc:sldMkLst>
          <pc:docMk/>
          <pc:sldMk cId="384334566" sldId="349"/>
        </pc:sldMkLst>
      </pc:sldChg>
      <pc:sldChg chg="delSp modSp add mod">
        <pc:chgData name="Minh Đình" userId="836bd1e508d52677" providerId="LiveId" clId="{E3EACA05-72C4-4750-83F6-FB9970E0A79D}" dt="2025-02-16T16:23:49.235" v="4866" actId="2711"/>
        <pc:sldMkLst>
          <pc:docMk/>
          <pc:sldMk cId="280278997" sldId="350"/>
        </pc:sldMkLst>
      </pc:sldChg>
      <pc:sldChg chg="addSp delSp modSp add mod">
        <pc:chgData name="Minh Đình" userId="836bd1e508d52677" providerId="LiveId" clId="{E3EACA05-72C4-4750-83F6-FB9970E0A79D}" dt="2025-02-16T16:36:21.982" v="5025" actId="20577"/>
        <pc:sldMkLst>
          <pc:docMk/>
          <pc:sldMk cId="1183573575" sldId="351"/>
        </pc:sldMkLst>
      </pc:sldChg>
      <pc:sldChg chg="addSp delSp modSp add mod ord">
        <pc:chgData name="Minh Đình" userId="836bd1e508d52677" providerId="LiveId" clId="{E3EACA05-72C4-4750-83F6-FB9970E0A79D}" dt="2025-02-16T16:53:37.741" v="5098"/>
        <pc:sldMkLst>
          <pc:docMk/>
          <pc:sldMk cId="3042721552" sldId="352"/>
        </pc:sldMkLst>
      </pc:sldChg>
      <pc:sldChg chg="addSp delSp modSp add mod">
        <pc:chgData name="Minh Đình" userId="836bd1e508d52677" providerId="LiveId" clId="{E3EACA05-72C4-4750-83F6-FB9970E0A79D}" dt="2025-02-16T17:00:09.210" v="5547"/>
        <pc:sldMkLst>
          <pc:docMk/>
          <pc:sldMk cId="2891411740" sldId="353"/>
        </pc:sldMkLst>
      </pc:sldChg>
      <pc:sldChg chg="addSp delSp modSp add mod">
        <pc:chgData name="Minh Đình" userId="836bd1e508d52677" providerId="LiveId" clId="{E3EACA05-72C4-4750-83F6-FB9970E0A79D}" dt="2025-02-16T17:09:49.289" v="5894" actId="1076"/>
        <pc:sldMkLst>
          <pc:docMk/>
          <pc:sldMk cId="1551123961" sldId="354"/>
        </pc:sldMkLst>
      </pc:sldChg>
      <pc:sldChg chg="addSp delSp modSp add mod ord">
        <pc:chgData name="Minh Đình" userId="836bd1e508d52677" providerId="LiveId" clId="{E3EACA05-72C4-4750-83F6-FB9970E0A79D}" dt="2025-02-16T17:33:06.362" v="6265" actId="1076"/>
        <pc:sldMkLst>
          <pc:docMk/>
          <pc:sldMk cId="697786793" sldId="355"/>
        </pc:sldMkLst>
      </pc:sldChg>
      <pc:sldChg chg="modSp add del mod">
        <pc:chgData name="Minh Đình" userId="836bd1e508d52677" providerId="LiveId" clId="{E3EACA05-72C4-4750-83F6-FB9970E0A79D}" dt="2025-02-16T17:36:35.118" v="6388" actId="47"/>
        <pc:sldMkLst>
          <pc:docMk/>
          <pc:sldMk cId="649946909" sldId="356"/>
        </pc:sldMkLst>
      </pc:sldChg>
      <pc:sldChg chg="addSp delSp modSp add mod">
        <pc:chgData name="Minh Đình" userId="836bd1e508d52677" providerId="LiveId" clId="{E3EACA05-72C4-4750-83F6-FB9970E0A79D}" dt="2025-02-16T17:35:51.129" v="6387" actId="1076"/>
        <pc:sldMkLst>
          <pc:docMk/>
          <pc:sldMk cId="3539241077" sldId="357"/>
        </pc:sldMkLst>
      </pc:sldChg>
      <pc:sldChg chg="addSp delSp modSp add mod">
        <pc:chgData name="Minh Đình" userId="836bd1e508d52677" providerId="LiveId" clId="{E3EACA05-72C4-4750-83F6-FB9970E0A79D}" dt="2025-02-16T17:41:28.734" v="6572" actId="2711"/>
        <pc:sldMkLst>
          <pc:docMk/>
          <pc:sldMk cId="307457502" sldId="358"/>
        </pc:sldMkLst>
      </pc:sldChg>
      <pc:sldChg chg="addSp delSp modSp add mod">
        <pc:chgData name="Minh Đình" userId="836bd1e508d52677" providerId="LiveId" clId="{E3EACA05-72C4-4750-83F6-FB9970E0A79D}" dt="2025-02-16T17:43:59.363" v="6647" actId="20577"/>
        <pc:sldMkLst>
          <pc:docMk/>
          <pc:sldMk cId="3284678584" sldId="359"/>
        </pc:sldMkLst>
      </pc:sldChg>
      <pc:sldChg chg="add del">
        <pc:chgData name="Minh Đình" userId="836bd1e508d52677" providerId="LiveId" clId="{E3EACA05-72C4-4750-83F6-FB9970E0A79D}" dt="2025-02-16T17:42:43.946" v="6584" actId="47"/>
        <pc:sldMkLst>
          <pc:docMk/>
          <pc:sldMk cId="207969865" sldId="360"/>
        </pc:sldMkLst>
      </pc:sldChg>
      <pc:sldChg chg="addSp delSp modSp add mod">
        <pc:chgData name="Minh Đình" userId="836bd1e508d52677" providerId="LiveId" clId="{E3EACA05-72C4-4750-83F6-FB9970E0A79D}" dt="2025-02-16T17:43:22.443" v="6607" actId="1076"/>
        <pc:sldMkLst>
          <pc:docMk/>
          <pc:sldMk cId="1448335423" sldId="360"/>
        </pc:sldMkLst>
      </pc:sldChg>
      <pc:sldChg chg="addSp delSp modSp add mod">
        <pc:chgData name="Minh Đình" userId="836bd1e508d52677" providerId="LiveId" clId="{E3EACA05-72C4-4750-83F6-FB9970E0A79D}" dt="2025-02-16T17:44:45.682" v="6660" actId="1076"/>
        <pc:sldMkLst>
          <pc:docMk/>
          <pc:sldMk cId="2834652512" sldId="361"/>
        </pc:sldMkLst>
      </pc:sldChg>
      <pc:sldChg chg="addSp delSp modSp add mod">
        <pc:chgData name="Minh Đình" userId="836bd1e508d52677" providerId="LiveId" clId="{E3EACA05-72C4-4750-83F6-FB9970E0A79D}" dt="2025-02-17T03:43:03.863" v="7314"/>
        <pc:sldMkLst>
          <pc:docMk/>
          <pc:sldMk cId="1553629133" sldId="362"/>
        </pc:sldMkLst>
      </pc:sldChg>
      <pc:sldChg chg="addSp delSp modSp add mod">
        <pc:chgData name="Minh Đình" userId="836bd1e508d52677" providerId="LiveId" clId="{E3EACA05-72C4-4750-83F6-FB9970E0A79D}" dt="2025-02-17T01:32:42.731" v="7042" actId="478"/>
        <pc:sldMkLst>
          <pc:docMk/>
          <pc:sldMk cId="3845904561" sldId="363"/>
        </pc:sldMkLst>
      </pc:sldChg>
      <pc:sldChg chg="addSp delSp modSp add mod">
        <pc:chgData name="Minh Đình" userId="836bd1e508d52677" providerId="LiveId" clId="{E3EACA05-72C4-4750-83F6-FB9970E0A79D}" dt="2025-02-17T01:35:10.774" v="7192"/>
        <pc:sldMkLst>
          <pc:docMk/>
          <pc:sldMk cId="1427380233" sldId="364"/>
        </pc:sldMkLst>
      </pc:sldChg>
      <pc:sldChg chg="new del">
        <pc:chgData name="Minh Đình" userId="836bd1e508d52677" providerId="LiveId" clId="{E3EACA05-72C4-4750-83F6-FB9970E0A79D}" dt="2025-02-17T01:36:10.847" v="7195" actId="47"/>
        <pc:sldMkLst>
          <pc:docMk/>
          <pc:sldMk cId="2438134070" sldId="365"/>
        </pc:sldMkLst>
      </pc:sldChg>
      <pc:sldChg chg="addSp delSp modSp add mod">
        <pc:chgData name="Minh Đình" userId="836bd1e508d52677" providerId="LiveId" clId="{E3EACA05-72C4-4750-83F6-FB9970E0A79D}" dt="2025-02-17T01:45:48.174" v="7305" actId="1076"/>
        <pc:sldMkLst>
          <pc:docMk/>
          <pc:sldMk cId="1932710158" sldId="366"/>
        </pc:sldMkLst>
      </pc:sldChg>
      <pc:sldChg chg="modSp add mod">
        <pc:chgData name="Minh Đình" userId="836bd1e508d52677" providerId="LiveId" clId="{E3EACA05-72C4-4750-83F6-FB9970E0A79D}" dt="2025-02-17T01:45:37.779" v="7302" actId="1076"/>
        <pc:sldMkLst>
          <pc:docMk/>
          <pc:sldMk cId="510039199" sldId="367"/>
        </pc:sldMkLst>
      </pc:sldChg>
      <pc:sldMasterChg chg="modSp mod">
        <pc:chgData name="Minh Đình" userId="836bd1e508d52677" providerId="LiveId" clId="{E3EACA05-72C4-4750-83F6-FB9970E0A79D}" dt="2025-02-16T13:40:34.426" v="213" actId="20577"/>
        <pc:sldMasterMkLst>
          <pc:docMk/>
          <pc:sldMasterMk cId="901545815" sldId="2147483648"/>
        </pc:sldMasterMkLst>
        <pc:spChg chg="mod">
          <ac:chgData name="Minh Đình" userId="836bd1e508d52677" providerId="LiveId" clId="{E3EACA05-72C4-4750-83F6-FB9970E0A79D}" dt="2025-02-16T13:40:34.426" v="213" actId="20577"/>
          <ac:spMkLst>
            <pc:docMk/>
            <pc:sldMasterMk cId="901545815" sldId="2147483648"/>
            <ac:spMk id="2" creationId="{E77C5897-653A-F2F1-77FE-E1D5D3865A4B}"/>
          </ac:spMkLst>
        </pc:spChg>
      </pc:sldMasterChg>
    </pc:docChg>
  </pc:docChgLst>
  <pc:docChgLst>
    <pc:chgData name="Minh Đình" userId="836bd1e508d52677" providerId="LiveId" clId="{D8269AC2-045B-4BFC-9DC1-EDF9052473DB}"/>
    <pc:docChg chg="undo custSel addSld delSld modSld sldOrd addMainMaster delMainMaster modMainMaster">
      <pc:chgData name="Minh Đình" userId="836bd1e508d52677" providerId="LiveId" clId="{D8269AC2-045B-4BFC-9DC1-EDF9052473DB}" dt="2024-05-28T16:38:18.437" v="7789" actId="20577"/>
      <pc:docMkLst>
        <pc:docMk/>
      </pc:docMkLst>
      <pc:sldChg chg="addSp delSp modSp new mod modTransition chgLayout modNotesTx">
        <pc:chgData name="Minh Đình" userId="836bd1e508d52677" providerId="LiveId" clId="{D8269AC2-045B-4BFC-9DC1-EDF9052473DB}" dt="2024-05-28T14:05:23.990" v="7302" actId="478"/>
        <pc:sldMkLst>
          <pc:docMk/>
          <pc:sldMk cId="345753689" sldId="256"/>
        </pc:sldMkLst>
      </pc:sldChg>
      <pc:sldChg chg="addSp delSp modSp new mod modTransition">
        <pc:chgData name="Minh Đình" userId="836bd1e508d52677" providerId="LiveId" clId="{D8269AC2-045B-4BFC-9DC1-EDF9052473DB}" dt="2024-05-24T11:37:21.130" v="4861" actId="20577"/>
        <pc:sldMkLst>
          <pc:docMk/>
          <pc:sldMk cId="3911317014" sldId="257"/>
        </pc:sldMkLst>
      </pc:sldChg>
      <pc:sldChg chg="addSp delSp modSp new mod modTransition">
        <pc:chgData name="Minh Đình" userId="836bd1e508d52677" providerId="LiveId" clId="{D8269AC2-045B-4BFC-9DC1-EDF9052473DB}" dt="2024-05-23T13:55:57.061" v="3595" actId="1582"/>
        <pc:sldMkLst>
          <pc:docMk/>
          <pc:sldMk cId="1722033778" sldId="258"/>
        </pc:sldMkLst>
      </pc:sldChg>
      <pc:sldChg chg="new del">
        <pc:chgData name="Minh Đình" userId="836bd1e508d52677" providerId="LiveId" clId="{D8269AC2-045B-4BFC-9DC1-EDF9052473DB}" dt="2024-05-21T15:29:16.162" v="570" actId="47"/>
        <pc:sldMkLst>
          <pc:docMk/>
          <pc:sldMk cId="3480460136" sldId="258"/>
        </pc:sldMkLst>
      </pc:sldChg>
      <pc:sldChg chg="addSp delSp modSp add mod modTransition">
        <pc:chgData name="Minh Đình" userId="836bd1e508d52677" providerId="LiveId" clId="{D8269AC2-045B-4BFC-9DC1-EDF9052473DB}" dt="2024-05-23T13:48:42.975" v="3454" actId="208"/>
        <pc:sldMkLst>
          <pc:docMk/>
          <pc:sldMk cId="4007310481" sldId="259"/>
        </pc:sldMkLst>
      </pc:sldChg>
      <pc:sldChg chg="addSp delSp modSp add mod modTransition">
        <pc:chgData name="Minh Đình" userId="836bd1e508d52677" providerId="LiveId" clId="{D8269AC2-045B-4BFC-9DC1-EDF9052473DB}" dt="2024-05-23T13:49:08.299" v="3482" actId="1076"/>
        <pc:sldMkLst>
          <pc:docMk/>
          <pc:sldMk cId="2912988929" sldId="260"/>
        </pc:sldMkLst>
      </pc:sldChg>
      <pc:sldChg chg="addSp delSp modSp add mod modTransition">
        <pc:chgData name="Minh Đình" userId="836bd1e508d52677" providerId="LiveId" clId="{D8269AC2-045B-4BFC-9DC1-EDF9052473DB}" dt="2024-05-28T16:25:06.425" v="7726" actId="14100"/>
        <pc:sldMkLst>
          <pc:docMk/>
          <pc:sldMk cId="610353939" sldId="261"/>
        </pc:sldMkLst>
      </pc:sldChg>
      <pc:sldChg chg="addSp delSp modSp add mod ord modTransition">
        <pc:chgData name="Minh Đình" userId="836bd1e508d52677" providerId="LiveId" clId="{D8269AC2-045B-4BFC-9DC1-EDF9052473DB}" dt="2024-05-28T16:14:03.128" v="7608" actId="20577"/>
        <pc:sldMkLst>
          <pc:docMk/>
          <pc:sldMk cId="1967633584" sldId="262"/>
        </pc:sldMkLst>
      </pc:sldChg>
      <pc:sldChg chg="addSp delSp modSp add mod modTransition">
        <pc:chgData name="Minh Đình" userId="836bd1e508d52677" providerId="LiveId" clId="{D8269AC2-045B-4BFC-9DC1-EDF9052473DB}" dt="2024-05-23T14:06:43.132" v="3679" actId="1076"/>
        <pc:sldMkLst>
          <pc:docMk/>
          <pc:sldMk cId="3904948485" sldId="263"/>
        </pc:sldMkLst>
      </pc:sldChg>
      <pc:sldChg chg="addSp delSp modSp add mod modTransition">
        <pc:chgData name="Minh Đình" userId="836bd1e508d52677" providerId="LiveId" clId="{D8269AC2-045B-4BFC-9DC1-EDF9052473DB}" dt="2024-05-23T13:57:47.596" v="3656" actId="14100"/>
        <pc:sldMkLst>
          <pc:docMk/>
          <pc:sldMk cId="3404263136" sldId="264"/>
        </pc:sldMkLst>
      </pc:sldChg>
      <pc:sldChg chg="addSp delSp modSp add mod modTransition">
        <pc:chgData name="Minh Đình" userId="836bd1e508d52677" providerId="LiveId" clId="{D8269AC2-045B-4BFC-9DC1-EDF9052473DB}" dt="2024-05-28T10:54:05.050" v="7285" actId="20577"/>
        <pc:sldMkLst>
          <pc:docMk/>
          <pc:sldMk cId="3766027718" sldId="265"/>
        </pc:sldMkLst>
      </pc:sldChg>
      <pc:sldChg chg="addSp delSp modSp add mod">
        <pc:chgData name="Minh Đình" userId="836bd1e508d52677" providerId="LiveId" clId="{D8269AC2-045B-4BFC-9DC1-EDF9052473DB}" dt="2024-05-23T14:37:41.132" v="4063" actId="1076"/>
        <pc:sldMkLst>
          <pc:docMk/>
          <pc:sldMk cId="2748488782" sldId="266"/>
        </pc:sldMkLst>
      </pc:sldChg>
      <pc:sldChg chg="addSp delSp modSp add mod modNotesTx">
        <pc:chgData name="Minh Đình" userId="836bd1e508d52677" providerId="LiveId" clId="{D8269AC2-045B-4BFC-9DC1-EDF9052473DB}" dt="2024-05-23T15:23:40.641" v="4201"/>
        <pc:sldMkLst>
          <pc:docMk/>
          <pc:sldMk cId="22823622" sldId="267"/>
        </pc:sldMkLst>
      </pc:sldChg>
      <pc:sldChg chg="add del">
        <pc:chgData name="Minh Đình" userId="836bd1e508d52677" providerId="LiveId" clId="{D8269AC2-045B-4BFC-9DC1-EDF9052473DB}" dt="2024-05-23T14:37:55.978" v="4065" actId="47"/>
        <pc:sldMkLst>
          <pc:docMk/>
          <pc:sldMk cId="1198036689" sldId="267"/>
        </pc:sldMkLst>
      </pc:sldChg>
      <pc:sldChg chg="addSp delSp modSp add mod">
        <pc:chgData name="Minh Đình" userId="836bd1e508d52677" providerId="LiveId" clId="{D8269AC2-045B-4BFC-9DC1-EDF9052473DB}" dt="2024-05-28T10:58:14.527" v="7301" actId="1076"/>
        <pc:sldMkLst>
          <pc:docMk/>
          <pc:sldMk cId="767395912" sldId="268"/>
        </pc:sldMkLst>
      </pc:sldChg>
      <pc:sldChg chg="addSp delSp modSp add mod modNotesTx">
        <pc:chgData name="Minh Đình" userId="836bd1e508d52677" providerId="LiveId" clId="{D8269AC2-045B-4BFC-9DC1-EDF9052473DB}" dt="2024-05-24T09:27:16.508" v="4295" actId="114"/>
        <pc:sldMkLst>
          <pc:docMk/>
          <pc:sldMk cId="974486449" sldId="269"/>
        </pc:sldMkLst>
      </pc:sldChg>
      <pc:sldChg chg="addSp delSp modSp add mod">
        <pc:chgData name="Minh Đình" userId="836bd1e508d52677" providerId="LiveId" clId="{D8269AC2-045B-4BFC-9DC1-EDF9052473DB}" dt="2024-05-24T09:29:12.718" v="4307" actId="1076"/>
        <pc:sldMkLst>
          <pc:docMk/>
          <pc:sldMk cId="1691653636" sldId="270"/>
        </pc:sldMkLst>
      </pc:sldChg>
      <pc:sldChg chg="addSp delSp modSp add mod ord modNotesTx">
        <pc:chgData name="Minh Đình" userId="836bd1e508d52677" providerId="LiveId" clId="{D8269AC2-045B-4BFC-9DC1-EDF9052473DB}" dt="2024-05-27T14:38:42.636" v="5991"/>
        <pc:sldMkLst>
          <pc:docMk/>
          <pc:sldMk cId="811246154" sldId="271"/>
        </pc:sldMkLst>
      </pc:sldChg>
      <pc:sldChg chg="addSp delSp modSp add mod ord">
        <pc:chgData name="Minh Đình" userId="836bd1e508d52677" providerId="LiveId" clId="{D8269AC2-045B-4BFC-9DC1-EDF9052473DB}" dt="2024-05-27T15:41:32.931" v="6204"/>
        <pc:sldMkLst>
          <pc:docMk/>
          <pc:sldMk cId="284976611" sldId="272"/>
        </pc:sldMkLst>
      </pc:sldChg>
      <pc:sldChg chg="addSp delSp modSp add mod">
        <pc:chgData name="Minh Đình" userId="836bd1e508d52677" providerId="LiveId" clId="{D8269AC2-045B-4BFC-9DC1-EDF9052473DB}" dt="2024-05-24T11:16:56.317" v="4658" actId="1036"/>
        <pc:sldMkLst>
          <pc:docMk/>
          <pc:sldMk cId="2796873521" sldId="273"/>
        </pc:sldMkLst>
      </pc:sldChg>
      <pc:sldChg chg="addSp delSp modSp add mod">
        <pc:chgData name="Minh Đình" userId="836bd1e508d52677" providerId="LiveId" clId="{D8269AC2-045B-4BFC-9DC1-EDF9052473DB}" dt="2024-05-27T15:48:53.046" v="6211" actId="478"/>
        <pc:sldMkLst>
          <pc:docMk/>
          <pc:sldMk cId="3370097097" sldId="274"/>
        </pc:sldMkLst>
      </pc:sldChg>
      <pc:sldChg chg="addSp delSp modSp add mod ord modNotesTx">
        <pc:chgData name="Minh Đình" userId="836bd1e508d52677" providerId="LiveId" clId="{D8269AC2-045B-4BFC-9DC1-EDF9052473DB}" dt="2024-05-27T14:44:40.682" v="6090" actId="14100"/>
        <pc:sldMkLst>
          <pc:docMk/>
          <pc:sldMk cId="1740062919" sldId="275"/>
        </pc:sldMkLst>
      </pc:sldChg>
      <pc:sldChg chg="addSp delSp modSp add mod">
        <pc:chgData name="Minh Đình" userId="836bd1e508d52677" providerId="LiveId" clId="{D8269AC2-045B-4BFC-9DC1-EDF9052473DB}" dt="2024-05-27T15:48:48.734" v="6209" actId="478"/>
        <pc:sldMkLst>
          <pc:docMk/>
          <pc:sldMk cId="3071658624" sldId="276"/>
        </pc:sldMkLst>
      </pc:sldChg>
      <pc:sldChg chg="addSp delSp modSp add mod">
        <pc:chgData name="Minh Đình" userId="836bd1e508d52677" providerId="LiveId" clId="{D8269AC2-045B-4BFC-9DC1-EDF9052473DB}" dt="2024-05-24T11:41:13.180" v="4923" actId="1076"/>
        <pc:sldMkLst>
          <pc:docMk/>
          <pc:sldMk cId="238947915" sldId="277"/>
        </pc:sldMkLst>
      </pc:sldChg>
      <pc:sldChg chg="addSp delSp modSp new mod">
        <pc:chgData name="Minh Đình" userId="836bd1e508d52677" providerId="LiveId" clId="{D8269AC2-045B-4BFC-9DC1-EDF9052473DB}" dt="2024-05-26T16:28:38.707" v="5804"/>
        <pc:sldMkLst>
          <pc:docMk/>
          <pc:sldMk cId="1140129264" sldId="278"/>
        </pc:sldMkLst>
      </pc:sldChg>
      <pc:sldChg chg="addSp modSp add mod">
        <pc:chgData name="Minh Đình" userId="836bd1e508d52677" providerId="LiveId" clId="{D8269AC2-045B-4BFC-9DC1-EDF9052473DB}" dt="2024-05-24T12:36:15.202" v="5162" actId="2711"/>
        <pc:sldMkLst>
          <pc:docMk/>
          <pc:sldMk cId="3771279957" sldId="279"/>
        </pc:sldMkLst>
      </pc:sldChg>
      <pc:sldChg chg="addSp delSp modSp add mod">
        <pc:chgData name="Minh Đình" userId="836bd1e508d52677" providerId="LiveId" clId="{D8269AC2-045B-4BFC-9DC1-EDF9052473DB}" dt="2024-05-28T10:06:40.580" v="7105" actId="1076"/>
        <pc:sldMkLst>
          <pc:docMk/>
          <pc:sldMk cId="3861452339" sldId="280"/>
        </pc:sldMkLst>
      </pc:sldChg>
      <pc:sldChg chg="addSp delSp modSp add mod">
        <pc:chgData name="Minh Đình" userId="836bd1e508d52677" providerId="LiveId" clId="{D8269AC2-045B-4BFC-9DC1-EDF9052473DB}" dt="2024-05-28T16:36:46.242" v="7786" actId="20577"/>
        <pc:sldMkLst>
          <pc:docMk/>
          <pc:sldMk cId="950941139" sldId="281"/>
        </pc:sldMkLst>
      </pc:sldChg>
      <pc:sldChg chg="addSp delSp modSp add mod">
        <pc:chgData name="Minh Đình" userId="836bd1e508d52677" providerId="LiveId" clId="{D8269AC2-045B-4BFC-9DC1-EDF9052473DB}" dt="2024-05-26T16:29:48.325" v="5844" actId="1076"/>
        <pc:sldMkLst>
          <pc:docMk/>
          <pc:sldMk cId="2967780640" sldId="282"/>
        </pc:sldMkLst>
      </pc:sldChg>
      <pc:sldChg chg="addSp delSp modSp add mod modAnim">
        <pc:chgData name="Minh Đình" userId="836bd1e508d52677" providerId="LiveId" clId="{D8269AC2-045B-4BFC-9DC1-EDF9052473DB}" dt="2024-05-26T16:31:29.977" v="5865" actId="1076"/>
        <pc:sldMkLst>
          <pc:docMk/>
          <pc:sldMk cId="616751478" sldId="283"/>
        </pc:sldMkLst>
      </pc:sldChg>
      <pc:sldChg chg="addSp delSp add del mod">
        <pc:chgData name="Minh Đình" userId="836bd1e508d52677" providerId="LiveId" clId="{D8269AC2-045B-4BFC-9DC1-EDF9052473DB}" dt="2024-05-26T16:29:01.059" v="5831"/>
        <pc:sldMkLst>
          <pc:docMk/>
          <pc:sldMk cId="1847139466" sldId="283"/>
        </pc:sldMkLst>
      </pc:sldChg>
      <pc:sldChg chg="addSp delSp modSp add mod">
        <pc:chgData name="Minh Đình" userId="836bd1e508d52677" providerId="LiveId" clId="{D8269AC2-045B-4BFC-9DC1-EDF9052473DB}" dt="2024-05-28T15:57:25.798" v="7377" actId="20577"/>
        <pc:sldMkLst>
          <pc:docMk/>
          <pc:sldMk cId="198803338" sldId="284"/>
        </pc:sldMkLst>
      </pc:sldChg>
      <pc:sldChg chg="addSp delSp modSp add mod">
        <pc:chgData name="Minh Đình" userId="836bd1e508d52677" providerId="LiveId" clId="{D8269AC2-045B-4BFC-9DC1-EDF9052473DB}" dt="2024-05-28T16:01:20.611" v="7396" actId="207"/>
        <pc:sldMkLst>
          <pc:docMk/>
          <pc:sldMk cId="3779123254" sldId="285"/>
        </pc:sldMkLst>
      </pc:sldChg>
      <pc:sldChg chg="modSp mod">
        <pc:chgData name="Minh Đình" userId="836bd1e508d52677" providerId="LiveId" clId="{D8269AC2-045B-4BFC-9DC1-EDF9052473DB}" dt="2024-05-28T10:08:27.103" v="7133" actId="20577"/>
        <pc:sldMkLst>
          <pc:docMk/>
          <pc:sldMk cId="3722698626" sldId="286"/>
        </pc:sldMkLst>
      </pc:sldChg>
      <pc:sldChg chg="addSp delSp modSp new mod">
        <pc:chgData name="Minh Đình" userId="836bd1e508d52677" providerId="LiveId" clId="{D8269AC2-045B-4BFC-9DC1-EDF9052473DB}" dt="2024-05-28T16:38:18.437" v="7789" actId="20577"/>
        <pc:sldMkLst>
          <pc:docMk/>
          <pc:sldMk cId="2053841181" sldId="287"/>
        </pc:sldMkLst>
      </pc:sldChg>
      <pc:sldChg chg="delSp modSp add mod">
        <pc:chgData name="Minh Đình" userId="836bd1e508d52677" providerId="LiveId" clId="{D8269AC2-045B-4BFC-9DC1-EDF9052473DB}" dt="2024-05-28T14:42:47.847" v="7304" actId="1076"/>
        <pc:sldMkLst>
          <pc:docMk/>
          <pc:sldMk cId="1045413417" sldId="288"/>
        </pc:sldMkLst>
      </pc:sldChg>
      <pc:sldChg chg="addSp delSp modSp add mod">
        <pc:chgData name="Minh Đình" userId="836bd1e508d52677" providerId="LiveId" clId="{D8269AC2-045B-4BFC-9DC1-EDF9052473DB}" dt="2024-05-28T10:02:54.352" v="7072" actId="1076"/>
        <pc:sldMkLst>
          <pc:docMk/>
          <pc:sldMk cId="812647908" sldId="289"/>
        </pc:sldMkLst>
      </pc:sldChg>
      <pc:sldChg chg="addSp delSp modSp add mod">
        <pc:chgData name="Minh Đình" userId="836bd1e508d52677" providerId="LiveId" clId="{D8269AC2-045B-4BFC-9DC1-EDF9052473DB}" dt="2024-05-28T10:03:53.189" v="7088" actId="1076"/>
        <pc:sldMkLst>
          <pc:docMk/>
          <pc:sldMk cId="314175993" sldId="290"/>
        </pc:sldMkLst>
      </pc:sldChg>
      <pc:sldMasterChg chg="addSp delSp modSp mod addSldLayout delSldLayout modSldLayout">
        <pc:chgData name="Minh Đình" userId="836bd1e508d52677" providerId="LiveId" clId="{D8269AC2-045B-4BFC-9DC1-EDF9052473DB}" dt="2024-05-23T13:39:36.153" v="3268" actId="1036"/>
        <pc:sldMasterMkLst>
          <pc:docMk/>
          <pc:sldMasterMk cId="901545815" sldId="2147483648"/>
        </pc:sldMasterMkLst>
        <pc:sldLayoutChg chg="addSp delSp modSp mod setBg">
          <pc:chgData name="Minh Đình" userId="836bd1e508d52677" providerId="LiveId" clId="{D8269AC2-045B-4BFC-9DC1-EDF9052473DB}" dt="2024-05-22T10:32:22.068" v="792" actId="478"/>
          <pc:sldLayoutMkLst>
            <pc:docMk/>
            <pc:sldMasterMk cId="901545815" sldId="2147483648"/>
            <pc:sldLayoutMk cId="2285719357" sldId="2147483649"/>
          </pc:sldLayoutMkLst>
        </pc:sldLayoutChg>
        <pc:sldLayoutChg chg="delSp mod">
          <pc:chgData name="Minh Đình" userId="836bd1e508d52677" providerId="LiveId" clId="{D8269AC2-045B-4BFC-9DC1-EDF9052473DB}" dt="2024-05-22T10:32:27.084" v="795" actId="478"/>
          <pc:sldLayoutMkLst>
            <pc:docMk/>
            <pc:sldMasterMk cId="901545815" sldId="2147483648"/>
            <pc:sldLayoutMk cId="1146928141" sldId="2147483650"/>
          </pc:sldLayoutMkLst>
        </pc:sldLayoutChg>
        <pc:sldLayoutChg chg="new del mod">
          <pc:chgData name="Minh Đình" userId="836bd1e508d52677" providerId="LiveId" clId="{D8269AC2-045B-4BFC-9DC1-EDF9052473DB}" dt="2024-05-21T15:08:34.512" v="26" actId="11236"/>
          <pc:sldLayoutMkLst>
            <pc:docMk/>
            <pc:sldMasterMk cId="901545815" sldId="2147483648"/>
            <pc:sldLayoutMk cId="3839378159" sldId="2147483660"/>
          </pc:sldLayoutMkLst>
        </pc:sldLayoutChg>
        <pc:sldLayoutChg chg="new del mod">
          <pc:chgData name="Minh Đình" userId="836bd1e508d52677" providerId="LiveId" clId="{D8269AC2-045B-4BFC-9DC1-EDF9052473DB}" dt="2024-05-21T15:21:37.485" v="270" actId="11236"/>
          <pc:sldLayoutMkLst>
            <pc:docMk/>
            <pc:sldMasterMk cId="901545815" sldId="2147483648"/>
            <pc:sldLayoutMk cId="4065314896" sldId="2147483660"/>
          </pc:sldLayoutMkLst>
        </pc:sldLayoutChg>
      </pc:sldMasterChg>
      <pc:sldMasterChg chg="new del mod addSldLayout delSldLayout">
        <pc:chgData name="Minh Đình" userId="836bd1e508d52677" providerId="LiveId" clId="{D8269AC2-045B-4BFC-9DC1-EDF9052473DB}" dt="2024-05-21T15:05:26.091" v="3" actId="6938"/>
        <pc:sldMasterMkLst>
          <pc:docMk/>
          <pc:sldMasterMk cId="2978924479" sldId="2147483660"/>
        </pc:sldMasterMkLst>
        <pc:sldLayoutChg chg="new del replId">
          <pc:chgData name="Minh Đình" userId="836bd1e508d52677" providerId="LiveId" clId="{D8269AC2-045B-4BFC-9DC1-EDF9052473DB}" dt="2024-05-21T15:05:26.091" v="3" actId="6938"/>
          <pc:sldLayoutMkLst>
            <pc:docMk/>
            <pc:sldMasterMk cId="2978924479" sldId="2147483660"/>
            <pc:sldLayoutMk cId="1440865641" sldId="2147483661"/>
          </pc:sldLayoutMkLst>
        </pc:sldLayoutChg>
        <pc:sldLayoutChg chg="new del replId">
          <pc:chgData name="Minh Đình" userId="836bd1e508d52677" providerId="LiveId" clId="{D8269AC2-045B-4BFC-9DC1-EDF9052473DB}" dt="2024-05-21T15:05:26.091" v="3" actId="6938"/>
          <pc:sldLayoutMkLst>
            <pc:docMk/>
            <pc:sldMasterMk cId="2978924479" sldId="2147483660"/>
            <pc:sldLayoutMk cId="1970954096" sldId="2147483662"/>
          </pc:sldLayoutMkLst>
        </pc:sldLayoutChg>
        <pc:sldLayoutChg chg="new del replId">
          <pc:chgData name="Minh Đình" userId="836bd1e508d52677" providerId="LiveId" clId="{D8269AC2-045B-4BFC-9DC1-EDF9052473DB}" dt="2024-05-21T15:05:26.091" v="3" actId="6938"/>
          <pc:sldLayoutMkLst>
            <pc:docMk/>
            <pc:sldMasterMk cId="2978924479" sldId="2147483660"/>
            <pc:sldLayoutMk cId="3681018290" sldId="2147483663"/>
          </pc:sldLayoutMkLst>
        </pc:sldLayoutChg>
        <pc:sldLayoutChg chg="new del replId">
          <pc:chgData name="Minh Đình" userId="836bd1e508d52677" providerId="LiveId" clId="{D8269AC2-045B-4BFC-9DC1-EDF9052473DB}" dt="2024-05-21T15:05:26.091" v="3" actId="6938"/>
          <pc:sldLayoutMkLst>
            <pc:docMk/>
            <pc:sldMasterMk cId="2978924479" sldId="2147483660"/>
            <pc:sldLayoutMk cId="1639210604" sldId="2147483664"/>
          </pc:sldLayoutMkLst>
        </pc:sldLayoutChg>
        <pc:sldLayoutChg chg="new del replId">
          <pc:chgData name="Minh Đình" userId="836bd1e508d52677" providerId="LiveId" clId="{D8269AC2-045B-4BFC-9DC1-EDF9052473DB}" dt="2024-05-21T15:05:26.091" v="3" actId="6938"/>
          <pc:sldLayoutMkLst>
            <pc:docMk/>
            <pc:sldMasterMk cId="2978924479" sldId="2147483660"/>
            <pc:sldLayoutMk cId="2752334895" sldId="2147483665"/>
          </pc:sldLayoutMkLst>
        </pc:sldLayoutChg>
        <pc:sldLayoutChg chg="new del replId">
          <pc:chgData name="Minh Đình" userId="836bd1e508d52677" providerId="LiveId" clId="{D8269AC2-045B-4BFC-9DC1-EDF9052473DB}" dt="2024-05-21T15:05:26.091" v="3" actId="6938"/>
          <pc:sldLayoutMkLst>
            <pc:docMk/>
            <pc:sldMasterMk cId="2978924479" sldId="2147483660"/>
            <pc:sldLayoutMk cId="3627391385" sldId="2147483666"/>
          </pc:sldLayoutMkLst>
        </pc:sldLayoutChg>
        <pc:sldLayoutChg chg="new del replId">
          <pc:chgData name="Minh Đình" userId="836bd1e508d52677" providerId="LiveId" clId="{D8269AC2-045B-4BFC-9DC1-EDF9052473DB}" dt="2024-05-21T15:05:26.091" v="3" actId="6938"/>
          <pc:sldLayoutMkLst>
            <pc:docMk/>
            <pc:sldMasterMk cId="2978924479" sldId="2147483660"/>
            <pc:sldLayoutMk cId="2131078976" sldId="2147483667"/>
          </pc:sldLayoutMkLst>
        </pc:sldLayoutChg>
        <pc:sldLayoutChg chg="new del replId">
          <pc:chgData name="Minh Đình" userId="836bd1e508d52677" providerId="LiveId" clId="{D8269AC2-045B-4BFC-9DC1-EDF9052473DB}" dt="2024-05-21T15:05:26.091" v="3" actId="6938"/>
          <pc:sldLayoutMkLst>
            <pc:docMk/>
            <pc:sldMasterMk cId="2978924479" sldId="2147483660"/>
            <pc:sldLayoutMk cId="3577487748" sldId="2147483668"/>
          </pc:sldLayoutMkLst>
        </pc:sldLayoutChg>
        <pc:sldLayoutChg chg="new del replId">
          <pc:chgData name="Minh Đình" userId="836bd1e508d52677" providerId="LiveId" clId="{D8269AC2-045B-4BFC-9DC1-EDF9052473DB}" dt="2024-05-21T15:05:26.091" v="3" actId="6938"/>
          <pc:sldLayoutMkLst>
            <pc:docMk/>
            <pc:sldMasterMk cId="2978924479" sldId="2147483660"/>
            <pc:sldLayoutMk cId="3268048231" sldId="2147483669"/>
          </pc:sldLayoutMkLst>
        </pc:sldLayoutChg>
        <pc:sldLayoutChg chg="new del replId">
          <pc:chgData name="Minh Đình" userId="836bd1e508d52677" providerId="LiveId" clId="{D8269AC2-045B-4BFC-9DC1-EDF9052473DB}" dt="2024-05-21T15:05:26.091" v="3" actId="6938"/>
          <pc:sldLayoutMkLst>
            <pc:docMk/>
            <pc:sldMasterMk cId="2978924479" sldId="2147483660"/>
            <pc:sldLayoutMk cId="404001556" sldId="2147483670"/>
          </pc:sldLayoutMkLst>
        </pc:sldLayoutChg>
        <pc:sldLayoutChg chg="new del replId">
          <pc:chgData name="Minh Đình" userId="836bd1e508d52677" providerId="LiveId" clId="{D8269AC2-045B-4BFC-9DC1-EDF9052473DB}" dt="2024-05-21T15:05:26.091" v="3" actId="6938"/>
          <pc:sldLayoutMkLst>
            <pc:docMk/>
            <pc:sldMasterMk cId="2978924479" sldId="2147483660"/>
            <pc:sldLayoutMk cId="4264046280" sldId="2147483671"/>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C5D22D5-67AE-7373-3230-81048FB4486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97705D38-0F62-0034-3F24-4F1677BDE9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3A5B708-785D-4B6B-AB00-E10C3916B9DB}" type="datetimeFigureOut">
              <a:rPr lang="en-US" smtClean="0"/>
              <a:t>24-Feb-25</a:t>
            </a:fld>
            <a:endParaRPr lang="en-US"/>
          </a:p>
        </p:txBody>
      </p:sp>
      <p:sp>
        <p:nvSpPr>
          <p:cNvPr id="4" name="Footer Placeholder 3">
            <a:extLst>
              <a:ext uri="{FF2B5EF4-FFF2-40B4-BE49-F238E27FC236}">
                <a16:creationId xmlns:a16="http://schemas.microsoft.com/office/drawing/2014/main" id="{C9900F23-6376-CA9C-7E2B-3F022725B37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CE9A43DE-DA26-71B0-0302-7DA460CC9A6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78E7808-D9F7-45E6-B583-B52021C182BB}" type="slidenum">
              <a:rPr lang="en-US" smtClean="0"/>
              <a:t>‹#›</a:t>
            </a:fld>
            <a:endParaRPr lang="en-US"/>
          </a:p>
        </p:txBody>
      </p:sp>
    </p:spTree>
    <p:extLst>
      <p:ext uri="{BB962C8B-B14F-4D97-AF65-F5344CB8AC3E}">
        <p14:creationId xmlns:p14="http://schemas.microsoft.com/office/powerpoint/2010/main" val="369664667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D1BC5C2-1317-4FA4-A81F-0011D2E940A6}" type="datetimeFigureOut">
              <a:rPr lang="en-US" smtClean="0"/>
              <a:t>24-Feb-25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E9B1F58-AC68-46E8-808A-40B5D90CA113}" type="slidenum">
              <a:rPr lang="en-US" smtClean="0"/>
              <a:t>‹#›</a:t>
            </a:fld>
            <a:endParaRPr lang="en-US"/>
          </a:p>
        </p:txBody>
      </p:sp>
    </p:spTree>
    <p:extLst>
      <p:ext uri="{BB962C8B-B14F-4D97-AF65-F5344CB8AC3E}">
        <p14:creationId xmlns:p14="http://schemas.microsoft.com/office/powerpoint/2010/main" val="15516977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5"/>
          </p:nvPr>
        </p:nvSpPr>
        <p:spPr/>
        <p:txBody>
          <a:bodyPr/>
          <a:lstStyle/>
          <a:p>
            <a:fld id="{7E9B1F58-AC68-46E8-808A-40B5D90CA113}" type="slidenum">
              <a:rPr lang="en-US" smtClean="0"/>
              <a:t>1</a:t>
            </a:fld>
            <a:endParaRPr lang="en-US"/>
          </a:p>
        </p:txBody>
      </p:sp>
    </p:spTree>
    <p:extLst>
      <p:ext uri="{BB962C8B-B14F-4D97-AF65-F5344CB8AC3E}">
        <p14:creationId xmlns:p14="http://schemas.microsoft.com/office/powerpoint/2010/main" val="37856767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19545E-0970-2D38-18CB-3132F4A176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7ECC98-61B8-CE46-D5B8-01EFC7F51A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DACAD7-6078-31D7-FC88-E452C94F8E2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7E370B5-FCC8-B73C-38B9-EFAFFBC25C90}"/>
              </a:ext>
            </a:extLst>
          </p:cNvPr>
          <p:cNvSpPr>
            <a:spLocks noGrp="1"/>
          </p:cNvSpPr>
          <p:nvPr>
            <p:ph type="sldNum" sz="quarter" idx="5"/>
          </p:nvPr>
        </p:nvSpPr>
        <p:spPr/>
        <p:txBody>
          <a:bodyPr/>
          <a:lstStyle/>
          <a:p>
            <a:fld id="{7E9B1F58-AC68-46E8-808A-40B5D90CA113}" type="slidenum">
              <a:rPr lang="en-US" smtClean="0"/>
              <a:t>2</a:t>
            </a:fld>
            <a:endParaRPr lang="en-US"/>
          </a:p>
        </p:txBody>
      </p:sp>
    </p:spTree>
    <p:extLst>
      <p:ext uri="{BB962C8B-B14F-4D97-AF65-F5344CB8AC3E}">
        <p14:creationId xmlns:p14="http://schemas.microsoft.com/office/powerpoint/2010/main" val="21087530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8C0E96-0710-2ACB-A975-D5D2099D55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A9C3D6-A57F-AFE7-3A24-701B0DBD31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B516EA-CD2A-9571-1B22-7E62B4F786E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448ED61-0247-84EE-AAD7-618A252F8400}"/>
              </a:ext>
            </a:extLst>
          </p:cNvPr>
          <p:cNvSpPr>
            <a:spLocks noGrp="1"/>
          </p:cNvSpPr>
          <p:nvPr>
            <p:ph type="sldNum" sz="quarter" idx="5"/>
          </p:nvPr>
        </p:nvSpPr>
        <p:spPr/>
        <p:txBody>
          <a:bodyPr/>
          <a:lstStyle/>
          <a:p>
            <a:fld id="{7E9B1F58-AC68-46E8-808A-40B5D90CA113}" type="slidenum">
              <a:rPr lang="en-US" smtClean="0"/>
              <a:t>3</a:t>
            </a:fld>
            <a:endParaRPr lang="en-US"/>
          </a:p>
        </p:txBody>
      </p:sp>
    </p:spTree>
    <p:extLst>
      <p:ext uri="{BB962C8B-B14F-4D97-AF65-F5344CB8AC3E}">
        <p14:creationId xmlns:p14="http://schemas.microsoft.com/office/powerpoint/2010/main" val="31310638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B85B0C-CA04-7F91-5A29-8E12E42052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4E920C-57DF-CFC8-3DD5-357A460220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84EE63-2107-1D23-C411-6874F9DBE9E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E60C7BD-C549-9155-D6D8-2826D7C0DD9B}"/>
              </a:ext>
            </a:extLst>
          </p:cNvPr>
          <p:cNvSpPr>
            <a:spLocks noGrp="1"/>
          </p:cNvSpPr>
          <p:nvPr>
            <p:ph type="sldNum" sz="quarter" idx="5"/>
          </p:nvPr>
        </p:nvSpPr>
        <p:spPr/>
        <p:txBody>
          <a:bodyPr/>
          <a:lstStyle/>
          <a:p>
            <a:fld id="{7E9B1F58-AC68-46E8-808A-40B5D90CA113}" type="slidenum">
              <a:rPr lang="en-US" smtClean="0"/>
              <a:t>4</a:t>
            </a:fld>
            <a:endParaRPr lang="en-US"/>
          </a:p>
        </p:txBody>
      </p:sp>
    </p:spTree>
    <p:extLst>
      <p:ext uri="{BB962C8B-B14F-4D97-AF65-F5344CB8AC3E}">
        <p14:creationId xmlns:p14="http://schemas.microsoft.com/office/powerpoint/2010/main" val="38743316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36173B-7A44-4B9E-AC30-6FED207AB6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5FA9CA-2A66-DE05-B845-D8CD27011B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980513-4D0D-6FFF-6D3A-569F75E305C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4AB6345-FF35-CD2F-A729-B86C9190B6ED}"/>
              </a:ext>
            </a:extLst>
          </p:cNvPr>
          <p:cNvSpPr>
            <a:spLocks noGrp="1"/>
          </p:cNvSpPr>
          <p:nvPr>
            <p:ph type="sldNum" sz="quarter" idx="5"/>
          </p:nvPr>
        </p:nvSpPr>
        <p:spPr/>
        <p:txBody>
          <a:bodyPr/>
          <a:lstStyle/>
          <a:p>
            <a:fld id="{7E9B1F58-AC68-46E8-808A-40B5D90CA113}" type="slidenum">
              <a:rPr lang="en-US" smtClean="0"/>
              <a:t>5</a:t>
            </a:fld>
            <a:endParaRPr lang="en-US"/>
          </a:p>
        </p:txBody>
      </p:sp>
    </p:spTree>
    <p:extLst>
      <p:ext uri="{BB962C8B-B14F-4D97-AF65-F5344CB8AC3E}">
        <p14:creationId xmlns:p14="http://schemas.microsoft.com/office/powerpoint/2010/main" val="15523220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D0AF9A-B7F3-E8B6-24E5-573A94A36F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F353B5-21A2-0FD9-C3F6-20F6AA20D7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86D567-6F66-FBC9-4F80-66BB1260E8F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0966062-E749-8ADC-874D-009BDA8977FD}"/>
              </a:ext>
            </a:extLst>
          </p:cNvPr>
          <p:cNvSpPr>
            <a:spLocks noGrp="1"/>
          </p:cNvSpPr>
          <p:nvPr>
            <p:ph type="sldNum" sz="quarter" idx="5"/>
          </p:nvPr>
        </p:nvSpPr>
        <p:spPr/>
        <p:txBody>
          <a:bodyPr/>
          <a:lstStyle/>
          <a:p>
            <a:fld id="{7E9B1F58-AC68-46E8-808A-40B5D90CA113}" type="slidenum">
              <a:rPr lang="en-US" smtClean="0"/>
              <a:t>6</a:t>
            </a:fld>
            <a:endParaRPr lang="en-US"/>
          </a:p>
        </p:txBody>
      </p:sp>
    </p:spTree>
    <p:extLst>
      <p:ext uri="{BB962C8B-B14F-4D97-AF65-F5344CB8AC3E}">
        <p14:creationId xmlns:p14="http://schemas.microsoft.com/office/powerpoint/2010/main" val="20592680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21E7B3-46B7-FDB9-8233-D812556E70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848A90-3E99-B336-9F80-F8D67B4826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F22622-DE88-7448-15A2-4F3AC8B565A1}"/>
              </a:ext>
            </a:extLst>
          </p:cNvPr>
          <p:cNvSpPr>
            <a:spLocks noGrp="1"/>
          </p:cNvSpPr>
          <p:nvPr>
            <p:ph type="body" idx="1"/>
          </p:nvPr>
        </p:nvSpPr>
        <p:spPr/>
        <p:txBody>
          <a:bodyPr/>
          <a:lstStyle/>
          <a:p>
            <a:pPr marL="0" marR="0">
              <a:lnSpc>
                <a:spcPct val="115000"/>
              </a:lnSpc>
            </a:pPr>
            <a:endParaRPr lang="en-US" dirty="0"/>
          </a:p>
        </p:txBody>
      </p:sp>
      <p:sp>
        <p:nvSpPr>
          <p:cNvPr id="4" name="Slide Number Placeholder 3">
            <a:extLst>
              <a:ext uri="{FF2B5EF4-FFF2-40B4-BE49-F238E27FC236}">
                <a16:creationId xmlns:a16="http://schemas.microsoft.com/office/drawing/2014/main" id="{0626245D-C170-DED8-8BAB-4AA9BD07F874}"/>
              </a:ext>
            </a:extLst>
          </p:cNvPr>
          <p:cNvSpPr>
            <a:spLocks noGrp="1"/>
          </p:cNvSpPr>
          <p:nvPr>
            <p:ph type="sldNum" sz="quarter" idx="5"/>
          </p:nvPr>
        </p:nvSpPr>
        <p:spPr/>
        <p:txBody>
          <a:bodyPr/>
          <a:lstStyle/>
          <a:p>
            <a:fld id="{7E9B1F58-AC68-46E8-808A-40B5D90CA113}" type="slidenum">
              <a:rPr lang="en-US" smtClean="0"/>
              <a:t>7</a:t>
            </a:fld>
            <a:endParaRPr lang="en-US"/>
          </a:p>
        </p:txBody>
      </p:sp>
    </p:spTree>
    <p:extLst>
      <p:ext uri="{BB962C8B-B14F-4D97-AF65-F5344CB8AC3E}">
        <p14:creationId xmlns:p14="http://schemas.microsoft.com/office/powerpoint/2010/main" val="15225135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92354E-0D29-9902-6D62-338C3AD9EA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CF307D-2F39-7B62-10A8-B8B9AE9337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D69C2A-D394-28B9-3E2E-2EC1D84F3BA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0AD26B9-EE3E-70EC-8055-F1E220D8481D}"/>
              </a:ext>
            </a:extLst>
          </p:cNvPr>
          <p:cNvSpPr>
            <a:spLocks noGrp="1"/>
          </p:cNvSpPr>
          <p:nvPr>
            <p:ph type="sldNum" sz="quarter" idx="5"/>
          </p:nvPr>
        </p:nvSpPr>
        <p:spPr/>
        <p:txBody>
          <a:bodyPr/>
          <a:lstStyle/>
          <a:p>
            <a:fld id="{7E9B1F58-AC68-46E8-808A-40B5D90CA113}" type="slidenum">
              <a:rPr lang="en-US" smtClean="0"/>
              <a:t>8</a:t>
            </a:fld>
            <a:endParaRPr lang="en-US"/>
          </a:p>
        </p:txBody>
      </p:sp>
    </p:spTree>
    <p:extLst>
      <p:ext uri="{BB962C8B-B14F-4D97-AF65-F5344CB8AC3E}">
        <p14:creationId xmlns:p14="http://schemas.microsoft.com/office/powerpoint/2010/main" val="3560814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8F90C7-CAC0-8249-0E41-1646A335E7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1A9CA4-5B40-2097-7EAF-76B4C756B6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A7FC8D-FB85-40AE-6A2B-B8F1A4AD5C1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55E0F02-B42F-1785-DD6C-9F84E9A1F11A}"/>
              </a:ext>
            </a:extLst>
          </p:cNvPr>
          <p:cNvSpPr>
            <a:spLocks noGrp="1"/>
          </p:cNvSpPr>
          <p:nvPr>
            <p:ph type="sldNum" sz="quarter" idx="5"/>
          </p:nvPr>
        </p:nvSpPr>
        <p:spPr/>
        <p:txBody>
          <a:bodyPr/>
          <a:lstStyle/>
          <a:p>
            <a:fld id="{7E9B1F58-AC68-46E8-808A-40B5D90CA113}" type="slidenum">
              <a:rPr lang="en-US" smtClean="0"/>
              <a:t>9</a:t>
            </a:fld>
            <a:endParaRPr lang="en-US"/>
          </a:p>
        </p:txBody>
      </p:sp>
    </p:spTree>
    <p:extLst>
      <p:ext uri="{BB962C8B-B14F-4D97-AF65-F5344CB8AC3E}">
        <p14:creationId xmlns:p14="http://schemas.microsoft.com/office/powerpoint/2010/main" val="36846350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AAE4D6-3E82-B181-B1E6-3190056B77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A281A6-DEE6-C79D-CD13-86E10D57BB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0482D3-AA46-9132-8135-5EB8F2BCAAE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D2F3319-2B94-37B2-3B75-9019042A75D0}"/>
              </a:ext>
            </a:extLst>
          </p:cNvPr>
          <p:cNvSpPr>
            <a:spLocks noGrp="1"/>
          </p:cNvSpPr>
          <p:nvPr>
            <p:ph type="sldNum" sz="quarter" idx="5"/>
          </p:nvPr>
        </p:nvSpPr>
        <p:spPr/>
        <p:txBody>
          <a:bodyPr/>
          <a:lstStyle/>
          <a:p>
            <a:fld id="{7E9B1F58-AC68-46E8-808A-40B5D90CA113}" type="slidenum">
              <a:rPr lang="en-US" smtClean="0"/>
              <a:t>10</a:t>
            </a:fld>
            <a:endParaRPr lang="en-US"/>
          </a:p>
        </p:txBody>
      </p:sp>
    </p:spTree>
    <p:extLst>
      <p:ext uri="{BB962C8B-B14F-4D97-AF65-F5344CB8AC3E}">
        <p14:creationId xmlns:p14="http://schemas.microsoft.com/office/powerpoint/2010/main" val="26909984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B49D07-207F-B28B-6F47-B630E48A8D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012DEE-38ED-4360-2C2A-45A2FFBDE0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80DFBC-39E8-1136-EE02-AE3462E5F3F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E8404A9-3E16-5AC0-A32F-9C6B274C1A80}"/>
              </a:ext>
            </a:extLst>
          </p:cNvPr>
          <p:cNvSpPr>
            <a:spLocks noGrp="1"/>
          </p:cNvSpPr>
          <p:nvPr>
            <p:ph type="sldNum" sz="quarter" idx="5"/>
          </p:nvPr>
        </p:nvSpPr>
        <p:spPr/>
        <p:txBody>
          <a:bodyPr/>
          <a:lstStyle/>
          <a:p>
            <a:fld id="{7E9B1F58-AC68-46E8-808A-40B5D90CA113}" type="slidenum">
              <a:rPr lang="en-US" smtClean="0"/>
              <a:t>11</a:t>
            </a:fld>
            <a:endParaRPr lang="en-US"/>
          </a:p>
        </p:txBody>
      </p:sp>
    </p:spTree>
    <p:extLst>
      <p:ext uri="{BB962C8B-B14F-4D97-AF65-F5344CB8AC3E}">
        <p14:creationId xmlns:p14="http://schemas.microsoft.com/office/powerpoint/2010/main" val="15467449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734ACC-DF25-45DB-AB0A-1A9047C23A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6F366E-4718-3579-9F68-86ADE87FAE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E7C9E0-DF0F-B9FA-4B54-094818C024E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3013E69-2D6E-A572-4A45-C39EEFE4B068}"/>
              </a:ext>
            </a:extLst>
          </p:cNvPr>
          <p:cNvSpPr>
            <a:spLocks noGrp="1"/>
          </p:cNvSpPr>
          <p:nvPr>
            <p:ph type="sldNum" sz="quarter" idx="5"/>
          </p:nvPr>
        </p:nvSpPr>
        <p:spPr/>
        <p:txBody>
          <a:bodyPr/>
          <a:lstStyle/>
          <a:p>
            <a:fld id="{7E9B1F58-AC68-46E8-808A-40B5D90CA113}" type="slidenum">
              <a:rPr lang="en-US" smtClean="0"/>
              <a:t>12</a:t>
            </a:fld>
            <a:endParaRPr lang="en-US"/>
          </a:p>
        </p:txBody>
      </p:sp>
    </p:spTree>
    <p:extLst>
      <p:ext uri="{BB962C8B-B14F-4D97-AF65-F5344CB8AC3E}">
        <p14:creationId xmlns:p14="http://schemas.microsoft.com/office/powerpoint/2010/main" val="28031114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B7BDE0-BD7E-49EF-2F54-54BAD214BF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4F1F47-25C7-D3D3-374B-5020010D12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95C974-6830-0501-E5C3-CF4742DAE6D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E5DDAB3-DBE8-99BC-4760-B650F73DDAB5}"/>
              </a:ext>
            </a:extLst>
          </p:cNvPr>
          <p:cNvSpPr>
            <a:spLocks noGrp="1"/>
          </p:cNvSpPr>
          <p:nvPr>
            <p:ph type="sldNum" sz="quarter" idx="5"/>
          </p:nvPr>
        </p:nvSpPr>
        <p:spPr/>
        <p:txBody>
          <a:bodyPr/>
          <a:lstStyle/>
          <a:p>
            <a:fld id="{7E9B1F58-AC68-46E8-808A-40B5D90CA113}" type="slidenum">
              <a:rPr lang="en-US" smtClean="0"/>
              <a:t>13</a:t>
            </a:fld>
            <a:endParaRPr lang="en-US"/>
          </a:p>
        </p:txBody>
      </p:sp>
    </p:spTree>
    <p:extLst>
      <p:ext uri="{BB962C8B-B14F-4D97-AF65-F5344CB8AC3E}">
        <p14:creationId xmlns:p14="http://schemas.microsoft.com/office/powerpoint/2010/main" val="16619251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E40CCB-1AA1-8870-585B-8DDB3CA151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3F9222-50B4-0DE2-C05D-D2B7CB1350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5C1E38-8839-D959-0172-B01EE286725D}"/>
              </a:ext>
            </a:extLst>
          </p:cNvPr>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C0D0CCDC-056C-AEA1-6883-1FE9BEF88D75}"/>
              </a:ext>
            </a:extLst>
          </p:cNvPr>
          <p:cNvSpPr>
            <a:spLocks noGrp="1"/>
          </p:cNvSpPr>
          <p:nvPr>
            <p:ph type="sldNum" sz="quarter" idx="5"/>
          </p:nvPr>
        </p:nvSpPr>
        <p:spPr/>
        <p:txBody>
          <a:bodyPr/>
          <a:lstStyle/>
          <a:p>
            <a:fld id="{7E9B1F58-AC68-46E8-808A-40B5D90CA113}" type="slidenum">
              <a:rPr lang="en-US" smtClean="0"/>
              <a:t>14</a:t>
            </a:fld>
            <a:endParaRPr lang="en-US"/>
          </a:p>
        </p:txBody>
      </p:sp>
    </p:spTree>
    <p:extLst>
      <p:ext uri="{BB962C8B-B14F-4D97-AF65-F5344CB8AC3E}">
        <p14:creationId xmlns:p14="http://schemas.microsoft.com/office/powerpoint/2010/main" val="40997432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E3DEC9-DCC2-9A59-2D2B-36E84ABA65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7F30C3-A456-5DF5-539F-E17FC70BE2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10B436-E967-9BC9-55F5-2F555994084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EEE295A-6B60-246B-4A9A-E7A99C7CFDAF}"/>
              </a:ext>
            </a:extLst>
          </p:cNvPr>
          <p:cNvSpPr>
            <a:spLocks noGrp="1"/>
          </p:cNvSpPr>
          <p:nvPr>
            <p:ph type="sldNum" sz="quarter" idx="5"/>
          </p:nvPr>
        </p:nvSpPr>
        <p:spPr/>
        <p:txBody>
          <a:bodyPr/>
          <a:lstStyle/>
          <a:p>
            <a:fld id="{7E9B1F58-AC68-46E8-808A-40B5D90CA113}" type="slidenum">
              <a:rPr lang="en-US" smtClean="0"/>
              <a:t>15</a:t>
            </a:fld>
            <a:endParaRPr lang="en-US"/>
          </a:p>
        </p:txBody>
      </p:sp>
    </p:spTree>
    <p:extLst>
      <p:ext uri="{BB962C8B-B14F-4D97-AF65-F5344CB8AC3E}">
        <p14:creationId xmlns:p14="http://schemas.microsoft.com/office/powerpoint/2010/main" val="4649356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685909-CF08-DCA8-C5A6-3946FDAA8B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FE7C9B-8E89-C1D6-4CA0-7B77AE7A4B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809519-739A-1FA5-9193-CD0A45CA236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3A5A673-28E6-039F-AA0B-54A5B688040A}"/>
              </a:ext>
            </a:extLst>
          </p:cNvPr>
          <p:cNvSpPr>
            <a:spLocks noGrp="1"/>
          </p:cNvSpPr>
          <p:nvPr>
            <p:ph type="sldNum" sz="quarter" idx="5"/>
          </p:nvPr>
        </p:nvSpPr>
        <p:spPr/>
        <p:txBody>
          <a:bodyPr/>
          <a:lstStyle/>
          <a:p>
            <a:fld id="{7E9B1F58-AC68-46E8-808A-40B5D90CA113}" type="slidenum">
              <a:rPr lang="en-US" smtClean="0"/>
              <a:t>16</a:t>
            </a:fld>
            <a:endParaRPr lang="en-US"/>
          </a:p>
        </p:txBody>
      </p:sp>
    </p:spTree>
    <p:extLst>
      <p:ext uri="{BB962C8B-B14F-4D97-AF65-F5344CB8AC3E}">
        <p14:creationId xmlns:p14="http://schemas.microsoft.com/office/powerpoint/2010/main" val="419377824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08A526-8C42-E48D-68BA-1CCE190A35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714CA6-0A15-A709-B47F-97D0F9F633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C080C7-D612-4757-6042-779CA78B38F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B2ABB8B-5DD3-3047-598E-03D98FF0D7BE}"/>
              </a:ext>
            </a:extLst>
          </p:cNvPr>
          <p:cNvSpPr>
            <a:spLocks noGrp="1"/>
          </p:cNvSpPr>
          <p:nvPr>
            <p:ph type="sldNum" sz="quarter" idx="5"/>
          </p:nvPr>
        </p:nvSpPr>
        <p:spPr/>
        <p:txBody>
          <a:bodyPr/>
          <a:lstStyle/>
          <a:p>
            <a:fld id="{7E9B1F58-AC68-46E8-808A-40B5D90CA113}" type="slidenum">
              <a:rPr lang="en-US" smtClean="0"/>
              <a:t>17</a:t>
            </a:fld>
            <a:endParaRPr lang="en-US"/>
          </a:p>
        </p:txBody>
      </p:sp>
    </p:spTree>
    <p:extLst>
      <p:ext uri="{BB962C8B-B14F-4D97-AF65-F5344CB8AC3E}">
        <p14:creationId xmlns:p14="http://schemas.microsoft.com/office/powerpoint/2010/main" val="423849666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E5A0B7-F6EB-B562-A48A-46FAA3E561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D9FCE4-C04A-A997-DA76-C2E1245908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9E5C01-1452-3001-4546-2A6C316179C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F60F91A-8074-49E6-69C0-9C77763E1EE3}"/>
              </a:ext>
            </a:extLst>
          </p:cNvPr>
          <p:cNvSpPr>
            <a:spLocks noGrp="1"/>
          </p:cNvSpPr>
          <p:nvPr>
            <p:ph type="sldNum" sz="quarter" idx="5"/>
          </p:nvPr>
        </p:nvSpPr>
        <p:spPr/>
        <p:txBody>
          <a:bodyPr/>
          <a:lstStyle/>
          <a:p>
            <a:fld id="{7E9B1F58-AC68-46E8-808A-40B5D90CA113}" type="slidenum">
              <a:rPr lang="en-US" smtClean="0"/>
              <a:t>18</a:t>
            </a:fld>
            <a:endParaRPr lang="en-US"/>
          </a:p>
        </p:txBody>
      </p:sp>
    </p:spTree>
    <p:extLst>
      <p:ext uri="{BB962C8B-B14F-4D97-AF65-F5344CB8AC3E}">
        <p14:creationId xmlns:p14="http://schemas.microsoft.com/office/powerpoint/2010/main" val="32115447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F648D3-DD7C-9A02-5750-282770CEA9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E7AE0F-D7E5-D2D7-B5E4-DF19EFFDD8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DBA774-ABA5-E5E9-D2C7-58E1C60DA55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9299473-72BE-0015-4059-37DCF6136E28}"/>
              </a:ext>
            </a:extLst>
          </p:cNvPr>
          <p:cNvSpPr>
            <a:spLocks noGrp="1"/>
          </p:cNvSpPr>
          <p:nvPr>
            <p:ph type="sldNum" sz="quarter" idx="5"/>
          </p:nvPr>
        </p:nvSpPr>
        <p:spPr/>
        <p:txBody>
          <a:bodyPr/>
          <a:lstStyle/>
          <a:p>
            <a:fld id="{7E9B1F58-AC68-46E8-808A-40B5D90CA113}" type="slidenum">
              <a:rPr lang="en-US" smtClean="0"/>
              <a:t>19</a:t>
            </a:fld>
            <a:endParaRPr lang="en-US"/>
          </a:p>
        </p:txBody>
      </p:sp>
    </p:spTree>
    <p:extLst>
      <p:ext uri="{BB962C8B-B14F-4D97-AF65-F5344CB8AC3E}">
        <p14:creationId xmlns:p14="http://schemas.microsoft.com/office/powerpoint/2010/main" val="86229896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7D6139-E7CB-C9FC-29DA-D794E9C96F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4CACA9-CF06-D73F-B268-F0692E1841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26E740-BF21-F3F1-A8A8-3826CE7FFA0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0D22E70-D8A7-CB86-CB34-9B5CD8C8DAFF}"/>
              </a:ext>
            </a:extLst>
          </p:cNvPr>
          <p:cNvSpPr>
            <a:spLocks noGrp="1"/>
          </p:cNvSpPr>
          <p:nvPr>
            <p:ph type="sldNum" sz="quarter" idx="5"/>
          </p:nvPr>
        </p:nvSpPr>
        <p:spPr/>
        <p:txBody>
          <a:bodyPr/>
          <a:lstStyle/>
          <a:p>
            <a:fld id="{7E9B1F58-AC68-46E8-808A-40B5D90CA113}" type="slidenum">
              <a:rPr lang="en-US" smtClean="0"/>
              <a:t>20</a:t>
            </a:fld>
            <a:endParaRPr lang="en-US"/>
          </a:p>
        </p:txBody>
      </p:sp>
    </p:spTree>
    <p:extLst>
      <p:ext uri="{BB962C8B-B14F-4D97-AF65-F5344CB8AC3E}">
        <p14:creationId xmlns:p14="http://schemas.microsoft.com/office/powerpoint/2010/main" val="11847628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279DE1-21A4-C47D-F85A-F67AB69DA7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F82B95-A355-4C98-62B5-86FFBF1104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968A5-3747-47DF-A8F5-DD26430A510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2F73401-1FDA-B6E7-B3E8-6FCD38DBEADA}"/>
              </a:ext>
            </a:extLst>
          </p:cNvPr>
          <p:cNvSpPr>
            <a:spLocks noGrp="1"/>
          </p:cNvSpPr>
          <p:nvPr>
            <p:ph type="sldNum" sz="quarter" idx="5"/>
          </p:nvPr>
        </p:nvSpPr>
        <p:spPr/>
        <p:txBody>
          <a:bodyPr/>
          <a:lstStyle/>
          <a:p>
            <a:fld id="{7E9B1F58-AC68-46E8-808A-40B5D90CA113}" type="slidenum">
              <a:rPr lang="en-US" smtClean="0"/>
              <a:t>21</a:t>
            </a:fld>
            <a:endParaRPr lang="en-US"/>
          </a:p>
        </p:txBody>
      </p:sp>
    </p:spTree>
    <p:extLst>
      <p:ext uri="{BB962C8B-B14F-4D97-AF65-F5344CB8AC3E}">
        <p14:creationId xmlns:p14="http://schemas.microsoft.com/office/powerpoint/2010/main" val="407928378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F8CF5A-346B-6E0B-7B70-B783E81CD9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B45A2D-78A4-853F-669D-F58EA80AC1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2F3FD3-66E4-E924-BF8B-9071A73653D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FEBBA32-10AC-4C44-B365-340BCCF2251B}"/>
              </a:ext>
            </a:extLst>
          </p:cNvPr>
          <p:cNvSpPr>
            <a:spLocks noGrp="1"/>
          </p:cNvSpPr>
          <p:nvPr>
            <p:ph type="sldNum" sz="quarter" idx="5"/>
          </p:nvPr>
        </p:nvSpPr>
        <p:spPr/>
        <p:txBody>
          <a:bodyPr/>
          <a:lstStyle/>
          <a:p>
            <a:fld id="{7E9B1F58-AC68-46E8-808A-40B5D90CA113}" type="slidenum">
              <a:rPr lang="en-US" smtClean="0"/>
              <a:t>22</a:t>
            </a:fld>
            <a:endParaRPr lang="en-US"/>
          </a:p>
        </p:txBody>
      </p:sp>
    </p:spTree>
    <p:extLst>
      <p:ext uri="{BB962C8B-B14F-4D97-AF65-F5344CB8AC3E}">
        <p14:creationId xmlns:p14="http://schemas.microsoft.com/office/powerpoint/2010/main" val="347130868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01E719-31F7-2F22-70DD-4545B1771D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92B6BF-7560-5A3E-75F7-F3360268D0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CE99DF-38CA-DC71-39E0-F538E465C56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30F3B0A-CF00-1A3A-54B1-291CE320ADA0}"/>
              </a:ext>
            </a:extLst>
          </p:cNvPr>
          <p:cNvSpPr>
            <a:spLocks noGrp="1"/>
          </p:cNvSpPr>
          <p:nvPr>
            <p:ph type="sldNum" sz="quarter" idx="5"/>
          </p:nvPr>
        </p:nvSpPr>
        <p:spPr/>
        <p:txBody>
          <a:bodyPr/>
          <a:lstStyle/>
          <a:p>
            <a:fld id="{7E9B1F58-AC68-46E8-808A-40B5D90CA113}" type="slidenum">
              <a:rPr lang="en-US" smtClean="0"/>
              <a:t>23</a:t>
            </a:fld>
            <a:endParaRPr lang="en-US"/>
          </a:p>
        </p:txBody>
      </p:sp>
    </p:spTree>
    <p:extLst>
      <p:ext uri="{BB962C8B-B14F-4D97-AF65-F5344CB8AC3E}">
        <p14:creationId xmlns:p14="http://schemas.microsoft.com/office/powerpoint/2010/main" val="350724799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32DAB5-39EC-1C1C-3897-7C0E35D968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6A8487-C929-111C-D264-852DA1EC66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CAAED3-BBA0-AB62-7218-C245B4F3BAD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709A22E-B8C2-43B9-F2D2-F52F35D9557C}"/>
              </a:ext>
            </a:extLst>
          </p:cNvPr>
          <p:cNvSpPr>
            <a:spLocks noGrp="1"/>
          </p:cNvSpPr>
          <p:nvPr>
            <p:ph type="sldNum" sz="quarter" idx="5"/>
          </p:nvPr>
        </p:nvSpPr>
        <p:spPr/>
        <p:txBody>
          <a:bodyPr/>
          <a:lstStyle/>
          <a:p>
            <a:fld id="{7E9B1F58-AC68-46E8-808A-40B5D90CA113}" type="slidenum">
              <a:rPr lang="en-US" smtClean="0"/>
              <a:t>24</a:t>
            </a:fld>
            <a:endParaRPr lang="en-US"/>
          </a:p>
        </p:txBody>
      </p:sp>
    </p:spTree>
    <p:extLst>
      <p:ext uri="{BB962C8B-B14F-4D97-AF65-F5344CB8AC3E}">
        <p14:creationId xmlns:p14="http://schemas.microsoft.com/office/powerpoint/2010/main" val="128679274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825EA6-CF07-6ABA-69E2-046ECBFB60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B98BD8-D8B8-D0A5-8914-E1948882D5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3FCDE3-F983-E304-6FEA-9FE8882039F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7AD9C96-CBAE-BAE2-E964-4B237103DEB3}"/>
              </a:ext>
            </a:extLst>
          </p:cNvPr>
          <p:cNvSpPr>
            <a:spLocks noGrp="1"/>
          </p:cNvSpPr>
          <p:nvPr>
            <p:ph type="sldNum" sz="quarter" idx="5"/>
          </p:nvPr>
        </p:nvSpPr>
        <p:spPr/>
        <p:txBody>
          <a:bodyPr/>
          <a:lstStyle/>
          <a:p>
            <a:fld id="{7E9B1F58-AC68-46E8-808A-40B5D90CA113}" type="slidenum">
              <a:rPr lang="en-US" smtClean="0"/>
              <a:t>25</a:t>
            </a:fld>
            <a:endParaRPr lang="en-US"/>
          </a:p>
        </p:txBody>
      </p:sp>
    </p:spTree>
    <p:extLst>
      <p:ext uri="{BB962C8B-B14F-4D97-AF65-F5344CB8AC3E}">
        <p14:creationId xmlns:p14="http://schemas.microsoft.com/office/powerpoint/2010/main" val="67030970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2054E7-A900-7EDE-B5F4-513A1247D0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08D91C-4682-0CAA-2402-3A75B84B00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8A9998-462B-5D9D-3282-0C6FABD1661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F35F5BF-740E-A871-6DF5-7F8F8DFE583C}"/>
              </a:ext>
            </a:extLst>
          </p:cNvPr>
          <p:cNvSpPr>
            <a:spLocks noGrp="1"/>
          </p:cNvSpPr>
          <p:nvPr>
            <p:ph type="sldNum" sz="quarter" idx="5"/>
          </p:nvPr>
        </p:nvSpPr>
        <p:spPr/>
        <p:txBody>
          <a:bodyPr/>
          <a:lstStyle/>
          <a:p>
            <a:fld id="{7E9B1F58-AC68-46E8-808A-40B5D90CA113}" type="slidenum">
              <a:rPr lang="en-US" smtClean="0"/>
              <a:t>26</a:t>
            </a:fld>
            <a:endParaRPr lang="en-US"/>
          </a:p>
        </p:txBody>
      </p:sp>
    </p:spTree>
    <p:extLst>
      <p:ext uri="{BB962C8B-B14F-4D97-AF65-F5344CB8AC3E}">
        <p14:creationId xmlns:p14="http://schemas.microsoft.com/office/powerpoint/2010/main" val="3744119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Ref idx="1002">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85719357"/>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2B6772-2DFA-A0FD-9FD7-AD191D6E71EE}"/>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4176A5E2-45E7-1731-2FF1-5C548149EE86}"/>
              </a:ext>
            </a:extLst>
          </p:cNvPr>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469281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D0E28E-4C72-AC38-6BA7-2DF4BB3768D1}"/>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FB71BED-69FB-F64E-38DC-EA5728390A66}"/>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ACFFB3B-8350-C9B3-3AD6-1152B413B14C}"/>
              </a:ext>
            </a:extLst>
          </p:cNvPr>
          <p:cNvSpPr>
            <a:spLocks noGrp="1"/>
          </p:cNvSpPr>
          <p:nvPr>
            <p:ph type="dt" sz="half" idx="10"/>
          </p:nvPr>
        </p:nvSpPr>
        <p:spPr>
          <a:xfrm>
            <a:off x="838200" y="6356350"/>
            <a:ext cx="2743200" cy="365125"/>
          </a:xfrm>
          <a:prstGeom prst="rect">
            <a:avLst/>
          </a:prstGeom>
        </p:spPr>
        <p:txBody>
          <a:bodyPr/>
          <a:lstStyle/>
          <a:p>
            <a:fld id="{A4EFD87A-B4E0-45F5-814C-D62E9F889C9A}" type="datetimeFigureOut">
              <a:rPr lang="en-US" smtClean="0"/>
              <a:t>24-Feb-25</a:t>
            </a:fld>
            <a:endParaRPr lang="en-US"/>
          </a:p>
        </p:txBody>
      </p:sp>
      <p:sp>
        <p:nvSpPr>
          <p:cNvPr id="5" name="Footer Placeholder 4">
            <a:extLst>
              <a:ext uri="{FF2B5EF4-FFF2-40B4-BE49-F238E27FC236}">
                <a16:creationId xmlns:a16="http://schemas.microsoft.com/office/drawing/2014/main" id="{90420E20-9661-07A1-D628-A34A266B8FA4}"/>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F3929FD2-0772-EC8B-74A5-084CC80D6A36}"/>
              </a:ext>
            </a:extLst>
          </p:cNvPr>
          <p:cNvSpPr>
            <a:spLocks noGrp="1"/>
          </p:cNvSpPr>
          <p:nvPr>
            <p:ph type="sldNum" sz="quarter" idx="12"/>
          </p:nvPr>
        </p:nvSpPr>
        <p:spPr>
          <a:xfrm>
            <a:off x="8375515" y="6356350"/>
            <a:ext cx="2978285" cy="365125"/>
          </a:xfrm>
          <a:prstGeom prst="rect">
            <a:avLst/>
          </a:prstGeom>
        </p:spPr>
        <p:txBody>
          <a:bodyPr/>
          <a:lstStyle/>
          <a:p>
            <a:fld id="{D515BB97-5B80-40AC-8334-FFB5728A53E5}" type="slidenum">
              <a:rPr lang="en-US" smtClean="0"/>
              <a:t>‹#›</a:t>
            </a:fld>
            <a:endParaRPr lang="en-US"/>
          </a:p>
        </p:txBody>
      </p:sp>
    </p:spTree>
    <p:extLst>
      <p:ext uri="{BB962C8B-B14F-4D97-AF65-F5344CB8AC3E}">
        <p14:creationId xmlns:p14="http://schemas.microsoft.com/office/powerpoint/2010/main" val="28052866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D560F-5482-58B1-E919-C2B0C54A0EBF}"/>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92758D08-6A58-FF2E-17EB-1D79DD6376AF}"/>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A41D292-79A0-9AFC-AE10-56D6C501845C}"/>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8CB8BC9-0C9E-3AF8-8199-8C98B0B523B5}"/>
              </a:ext>
            </a:extLst>
          </p:cNvPr>
          <p:cNvSpPr>
            <a:spLocks noGrp="1"/>
          </p:cNvSpPr>
          <p:nvPr>
            <p:ph type="dt" sz="half" idx="10"/>
          </p:nvPr>
        </p:nvSpPr>
        <p:spPr>
          <a:xfrm>
            <a:off x="838200" y="6356350"/>
            <a:ext cx="2743200" cy="365125"/>
          </a:xfrm>
          <a:prstGeom prst="rect">
            <a:avLst/>
          </a:prstGeom>
        </p:spPr>
        <p:txBody>
          <a:bodyPr/>
          <a:lstStyle/>
          <a:p>
            <a:fld id="{A4EFD87A-B4E0-45F5-814C-D62E9F889C9A}" type="datetimeFigureOut">
              <a:rPr lang="en-US" smtClean="0"/>
              <a:t>24-Feb-25</a:t>
            </a:fld>
            <a:endParaRPr lang="en-US"/>
          </a:p>
        </p:txBody>
      </p:sp>
      <p:sp>
        <p:nvSpPr>
          <p:cNvPr id="6" name="Footer Placeholder 5">
            <a:extLst>
              <a:ext uri="{FF2B5EF4-FFF2-40B4-BE49-F238E27FC236}">
                <a16:creationId xmlns:a16="http://schemas.microsoft.com/office/drawing/2014/main" id="{AC80D20F-1760-CD05-B479-30D3C1BD588E}"/>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415AD3D2-CC78-0A68-A9B9-81D2F2EE0629}"/>
              </a:ext>
            </a:extLst>
          </p:cNvPr>
          <p:cNvSpPr>
            <a:spLocks noGrp="1"/>
          </p:cNvSpPr>
          <p:nvPr>
            <p:ph type="sldNum" sz="quarter" idx="12"/>
          </p:nvPr>
        </p:nvSpPr>
        <p:spPr>
          <a:xfrm>
            <a:off x="8375515" y="6356350"/>
            <a:ext cx="2978285" cy="365125"/>
          </a:xfrm>
          <a:prstGeom prst="rect">
            <a:avLst/>
          </a:prstGeom>
        </p:spPr>
        <p:txBody>
          <a:bodyPr/>
          <a:lstStyle/>
          <a:p>
            <a:fld id="{D515BB97-5B80-40AC-8334-FFB5728A53E5}" type="slidenum">
              <a:rPr lang="en-US" smtClean="0"/>
              <a:t>‹#›</a:t>
            </a:fld>
            <a:endParaRPr lang="en-US"/>
          </a:p>
        </p:txBody>
      </p:sp>
    </p:spTree>
    <p:extLst>
      <p:ext uri="{BB962C8B-B14F-4D97-AF65-F5344CB8AC3E}">
        <p14:creationId xmlns:p14="http://schemas.microsoft.com/office/powerpoint/2010/main" val="40712070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2F6685-CD1B-734F-8659-3A0801A4C0E1}"/>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46DF79B5-5C83-B613-D7F9-76E189864357}"/>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2C9887B-5786-6285-54A6-355421D44BA6}"/>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D3DE4EB-524D-AA6A-D606-4294973D995D}"/>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DC8AAC1-65B6-F623-82A5-3175AA9761B0}"/>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CBC4AB0-9866-9475-19CC-1179BEE4A139}"/>
              </a:ext>
            </a:extLst>
          </p:cNvPr>
          <p:cNvSpPr>
            <a:spLocks noGrp="1"/>
          </p:cNvSpPr>
          <p:nvPr>
            <p:ph type="dt" sz="half" idx="10"/>
          </p:nvPr>
        </p:nvSpPr>
        <p:spPr>
          <a:xfrm>
            <a:off x="838200" y="6356350"/>
            <a:ext cx="2743200" cy="365125"/>
          </a:xfrm>
          <a:prstGeom prst="rect">
            <a:avLst/>
          </a:prstGeom>
        </p:spPr>
        <p:txBody>
          <a:bodyPr/>
          <a:lstStyle/>
          <a:p>
            <a:fld id="{A4EFD87A-B4E0-45F5-814C-D62E9F889C9A}" type="datetimeFigureOut">
              <a:rPr lang="en-US" smtClean="0"/>
              <a:t>24-Feb-25</a:t>
            </a:fld>
            <a:endParaRPr lang="en-US"/>
          </a:p>
        </p:txBody>
      </p:sp>
      <p:sp>
        <p:nvSpPr>
          <p:cNvPr id="8" name="Footer Placeholder 7">
            <a:extLst>
              <a:ext uri="{FF2B5EF4-FFF2-40B4-BE49-F238E27FC236}">
                <a16:creationId xmlns:a16="http://schemas.microsoft.com/office/drawing/2014/main" id="{805D1CC9-DCD4-79CE-2497-69F3DF0F9678}"/>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4382F4CD-8285-508E-2B45-F5B2C9A5B383}"/>
              </a:ext>
            </a:extLst>
          </p:cNvPr>
          <p:cNvSpPr>
            <a:spLocks noGrp="1"/>
          </p:cNvSpPr>
          <p:nvPr>
            <p:ph type="sldNum" sz="quarter" idx="12"/>
          </p:nvPr>
        </p:nvSpPr>
        <p:spPr>
          <a:xfrm>
            <a:off x="8375515" y="6356350"/>
            <a:ext cx="2978285" cy="365125"/>
          </a:xfrm>
          <a:prstGeom prst="rect">
            <a:avLst/>
          </a:prstGeom>
        </p:spPr>
        <p:txBody>
          <a:bodyPr/>
          <a:lstStyle/>
          <a:p>
            <a:fld id="{D515BB97-5B80-40AC-8334-FFB5728A53E5}" type="slidenum">
              <a:rPr lang="en-US" smtClean="0"/>
              <a:t>‹#›</a:t>
            </a:fld>
            <a:endParaRPr lang="en-US"/>
          </a:p>
        </p:txBody>
      </p:sp>
    </p:spTree>
    <p:extLst>
      <p:ext uri="{BB962C8B-B14F-4D97-AF65-F5344CB8AC3E}">
        <p14:creationId xmlns:p14="http://schemas.microsoft.com/office/powerpoint/2010/main" val="30810470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3FF99B-A2F7-186C-0C0F-368C3FD8B1A6}"/>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B247839A-B8B0-83E0-91B6-D426CA4F9755}"/>
              </a:ext>
            </a:extLst>
          </p:cNvPr>
          <p:cNvSpPr>
            <a:spLocks noGrp="1"/>
          </p:cNvSpPr>
          <p:nvPr>
            <p:ph type="dt" sz="half" idx="10"/>
          </p:nvPr>
        </p:nvSpPr>
        <p:spPr>
          <a:xfrm>
            <a:off x="838200" y="6356350"/>
            <a:ext cx="2743200" cy="365125"/>
          </a:xfrm>
          <a:prstGeom prst="rect">
            <a:avLst/>
          </a:prstGeom>
        </p:spPr>
        <p:txBody>
          <a:bodyPr/>
          <a:lstStyle/>
          <a:p>
            <a:fld id="{A4EFD87A-B4E0-45F5-814C-D62E9F889C9A}" type="datetimeFigureOut">
              <a:rPr lang="en-US" smtClean="0"/>
              <a:t>24-Feb-25</a:t>
            </a:fld>
            <a:endParaRPr lang="en-US"/>
          </a:p>
        </p:txBody>
      </p:sp>
      <p:sp>
        <p:nvSpPr>
          <p:cNvPr id="4" name="Footer Placeholder 3">
            <a:extLst>
              <a:ext uri="{FF2B5EF4-FFF2-40B4-BE49-F238E27FC236}">
                <a16:creationId xmlns:a16="http://schemas.microsoft.com/office/drawing/2014/main" id="{523D2850-F287-4343-84AE-94EE97E7D5DD}"/>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609E254B-6C7E-BB86-F627-CF20B347E96C}"/>
              </a:ext>
            </a:extLst>
          </p:cNvPr>
          <p:cNvSpPr>
            <a:spLocks noGrp="1"/>
          </p:cNvSpPr>
          <p:nvPr>
            <p:ph type="sldNum" sz="quarter" idx="12"/>
          </p:nvPr>
        </p:nvSpPr>
        <p:spPr>
          <a:xfrm>
            <a:off x="8375515" y="6356350"/>
            <a:ext cx="2978285" cy="365125"/>
          </a:xfrm>
          <a:prstGeom prst="rect">
            <a:avLst/>
          </a:prstGeom>
        </p:spPr>
        <p:txBody>
          <a:bodyPr/>
          <a:lstStyle/>
          <a:p>
            <a:fld id="{D515BB97-5B80-40AC-8334-FFB5728A53E5}" type="slidenum">
              <a:rPr lang="en-US" smtClean="0"/>
              <a:t>‹#›</a:t>
            </a:fld>
            <a:endParaRPr lang="en-US"/>
          </a:p>
        </p:txBody>
      </p:sp>
    </p:spTree>
    <p:extLst>
      <p:ext uri="{BB962C8B-B14F-4D97-AF65-F5344CB8AC3E}">
        <p14:creationId xmlns:p14="http://schemas.microsoft.com/office/powerpoint/2010/main" val="42491835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245667F-5979-B62B-3C80-D2C01F396928}"/>
              </a:ext>
            </a:extLst>
          </p:cNvPr>
          <p:cNvSpPr>
            <a:spLocks noGrp="1"/>
          </p:cNvSpPr>
          <p:nvPr>
            <p:ph type="dt" sz="half" idx="10"/>
          </p:nvPr>
        </p:nvSpPr>
        <p:spPr>
          <a:xfrm>
            <a:off x="838200" y="6356350"/>
            <a:ext cx="2743200" cy="365125"/>
          </a:xfrm>
          <a:prstGeom prst="rect">
            <a:avLst/>
          </a:prstGeom>
        </p:spPr>
        <p:txBody>
          <a:bodyPr/>
          <a:lstStyle/>
          <a:p>
            <a:fld id="{A4EFD87A-B4E0-45F5-814C-D62E9F889C9A}" type="datetimeFigureOut">
              <a:rPr lang="en-US" smtClean="0"/>
              <a:t>24-Feb-25</a:t>
            </a:fld>
            <a:endParaRPr lang="en-US"/>
          </a:p>
        </p:txBody>
      </p:sp>
      <p:sp>
        <p:nvSpPr>
          <p:cNvPr id="3" name="Footer Placeholder 2">
            <a:extLst>
              <a:ext uri="{FF2B5EF4-FFF2-40B4-BE49-F238E27FC236}">
                <a16:creationId xmlns:a16="http://schemas.microsoft.com/office/drawing/2014/main" id="{70752A54-505D-E10A-AD91-0F1B8DE6C84F}"/>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21C5B76A-9160-3CE7-5569-9FB268749E67}"/>
              </a:ext>
            </a:extLst>
          </p:cNvPr>
          <p:cNvSpPr>
            <a:spLocks noGrp="1"/>
          </p:cNvSpPr>
          <p:nvPr>
            <p:ph type="sldNum" sz="quarter" idx="12"/>
          </p:nvPr>
        </p:nvSpPr>
        <p:spPr>
          <a:xfrm>
            <a:off x="8375515" y="6356350"/>
            <a:ext cx="2978285" cy="365125"/>
          </a:xfrm>
          <a:prstGeom prst="rect">
            <a:avLst/>
          </a:prstGeom>
        </p:spPr>
        <p:txBody>
          <a:bodyPr/>
          <a:lstStyle/>
          <a:p>
            <a:fld id="{D515BB97-5B80-40AC-8334-FFB5728A53E5}" type="slidenum">
              <a:rPr lang="en-US" smtClean="0"/>
              <a:t>‹#›</a:t>
            </a:fld>
            <a:endParaRPr lang="en-US"/>
          </a:p>
        </p:txBody>
      </p:sp>
    </p:spTree>
    <p:extLst>
      <p:ext uri="{BB962C8B-B14F-4D97-AF65-F5344CB8AC3E}">
        <p14:creationId xmlns:p14="http://schemas.microsoft.com/office/powerpoint/2010/main" val="19487136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775D6A-0BD4-9C52-53F0-6B198C46E1F1}"/>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BE23FE7-7FD1-B111-8B41-190C75501D6B}"/>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810E578-D4C1-2F47-429E-B71195DA688A}"/>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85EB8CC-8CA8-32DA-E0B1-57E67FB6A060}"/>
              </a:ext>
            </a:extLst>
          </p:cNvPr>
          <p:cNvSpPr>
            <a:spLocks noGrp="1"/>
          </p:cNvSpPr>
          <p:nvPr>
            <p:ph type="dt" sz="half" idx="10"/>
          </p:nvPr>
        </p:nvSpPr>
        <p:spPr>
          <a:xfrm>
            <a:off x="838200" y="6356350"/>
            <a:ext cx="2743200" cy="365125"/>
          </a:xfrm>
          <a:prstGeom prst="rect">
            <a:avLst/>
          </a:prstGeom>
        </p:spPr>
        <p:txBody>
          <a:bodyPr/>
          <a:lstStyle/>
          <a:p>
            <a:fld id="{A4EFD87A-B4E0-45F5-814C-D62E9F889C9A}" type="datetimeFigureOut">
              <a:rPr lang="en-US" smtClean="0"/>
              <a:t>24-Feb-25</a:t>
            </a:fld>
            <a:endParaRPr lang="en-US"/>
          </a:p>
        </p:txBody>
      </p:sp>
      <p:sp>
        <p:nvSpPr>
          <p:cNvPr id="6" name="Footer Placeholder 5">
            <a:extLst>
              <a:ext uri="{FF2B5EF4-FFF2-40B4-BE49-F238E27FC236}">
                <a16:creationId xmlns:a16="http://schemas.microsoft.com/office/drawing/2014/main" id="{059962E6-0AD5-4D1F-7D36-19A2DCD23896}"/>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6DDB9BF6-3F86-A335-5F76-2F8C63591FFF}"/>
              </a:ext>
            </a:extLst>
          </p:cNvPr>
          <p:cNvSpPr>
            <a:spLocks noGrp="1"/>
          </p:cNvSpPr>
          <p:nvPr>
            <p:ph type="sldNum" sz="quarter" idx="12"/>
          </p:nvPr>
        </p:nvSpPr>
        <p:spPr>
          <a:xfrm>
            <a:off x="8375515" y="6356350"/>
            <a:ext cx="2978285" cy="365125"/>
          </a:xfrm>
          <a:prstGeom prst="rect">
            <a:avLst/>
          </a:prstGeom>
        </p:spPr>
        <p:txBody>
          <a:bodyPr/>
          <a:lstStyle/>
          <a:p>
            <a:fld id="{D515BB97-5B80-40AC-8334-FFB5728A53E5}" type="slidenum">
              <a:rPr lang="en-US" smtClean="0"/>
              <a:t>‹#›</a:t>
            </a:fld>
            <a:endParaRPr lang="en-US"/>
          </a:p>
        </p:txBody>
      </p:sp>
    </p:spTree>
    <p:extLst>
      <p:ext uri="{BB962C8B-B14F-4D97-AF65-F5344CB8AC3E}">
        <p14:creationId xmlns:p14="http://schemas.microsoft.com/office/powerpoint/2010/main" val="31926975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CDCD07-572C-15B9-F31C-B1E4C76490F2}"/>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60AA8CE-DD51-3D6D-FFA6-97E674BF1715}"/>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27FFA98-50DC-1B36-E035-129227400077}"/>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1F0F2B9-E397-BD54-1343-26D2F565CC4F}"/>
              </a:ext>
            </a:extLst>
          </p:cNvPr>
          <p:cNvSpPr>
            <a:spLocks noGrp="1"/>
          </p:cNvSpPr>
          <p:nvPr>
            <p:ph type="dt" sz="half" idx="10"/>
          </p:nvPr>
        </p:nvSpPr>
        <p:spPr>
          <a:xfrm>
            <a:off x="838200" y="6356350"/>
            <a:ext cx="2743200" cy="365125"/>
          </a:xfrm>
          <a:prstGeom prst="rect">
            <a:avLst/>
          </a:prstGeom>
        </p:spPr>
        <p:txBody>
          <a:bodyPr/>
          <a:lstStyle/>
          <a:p>
            <a:fld id="{A4EFD87A-B4E0-45F5-814C-D62E9F889C9A}" type="datetimeFigureOut">
              <a:rPr lang="en-US" smtClean="0"/>
              <a:t>24-Feb-25</a:t>
            </a:fld>
            <a:endParaRPr lang="en-US"/>
          </a:p>
        </p:txBody>
      </p:sp>
      <p:sp>
        <p:nvSpPr>
          <p:cNvPr id="6" name="Footer Placeholder 5">
            <a:extLst>
              <a:ext uri="{FF2B5EF4-FFF2-40B4-BE49-F238E27FC236}">
                <a16:creationId xmlns:a16="http://schemas.microsoft.com/office/drawing/2014/main" id="{89F775A2-13CD-8CA0-9C3B-3DE8956ED966}"/>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CC62F769-ADDA-BFD7-73AA-42BC09C6AE37}"/>
              </a:ext>
            </a:extLst>
          </p:cNvPr>
          <p:cNvSpPr>
            <a:spLocks noGrp="1"/>
          </p:cNvSpPr>
          <p:nvPr>
            <p:ph type="sldNum" sz="quarter" idx="12"/>
          </p:nvPr>
        </p:nvSpPr>
        <p:spPr>
          <a:xfrm>
            <a:off x="8375515" y="6356350"/>
            <a:ext cx="2978285" cy="365125"/>
          </a:xfrm>
          <a:prstGeom prst="rect">
            <a:avLst/>
          </a:prstGeom>
        </p:spPr>
        <p:txBody>
          <a:bodyPr/>
          <a:lstStyle/>
          <a:p>
            <a:fld id="{D515BB97-5B80-40AC-8334-FFB5728A53E5}" type="slidenum">
              <a:rPr lang="en-US" smtClean="0"/>
              <a:t>‹#›</a:t>
            </a:fld>
            <a:endParaRPr lang="en-US"/>
          </a:p>
        </p:txBody>
      </p:sp>
    </p:spTree>
    <p:extLst>
      <p:ext uri="{BB962C8B-B14F-4D97-AF65-F5344CB8AC3E}">
        <p14:creationId xmlns:p14="http://schemas.microsoft.com/office/powerpoint/2010/main" val="42113087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0E891-3048-9D27-A509-73C47AF3B6D5}"/>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69309A1-B931-822F-47CE-11EFC3EFD3B7}"/>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B5FC3C5-505E-D3C3-B2DC-E608F50DB411}"/>
              </a:ext>
            </a:extLst>
          </p:cNvPr>
          <p:cNvSpPr>
            <a:spLocks noGrp="1"/>
          </p:cNvSpPr>
          <p:nvPr>
            <p:ph type="dt" sz="half" idx="10"/>
          </p:nvPr>
        </p:nvSpPr>
        <p:spPr>
          <a:xfrm>
            <a:off x="838200" y="6356350"/>
            <a:ext cx="2743200" cy="365125"/>
          </a:xfrm>
          <a:prstGeom prst="rect">
            <a:avLst/>
          </a:prstGeom>
        </p:spPr>
        <p:txBody>
          <a:bodyPr/>
          <a:lstStyle/>
          <a:p>
            <a:fld id="{A4EFD87A-B4E0-45F5-814C-D62E9F889C9A}" type="datetimeFigureOut">
              <a:rPr lang="en-US" smtClean="0"/>
              <a:t>24-Feb-25</a:t>
            </a:fld>
            <a:endParaRPr lang="en-US"/>
          </a:p>
        </p:txBody>
      </p:sp>
      <p:sp>
        <p:nvSpPr>
          <p:cNvPr id="5" name="Footer Placeholder 4">
            <a:extLst>
              <a:ext uri="{FF2B5EF4-FFF2-40B4-BE49-F238E27FC236}">
                <a16:creationId xmlns:a16="http://schemas.microsoft.com/office/drawing/2014/main" id="{2E134AC1-1929-4AD5-C4DB-6083AE805C2B}"/>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0FBEB6E4-CCAC-D271-55D0-83CD92806456}"/>
              </a:ext>
            </a:extLst>
          </p:cNvPr>
          <p:cNvSpPr>
            <a:spLocks noGrp="1"/>
          </p:cNvSpPr>
          <p:nvPr>
            <p:ph type="sldNum" sz="quarter" idx="12"/>
          </p:nvPr>
        </p:nvSpPr>
        <p:spPr>
          <a:xfrm>
            <a:off x="8375515" y="6356350"/>
            <a:ext cx="2978285" cy="365125"/>
          </a:xfrm>
          <a:prstGeom prst="rect">
            <a:avLst/>
          </a:prstGeom>
        </p:spPr>
        <p:txBody>
          <a:bodyPr/>
          <a:lstStyle/>
          <a:p>
            <a:fld id="{D515BB97-5B80-40AC-8334-FFB5728A53E5}" type="slidenum">
              <a:rPr lang="en-US" smtClean="0"/>
              <a:t>‹#›</a:t>
            </a:fld>
            <a:endParaRPr lang="en-US"/>
          </a:p>
        </p:txBody>
      </p:sp>
    </p:spTree>
    <p:extLst>
      <p:ext uri="{BB962C8B-B14F-4D97-AF65-F5344CB8AC3E}">
        <p14:creationId xmlns:p14="http://schemas.microsoft.com/office/powerpoint/2010/main" val="40396266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C4A8EB9-D0AC-3EBF-73CD-31ABE5019A98}"/>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D68CEEC-08E9-80BA-A5FB-D0369978F7B6}"/>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D6C485F-3FFC-A9D1-3883-FECBDA7D23E3}"/>
              </a:ext>
            </a:extLst>
          </p:cNvPr>
          <p:cNvSpPr>
            <a:spLocks noGrp="1"/>
          </p:cNvSpPr>
          <p:nvPr>
            <p:ph type="dt" sz="half" idx="10"/>
          </p:nvPr>
        </p:nvSpPr>
        <p:spPr>
          <a:xfrm>
            <a:off x="838200" y="6356350"/>
            <a:ext cx="2743200" cy="365125"/>
          </a:xfrm>
          <a:prstGeom prst="rect">
            <a:avLst/>
          </a:prstGeom>
        </p:spPr>
        <p:txBody>
          <a:bodyPr/>
          <a:lstStyle/>
          <a:p>
            <a:fld id="{A4EFD87A-B4E0-45F5-814C-D62E9F889C9A}" type="datetimeFigureOut">
              <a:rPr lang="en-US" smtClean="0"/>
              <a:t>24-Feb-25</a:t>
            </a:fld>
            <a:endParaRPr lang="en-US"/>
          </a:p>
        </p:txBody>
      </p:sp>
      <p:sp>
        <p:nvSpPr>
          <p:cNvPr id="5" name="Footer Placeholder 4">
            <a:extLst>
              <a:ext uri="{FF2B5EF4-FFF2-40B4-BE49-F238E27FC236}">
                <a16:creationId xmlns:a16="http://schemas.microsoft.com/office/drawing/2014/main" id="{7BD023F2-84F3-B0B4-C921-2906D89B92D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FBD66FE9-9F6D-3964-463C-A0F54C3BEAD4}"/>
              </a:ext>
            </a:extLst>
          </p:cNvPr>
          <p:cNvSpPr>
            <a:spLocks noGrp="1"/>
          </p:cNvSpPr>
          <p:nvPr>
            <p:ph type="sldNum" sz="quarter" idx="12"/>
          </p:nvPr>
        </p:nvSpPr>
        <p:spPr>
          <a:xfrm>
            <a:off x="8375515" y="6356350"/>
            <a:ext cx="2978285" cy="365125"/>
          </a:xfrm>
          <a:prstGeom prst="rect">
            <a:avLst/>
          </a:prstGeom>
        </p:spPr>
        <p:txBody>
          <a:bodyPr/>
          <a:lstStyle/>
          <a:p>
            <a:fld id="{D515BB97-5B80-40AC-8334-FFB5728A53E5}" type="slidenum">
              <a:rPr lang="en-US" smtClean="0"/>
              <a:t>‹#›</a:t>
            </a:fld>
            <a:endParaRPr lang="en-US"/>
          </a:p>
        </p:txBody>
      </p:sp>
    </p:spTree>
    <p:extLst>
      <p:ext uri="{BB962C8B-B14F-4D97-AF65-F5344CB8AC3E}">
        <p14:creationId xmlns:p14="http://schemas.microsoft.com/office/powerpoint/2010/main" val="41763179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A blue and black logo&#10;&#10;Description automatically generated">
            <a:extLst>
              <a:ext uri="{FF2B5EF4-FFF2-40B4-BE49-F238E27FC236}">
                <a16:creationId xmlns:a16="http://schemas.microsoft.com/office/drawing/2014/main" id="{6178EA7D-A847-155D-78C9-8A3F37D793F0}"/>
              </a:ext>
            </a:extLst>
          </p:cNvPr>
          <p:cNvPicPr>
            <a:picLocks noChangeAspect="1"/>
          </p:cNvPicPr>
          <p:nvPr userDrawn="1"/>
        </p:nvPicPr>
        <p:blipFill>
          <a:blip r:embed="rId13"/>
          <a:stretch>
            <a:fillRect/>
          </a:stretch>
        </p:blipFill>
        <p:spPr>
          <a:xfrm>
            <a:off x="1212481" y="291471"/>
            <a:ext cx="608153" cy="251021"/>
          </a:xfrm>
          <a:prstGeom prst="rect">
            <a:avLst/>
          </a:prstGeom>
        </p:spPr>
      </p:pic>
      <p:pic>
        <p:nvPicPr>
          <p:cNvPr id="8" name="Picture 2">
            <a:extLst>
              <a:ext uri="{FF2B5EF4-FFF2-40B4-BE49-F238E27FC236}">
                <a16:creationId xmlns:a16="http://schemas.microsoft.com/office/drawing/2014/main" id="{B45AE5D3-C826-6767-6823-69A566615462}"/>
              </a:ext>
            </a:extLst>
          </p:cNvPr>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741386" y="221446"/>
            <a:ext cx="382127" cy="382127"/>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2">
            <a:extLst>
              <a:ext uri="{FF2B5EF4-FFF2-40B4-BE49-F238E27FC236}">
                <a16:creationId xmlns:a16="http://schemas.microsoft.com/office/drawing/2014/main" id="{9E9327F4-F6DE-E142-2752-1B7949167B43}"/>
              </a:ext>
            </a:extLst>
          </p:cNvPr>
          <p:cNvSpPr txBox="1">
            <a:spLocks/>
          </p:cNvSpPr>
          <p:nvPr userDrawn="1"/>
        </p:nvSpPr>
        <p:spPr>
          <a:xfrm>
            <a:off x="1868259" y="417721"/>
            <a:ext cx="2864962" cy="321967"/>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vi-VN" sz="1200" b="1" dirty="0">
                <a:solidFill>
                  <a:schemeClr val="tx2">
                    <a:lumMod val="75000"/>
                    <a:lumOff val="25000"/>
                  </a:schemeClr>
                </a:solidFill>
                <a:latin typeface="+mj-lt"/>
              </a:rPr>
              <a:t>KHOA ĐIỆN TỬ VIỄN THÔNG</a:t>
            </a:r>
          </a:p>
        </p:txBody>
      </p:sp>
      <p:sp>
        <p:nvSpPr>
          <p:cNvPr id="10" name="Text Placeholder 2">
            <a:extLst>
              <a:ext uri="{FF2B5EF4-FFF2-40B4-BE49-F238E27FC236}">
                <a16:creationId xmlns:a16="http://schemas.microsoft.com/office/drawing/2014/main" id="{D3E14BDB-0F66-4DAD-F574-3E2F18DEBF72}"/>
              </a:ext>
            </a:extLst>
          </p:cNvPr>
          <p:cNvSpPr txBox="1">
            <a:spLocks/>
          </p:cNvSpPr>
          <p:nvPr userDrawn="1"/>
        </p:nvSpPr>
        <p:spPr>
          <a:xfrm>
            <a:off x="1868259" y="172746"/>
            <a:ext cx="2959645" cy="321967"/>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400" b="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vi-VN" sz="1200" b="0" dirty="0">
                <a:solidFill>
                  <a:schemeClr val="tx2">
                    <a:lumMod val="75000"/>
                    <a:lumOff val="25000"/>
                  </a:schemeClr>
                </a:solidFill>
                <a:latin typeface="Averta CY" panose="00000500000000000000" pitchFamily="50" charset="0"/>
              </a:rPr>
              <a:t>TRƯỜNG ĐẠI HỌC CÔNG NGHỆ</a:t>
            </a:r>
          </a:p>
        </p:txBody>
      </p:sp>
      <p:cxnSp>
        <p:nvCxnSpPr>
          <p:cNvPr id="11" name="Straight Connector 10">
            <a:extLst>
              <a:ext uri="{FF2B5EF4-FFF2-40B4-BE49-F238E27FC236}">
                <a16:creationId xmlns:a16="http://schemas.microsoft.com/office/drawing/2014/main" id="{40AEB371-4333-BF4F-523E-F5ED312D3761}"/>
              </a:ext>
            </a:extLst>
          </p:cNvPr>
          <p:cNvCxnSpPr>
            <a:cxnSpLocks/>
          </p:cNvCxnSpPr>
          <p:nvPr userDrawn="1"/>
        </p:nvCxnSpPr>
        <p:spPr>
          <a:xfrm>
            <a:off x="-182880" y="752356"/>
            <a:ext cx="12446000" cy="0"/>
          </a:xfrm>
          <a:prstGeom prst="line">
            <a:avLst/>
          </a:prstGeom>
          <a:ln w="19050">
            <a:solidFill>
              <a:srgbClr val="E9E9E9"/>
            </a:solidFill>
          </a:ln>
        </p:spPr>
        <p:style>
          <a:lnRef idx="1">
            <a:schemeClr val="accent2"/>
          </a:lnRef>
          <a:fillRef idx="0">
            <a:schemeClr val="accent2"/>
          </a:fillRef>
          <a:effectRef idx="0">
            <a:schemeClr val="accent2"/>
          </a:effectRef>
          <a:fontRef idx="minor">
            <a:schemeClr val="tx1"/>
          </a:fontRef>
        </p:style>
      </p:cxnSp>
      <p:sp>
        <p:nvSpPr>
          <p:cNvPr id="2" name="Date Placeholder 3">
            <a:extLst>
              <a:ext uri="{FF2B5EF4-FFF2-40B4-BE49-F238E27FC236}">
                <a16:creationId xmlns:a16="http://schemas.microsoft.com/office/drawing/2014/main" id="{E77C5897-653A-F2F1-77FE-E1D5D3865A4B}"/>
              </a:ext>
            </a:extLst>
          </p:cNvPr>
          <p:cNvSpPr txBox="1">
            <a:spLocks/>
          </p:cNvSpPr>
          <p:nvPr userDrawn="1"/>
        </p:nvSpPr>
        <p:spPr>
          <a:xfrm>
            <a:off x="8531157" y="6337623"/>
            <a:ext cx="2994069"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accent1">
                    <a:lumMod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vi-VN" sz="1300" b="0" i="1" dirty="0">
                <a:solidFill>
                  <a:schemeClr val="tx2">
                    <a:lumMod val="75000"/>
                    <a:lumOff val="25000"/>
                  </a:schemeClr>
                </a:solidFill>
                <a:latin typeface="Averta CY" panose="00000500000000000000" pitchFamily="50" charset="0"/>
              </a:rPr>
              <a:t>Học kỳ II, năm học 2024 - 2025</a:t>
            </a:r>
            <a:endParaRPr lang="en-US" sz="1300" b="0" i="1" dirty="0">
              <a:solidFill>
                <a:schemeClr val="tx2">
                  <a:lumMod val="75000"/>
                  <a:lumOff val="25000"/>
                </a:schemeClr>
              </a:solidFill>
              <a:latin typeface="Averta CY" panose="00000500000000000000" pitchFamily="50" charset="0"/>
            </a:endParaRPr>
          </a:p>
        </p:txBody>
      </p:sp>
      <p:cxnSp>
        <p:nvCxnSpPr>
          <p:cNvPr id="20" name="Straight Connector 19">
            <a:extLst>
              <a:ext uri="{FF2B5EF4-FFF2-40B4-BE49-F238E27FC236}">
                <a16:creationId xmlns:a16="http://schemas.microsoft.com/office/drawing/2014/main" id="{1AA7F6F6-894D-3640-190D-9CE5F4102A4D}"/>
              </a:ext>
            </a:extLst>
          </p:cNvPr>
          <p:cNvCxnSpPr>
            <a:cxnSpLocks/>
          </p:cNvCxnSpPr>
          <p:nvPr userDrawn="1"/>
        </p:nvCxnSpPr>
        <p:spPr>
          <a:xfrm>
            <a:off x="-277792" y="6263727"/>
            <a:ext cx="12674278" cy="0"/>
          </a:xfrm>
          <a:prstGeom prst="line">
            <a:avLst/>
          </a:prstGeom>
          <a:ln w="19050">
            <a:solidFill>
              <a:srgbClr val="E9E9E9"/>
            </a:solidFill>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9015458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1400" b="0" kern="1200">
          <a:solidFill>
            <a:schemeClr val="accent1">
              <a:lumMod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3CCB468-C979-1CDA-04DA-576C0643CB83}"/>
              </a:ext>
            </a:extLst>
          </p:cNvPr>
          <p:cNvSpPr txBox="1"/>
          <p:nvPr/>
        </p:nvSpPr>
        <p:spPr>
          <a:xfrm>
            <a:off x="1092073" y="2418448"/>
            <a:ext cx="10007850" cy="706091"/>
          </a:xfrm>
          <a:prstGeom prst="rect">
            <a:avLst/>
          </a:prstGeom>
          <a:noFill/>
        </p:spPr>
        <p:txBody>
          <a:bodyPr wrap="square" rtlCol="0">
            <a:spAutoFit/>
          </a:bodyPr>
          <a:lstStyle/>
          <a:p>
            <a:pPr algn="ctr">
              <a:lnSpc>
                <a:spcPct val="140000"/>
              </a:lnSpc>
            </a:pPr>
            <a:r>
              <a:rPr lang="vi-VN" sz="3200" b="1" dirty="0">
                <a:solidFill>
                  <a:schemeClr val="tx2">
                    <a:lumMod val="90000"/>
                    <a:lumOff val="10000"/>
                  </a:schemeClr>
                </a:solidFill>
                <a:latin typeface="+mj-lt"/>
              </a:rPr>
              <a:t>KỸ THUẬT LẬP TRÌNH NÂNG CAO</a:t>
            </a:r>
          </a:p>
        </p:txBody>
      </p:sp>
      <p:sp>
        <p:nvSpPr>
          <p:cNvPr id="4" name="Rectangle: Rounded Corners 3">
            <a:extLst>
              <a:ext uri="{FF2B5EF4-FFF2-40B4-BE49-F238E27FC236}">
                <a16:creationId xmlns:a16="http://schemas.microsoft.com/office/drawing/2014/main" id="{DB3A15CA-E8F9-8934-82F2-7178AD31101E}"/>
              </a:ext>
            </a:extLst>
          </p:cNvPr>
          <p:cNvSpPr/>
          <p:nvPr/>
        </p:nvSpPr>
        <p:spPr>
          <a:xfrm>
            <a:off x="2372029" y="3429000"/>
            <a:ext cx="7447937" cy="796074"/>
          </a:xfrm>
          <a:prstGeom prst="roundRect">
            <a:avLst>
              <a:gd name="adj" fmla="val 50000"/>
            </a:avLst>
          </a:prstGeom>
          <a:solidFill>
            <a:srgbClr val="0263B9"/>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tIns="0" rtlCol="0" anchor="ctr"/>
          <a:lstStyle/>
          <a:p>
            <a:pPr algn="ctr">
              <a:lnSpc>
                <a:spcPct val="150000"/>
              </a:lnSpc>
            </a:pPr>
            <a:r>
              <a:rPr lang="vi-VN" sz="2800" dirty="0">
                <a:latin typeface="Averta CY Semibold" panose="00000700000000000000" pitchFamily="50" charset="0"/>
              </a:rPr>
              <a:t>LAB </a:t>
            </a:r>
            <a:r>
              <a:rPr lang="en-US" sz="2800" dirty="0">
                <a:latin typeface="Averta CY Semibold" panose="00000700000000000000" pitchFamily="50" charset="0"/>
              </a:rPr>
              <a:t>2</a:t>
            </a:r>
            <a:r>
              <a:rPr lang="vi-VN" sz="2800" dirty="0">
                <a:latin typeface="Averta CY Semibold" panose="00000700000000000000" pitchFamily="50" charset="0"/>
              </a:rPr>
              <a:t>. LẬP TRÌNH </a:t>
            </a:r>
            <a:r>
              <a:rPr lang="en-US" sz="2800" dirty="0">
                <a:latin typeface="Averta CY Semibold" panose="00000700000000000000" pitchFamily="50" charset="0"/>
              </a:rPr>
              <a:t>C</a:t>
            </a:r>
            <a:r>
              <a:rPr lang="vi-VN" sz="2800" dirty="0">
                <a:latin typeface="Averta CY Semibold" panose="00000700000000000000" pitchFamily="50" charset="0"/>
              </a:rPr>
              <a:t> TRÊN LINUX</a:t>
            </a:r>
            <a:r>
              <a:rPr lang="en-US" sz="2800" dirty="0">
                <a:latin typeface="Averta CY Semibold" panose="00000700000000000000" pitchFamily="50" charset="0"/>
              </a:rPr>
              <a:t> (1)</a:t>
            </a:r>
          </a:p>
        </p:txBody>
      </p:sp>
    </p:spTree>
    <p:extLst>
      <p:ext uri="{BB962C8B-B14F-4D97-AF65-F5344CB8AC3E}">
        <p14:creationId xmlns:p14="http://schemas.microsoft.com/office/powerpoint/2010/main" val="345753689"/>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CCC31E-B94E-2A87-B961-ADA75860F7AB}"/>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2028DC55-3378-8EC0-A12E-CB039622D053}"/>
              </a:ext>
            </a:extLst>
          </p:cNvPr>
          <p:cNvSpPr txBox="1"/>
          <p:nvPr/>
        </p:nvSpPr>
        <p:spPr>
          <a:xfrm>
            <a:off x="2390229" y="2079746"/>
            <a:ext cx="184731" cy="458331"/>
          </a:xfrm>
          <a:prstGeom prst="rect">
            <a:avLst/>
          </a:prstGeom>
          <a:noFill/>
        </p:spPr>
        <p:txBody>
          <a:bodyPr wrap="none" rtlCol="0">
            <a:spAutoFit/>
          </a:bodyPr>
          <a:lstStyle/>
          <a:p>
            <a:pPr algn="just">
              <a:lnSpc>
                <a:spcPct val="150000"/>
              </a:lnSpc>
            </a:pPr>
            <a:endParaRPr lang="en-US" dirty="0">
              <a:latin typeface="Averta CY" panose="00000500000000000000" pitchFamily="50" charset="0"/>
            </a:endParaRPr>
          </a:p>
        </p:txBody>
      </p:sp>
      <p:sp>
        <p:nvSpPr>
          <p:cNvPr id="2" name="Rectangle: Rounded Corners 1">
            <a:extLst>
              <a:ext uri="{FF2B5EF4-FFF2-40B4-BE49-F238E27FC236}">
                <a16:creationId xmlns:a16="http://schemas.microsoft.com/office/drawing/2014/main" id="{0AAA35CF-EE04-3072-2794-8E37FEDF4650}"/>
              </a:ext>
            </a:extLst>
          </p:cNvPr>
          <p:cNvSpPr/>
          <p:nvPr/>
        </p:nvSpPr>
        <p:spPr>
          <a:xfrm>
            <a:off x="521381" y="1417726"/>
            <a:ext cx="3268659" cy="662020"/>
          </a:xfrm>
          <a:prstGeom prst="roundRect">
            <a:avLst>
              <a:gd name="adj" fmla="val 50000"/>
            </a:avLst>
          </a:prstGeom>
          <a:solidFill>
            <a:srgbClr val="0263B9"/>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verta CY Semibold" panose="00000700000000000000" pitchFamily="50" charset="0"/>
              </a:rPr>
              <a:t>FILE </a:t>
            </a:r>
            <a:r>
              <a:rPr lang="vi-VN" dirty="0">
                <a:latin typeface="Averta CY Semibold" panose="00000700000000000000" pitchFamily="50" charset="0"/>
              </a:rPr>
              <a:t>TRÊN LINUX</a:t>
            </a:r>
            <a:endParaRPr lang="en-US" dirty="0">
              <a:latin typeface="Averta CY Semibold" panose="00000700000000000000" pitchFamily="50" charset="0"/>
            </a:endParaRPr>
          </a:p>
        </p:txBody>
      </p:sp>
      <p:sp>
        <p:nvSpPr>
          <p:cNvPr id="5" name="TextBox 4">
            <a:extLst>
              <a:ext uri="{FF2B5EF4-FFF2-40B4-BE49-F238E27FC236}">
                <a16:creationId xmlns:a16="http://schemas.microsoft.com/office/drawing/2014/main" id="{7ED689E4-9FE6-6180-2E1F-20140DAF7B6B}"/>
              </a:ext>
            </a:extLst>
          </p:cNvPr>
          <p:cNvSpPr txBox="1"/>
          <p:nvPr/>
        </p:nvSpPr>
        <p:spPr>
          <a:xfrm>
            <a:off x="521381" y="2283435"/>
            <a:ext cx="10294103" cy="458331"/>
          </a:xfrm>
          <a:prstGeom prst="rect">
            <a:avLst/>
          </a:prstGeom>
          <a:noFill/>
        </p:spPr>
        <p:txBody>
          <a:bodyPr wrap="square">
            <a:spAutoFit/>
          </a:bodyPr>
          <a:lstStyle/>
          <a:p>
            <a:pPr>
              <a:lnSpc>
                <a:spcPct val="150000"/>
              </a:lnSpc>
            </a:pPr>
            <a:r>
              <a:rPr lang="vi-VN" dirty="0">
                <a:solidFill>
                  <a:srgbClr val="00477F"/>
                </a:solidFill>
                <a:latin typeface="Averta Std CY" panose="00000500000000000000" pitchFamily="50" charset="0"/>
              </a:rPr>
              <a:t>Về cơ bản, một tệp là bất kỳ tập hợp dữ liệu nào được đặt tên và lưu trữ trên đĩa.</a:t>
            </a:r>
            <a:endParaRPr lang="en-US" dirty="0">
              <a:solidFill>
                <a:srgbClr val="00477F"/>
              </a:solidFill>
              <a:latin typeface="Averta Std CY" panose="00000500000000000000" pitchFamily="50" charset="0"/>
            </a:endParaRPr>
          </a:p>
        </p:txBody>
      </p:sp>
      <p:sp>
        <p:nvSpPr>
          <p:cNvPr id="13" name="Rectangle: Rounded Corners 12">
            <a:extLst>
              <a:ext uri="{FF2B5EF4-FFF2-40B4-BE49-F238E27FC236}">
                <a16:creationId xmlns:a16="http://schemas.microsoft.com/office/drawing/2014/main" id="{E83F9E5A-B24C-7298-50E5-0493269B3F84}"/>
              </a:ext>
            </a:extLst>
          </p:cNvPr>
          <p:cNvSpPr/>
          <p:nvPr/>
        </p:nvSpPr>
        <p:spPr>
          <a:xfrm>
            <a:off x="521381" y="3200097"/>
            <a:ext cx="2407699" cy="648667"/>
          </a:xfrm>
          <a:prstGeom prst="roundRect">
            <a:avLst>
              <a:gd name="adj" fmla="val 47564"/>
            </a:avLst>
          </a:prstGeom>
          <a:solidFill>
            <a:srgbClr val="00B0F0"/>
          </a:solidFill>
          <a:ln w="28575">
            <a:solidFill>
              <a:srgbClr val="00B0F0"/>
            </a:solidFill>
          </a:ln>
        </p:spPr>
        <p:style>
          <a:lnRef idx="2">
            <a:schemeClr val="accent4"/>
          </a:lnRef>
          <a:fillRef idx="1">
            <a:schemeClr val="lt1"/>
          </a:fillRef>
          <a:effectRef idx="0">
            <a:schemeClr val="accent4"/>
          </a:effectRef>
          <a:fontRef idx="minor">
            <a:schemeClr val="dk1"/>
          </a:fontRef>
        </p:style>
        <p:txBody>
          <a:bodyPr rtlCol="0" anchor="ctr"/>
          <a:lstStyle/>
          <a:p>
            <a:pPr algn="ctr"/>
            <a:r>
              <a:rPr lang="vi-VN" dirty="0">
                <a:solidFill>
                  <a:schemeClr val="bg1"/>
                </a:solidFill>
                <a:latin typeface="Averta Std CY Bold" panose="00000800000000000000" pitchFamily="50" charset="0"/>
              </a:rPr>
              <a:t>Regular file</a:t>
            </a:r>
          </a:p>
        </p:txBody>
      </p:sp>
      <p:sp>
        <p:nvSpPr>
          <p:cNvPr id="14" name="Rectangle: Rounded Corners 13">
            <a:extLst>
              <a:ext uri="{FF2B5EF4-FFF2-40B4-BE49-F238E27FC236}">
                <a16:creationId xmlns:a16="http://schemas.microsoft.com/office/drawing/2014/main" id="{4120EB07-E87B-8E31-D5FC-8435556C405F}"/>
              </a:ext>
            </a:extLst>
          </p:cNvPr>
          <p:cNvSpPr/>
          <p:nvPr/>
        </p:nvSpPr>
        <p:spPr>
          <a:xfrm>
            <a:off x="521381" y="4230835"/>
            <a:ext cx="2407699" cy="648667"/>
          </a:xfrm>
          <a:prstGeom prst="roundRect">
            <a:avLst>
              <a:gd name="adj" fmla="val 47564"/>
            </a:avLst>
          </a:prstGeom>
          <a:solidFill>
            <a:srgbClr val="00B0F0"/>
          </a:solidFill>
          <a:ln w="28575">
            <a:solidFill>
              <a:srgbClr val="00B0F0"/>
            </a:solidFill>
          </a:ln>
        </p:spPr>
        <p:style>
          <a:lnRef idx="2">
            <a:schemeClr val="accent4"/>
          </a:lnRef>
          <a:fillRef idx="1">
            <a:schemeClr val="lt1"/>
          </a:fillRef>
          <a:effectRef idx="0">
            <a:schemeClr val="accent4"/>
          </a:effectRef>
          <a:fontRef idx="minor">
            <a:schemeClr val="dk1"/>
          </a:fontRef>
        </p:style>
        <p:txBody>
          <a:bodyPr rtlCol="0" anchor="ctr"/>
          <a:lstStyle/>
          <a:p>
            <a:pPr algn="ctr"/>
            <a:r>
              <a:rPr lang="vi-VN" dirty="0">
                <a:solidFill>
                  <a:schemeClr val="bg1"/>
                </a:solidFill>
                <a:latin typeface="Averta Std CY Bold" panose="00000800000000000000" pitchFamily="50" charset="0"/>
              </a:rPr>
              <a:t>Directory</a:t>
            </a:r>
          </a:p>
        </p:txBody>
      </p:sp>
      <p:sp>
        <p:nvSpPr>
          <p:cNvPr id="15" name="Rectangle: Rounded Corners 14">
            <a:extLst>
              <a:ext uri="{FF2B5EF4-FFF2-40B4-BE49-F238E27FC236}">
                <a16:creationId xmlns:a16="http://schemas.microsoft.com/office/drawing/2014/main" id="{F466D505-9676-80DE-5A0B-D640C2DF81C5}"/>
              </a:ext>
            </a:extLst>
          </p:cNvPr>
          <p:cNvSpPr/>
          <p:nvPr/>
        </p:nvSpPr>
        <p:spPr>
          <a:xfrm>
            <a:off x="514760" y="5261573"/>
            <a:ext cx="2407699" cy="648667"/>
          </a:xfrm>
          <a:prstGeom prst="roundRect">
            <a:avLst>
              <a:gd name="adj" fmla="val 47564"/>
            </a:avLst>
          </a:prstGeom>
          <a:solidFill>
            <a:srgbClr val="00B0F0"/>
          </a:solidFill>
          <a:ln w="28575">
            <a:solidFill>
              <a:srgbClr val="00B0F0"/>
            </a:solidFill>
          </a:ln>
        </p:spPr>
        <p:style>
          <a:lnRef idx="2">
            <a:schemeClr val="accent4"/>
          </a:lnRef>
          <a:fillRef idx="1">
            <a:schemeClr val="lt1"/>
          </a:fillRef>
          <a:effectRef idx="0">
            <a:schemeClr val="accent4"/>
          </a:effectRef>
          <a:fontRef idx="minor">
            <a:schemeClr val="dk1"/>
          </a:fontRef>
        </p:style>
        <p:txBody>
          <a:bodyPr rtlCol="0" anchor="ctr"/>
          <a:lstStyle/>
          <a:p>
            <a:pPr algn="ctr"/>
            <a:r>
              <a:rPr lang="vi-VN" dirty="0">
                <a:solidFill>
                  <a:schemeClr val="bg1"/>
                </a:solidFill>
                <a:latin typeface="Averta Std CY Bold" panose="00000800000000000000" pitchFamily="50" charset="0"/>
              </a:rPr>
              <a:t>Special file</a:t>
            </a:r>
          </a:p>
        </p:txBody>
      </p:sp>
      <p:sp>
        <p:nvSpPr>
          <p:cNvPr id="16" name="Rectangle: Rounded Corners 15">
            <a:extLst>
              <a:ext uri="{FF2B5EF4-FFF2-40B4-BE49-F238E27FC236}">
                <a16:creationId xmlns:a16="http://schemas.microsoft.com/office/drawing/2014/main" id="{ACD6EFBA-0FDA-E7E6-5B42-92E267A27606}"/>
              </a:ext>
            </a:extLst>
          </p:cNvPr>
          <p:cNvSpPr/>
          <p:nvPr/>
        </p:nvSpPr>
        <p:spPr>
          <a:xfrm>
            <a:off x="3422962" y="3200097"/>
            <a:ext cx="1925652" cy="648667"/>
          </a:xfrm>
          <a:prstGeom prst="roundRect">
            <a:avLst>
              <a:gd name="adj" fmla="val 47564"/>
            </a:avLst>
          </a:prstGeom>
          <a:ln w="28575">
            <a:solidFill>
              <a:srgbClr val="00477F"/>
            </a:solidFill>
          </a:ln>
        </p:spPr>
        <p:style>
          <a:lnRef idx="2">
            <a:schemeClr val="accent4"/>
          </a:lnRef>
          <a:fillRef idx="1">
            <a:schemeClr val="lt1"/>
          </a:fillRef>
          <a:effectRef idx="0">
            <a:schemeClr val="accent4"/>
          </a:effectRef>
          <a:fontRef idx="minor">
            <a:schemeClr val="dk1"/>
          </a:fontRef>
        </p:style>
        <p:txBody>
          <a:bodyPr rtlCol="0" anchor="ctr"/>
          <a:lstStyle/>
          <a:p>
            <a:pPr algn="ctr"/>
            <a:r>
              <a:rPr lang="vi-VN">
                <a:solidFill>
                  <a:srgbClr val="00477F"/>
                </a:solidFill>
                <a:latin typeface="Averta Std CY Bold" panose="00000800000000000000" pitchFamily="50" charset="0"/>
              </a:rPr>
              <a:t>Readable file</a:t>
            </a:r>
            <a:endParaRPr lang="vi-VN" dirty="0">
              <a:solidFill>
                <a:srgbClr val="00477F"/>
              </a:solidFill>
              <a:latin typeface="Averta Std CY Bold" panose="00000800000000000000" pitchFamily="50" charset="0"/>
            </a:endParaRPr>
          </a:p>
        </p:txBody>
      </p:sp>
      <p:sp>
        <p:nvSpPr>
          <p:cNvPr id="19" name="Rectangle: Rounded Corners 18">
            <a:extLst>
              <a:ext uri="{FF2B5EF4-FFF2-40B4-BE49-F238E27FC236}">
                <a16:creationId xmlns:a16="http://schemas.microsoft.com/office/drawing/2014/main" id="{5BBAAEDC-2627-2C13-15F7-6016FE6BF4AA}"/>
              </a:ext>
            </a:extLst>
          </p:cNvPr>
          <p:cNvSpPr/>
          <p:nvPr/>
        </p:nvSpPr>
        <p:spPr>
          <a:xfrm>
            <a:off x="5770265" y="3200096"/>
            <a:ext cx="1925652" cy="648667"/>
          </a:xfrm>
          <a:prstGeom prst="roundRect">
            <a:avLst>
              <a:gd name="adj" fmla="val 47564"/>
            </a:avLst>
          </a:prstGeom>
          <a:ln w="28575">
            <a:solidFill>
              <a:srgbClr val="00477F"/>
            </a:solidFill>
          </a:ln>
        </p:spPr>
        <p:style>
          <a:lnRef idx="2">
            <a:schemeClr val="accent4"/>
          </a:lnRef>
          <a:fillRef idx="1">
            <a:schemeClr val="lt1"/>
          </a:fillRef>
          <a:effectRef idx="0">
            <a:schemeClr val="accent4"/>
          </a:effectRef>
          <a:fontRef idx="minor">
            <a:schemeClr val="dk1"/>
          </a:fontRef>
        </p:style>
        <p:txBody>
          <a:bodyPr rtlCol="0" anchor="ctr"/>
          <a:lstStyle/>
          <a:p>
            <a:pPr algn="ctr"/>
            <a:r>
              <a:rPr lang="vi-VN" dirty="0">
                <a:solidFill>
                  <a:srgbClr val="00477F"/>
                </a:solidFill>
                <a:latin typeface="Averta Std CY Bold" panose="00000800000000000000" pitchFamily="50" charset="0"/>
              </a:rPr>
              <a:t>Image file</a:t>
            </a:r>
          </a:p>
        </p:txBody>
      </p:sp>
      <p:sp>
        <p:nvSpPr>
          <p:cNvPr id="20" name="Rectangle: Rounded Corners 19">
            <a:extLst>
              <a:ext uri="{FF2B5EF4-FFF2-40B4-BE49-F238E27FC236}">
                <a16:creationId xmlns:a16="http://schemas.microsoft.com/office/drawing/2014/main" id="{10846C65-FC98-E2F1-B938-4365610F39FC}"/>
              </a:ext>
            </a:extLst>
          </p:cNvPr>
          <p:cNvSpPr/>
          <p:nvPr/>
        </p:nvSpPr>
        <p:spPr>
          <a:xfrm>
            <a:off x="8117568" y="3206055"/>
            <a:ext cx="1925652" cy="648667"/>
          </a:xfrm>
          <a:prstGeom prst="roundRect">
            <a:avLst>
              <a:gd name="adj" fmla="val 47564"/>
            </a:avLst>
          </a:prstGeom>
          <a:ln w="28575">
            <a:solidFill>
              <a:srgbClr val="00477F"/>
            </a:solidFill>
          </a:ln>
        </p:spPr>
        <p:style>
          <a:lnRef idx="2">
            <a:schemeClr val="accent4"/>
          </a:lnRef>
          <a:fillRef idx="1">
            <a:schemeClr val="lt1"/>
          </a:fillRef>
          <a:effectRef idx="0">
            <a:schemeClr val="accent4"/>
          </a:effectRef>
          <a:fontRef idx="minor">
            <a:schemeClr val="dk1"/>
          </a:fontRef>
        </p:style>
        <p:txBody>
          <a:bodyPr rtlCol="0" anchor="ctr"/>
          <a:lstStyle/>
          <a:p>
            <a:pPr algn="ctr"/>
            <a:r>
              <a:rPr lang="vi-VN" dirty="0">
                <a:solidFill>
                  <a:srgbClr val="00477F"/>
                </a:solidFill>
                <a:latin typeface="Averta Std CY Bold" panose="00000800000000000000" pitchFamily="50" charset="0"/>
              </a:rPr>
              <a:t>Binary file</a:t>
            </a:r>
          </a:p>
        </p:txBody>
      </p:sp>
      <p:sp>
        <p:nvSpPr>
          <p:cNvPr id="21" name="Rectangle: Rounded Corners 20">
            <a:extLst>
              <a:ext uri="{FF2B5EF4-FFF2-40B4-BE49-F238E27FC236}">
                <a16:creationId xmlns:a16="http://schemas.microsoft.com/office/drawing/2014/main" id="{633048DE-5753-9CC1-E381-47244C34E8C1}"/>
              </a:ext>
            </a:extLst>
          </p:cNvPr>
          <p:cNvSpPr/>
          <p:nvPr/>
        </p:nvSpPr>
        <p:spPr>
          <a:xfrm>
            <a:off x="3422962" y="5261573"/>
            <a:ext cx="1925652" cy="648667"/>
          </a:xfrm>
          <a:prstGeom prst="roundRect">
            <a:avLst>
              <a:gd name="adj" fmla="val 47564"/>
            </a:avLst>
          </a:prstGeom>
          <a:ln w="28575">
            <a:solidFill>
              <a:srgbClr val="00477F"/>
            </a:solidFill>
          </a:ln>
        </p:spPr>
        <p:style>
          <a:lnRef idx="2">
            <a:schemeClr val="accent4"/>
          </a:lnRef>
          <a:fillRef idx="1">
            <a:schemeClr val="lt1"/>
          </a:fillRef>
          <a:effectRef idx="0">
            <a:schemeClr val="accent4"/>
          </a:effectRef>
          <a:fontRef idx="minor">
            <a:schemeClr val="dk1"/>
          </a:fontRef>
        </p:style>
        <p:txBody>
          <a:bodyPr rtlCol="0" anchor="ctr"/>
          <a:lstStyle/>
          <a:p>
            <a:pPr algn="ctr"/>
            <a:r>
              <a:rPr lang="vi-VN" dirty="0">
                <a:solidFill>
                  <a:srgbClr val="00477F"/>
                </a:solidFill>
                <a:latin typeface="Averta Std CY Bold" panose="00000800000000000000" pitchFamily="50" charset="0"/>
              </a:rPr>
              <a:t>Device file</a:t>
            </a:r>
          </a:p>
        </p:txBody>
      </p:sp>
      <p:sp>
        <p:nvSpPr>
          <p:cNvPr id="22" name="Rectangle: Rounded Corners 21">
            <a:extLst>
              <a:ext uri="{FF2B5EF4-FFF2-40B4-BE49-F238E27FC236}">
                <a16:creationId xmlns:a16="http://schemas.microsoft.com/office/drawing/2014/main" id="{96E78A6A-5694-931B-3325-4D464909AF35}"/>
              </a:ext>
            </a:extLst>
          </p:cNvPr>
          <p:cNvSpPr/>
          <p:nvPr/>
        </p:nvSpPr>
        <p:spPr>
          <a:xfrm>
            <a:off x="5770265" y="5253025"/>
            <a:ext cx="1925652" cy="648667"/>
          </a:xfrm>
          <a:prstGeom prst="roundRect">
            <a:avLst>
              <a:gd name="adj" fmla="val 47564"/>
            </a:avLst>
          </a:prstGeom>
          <a:ln w="28575">
            <a:solidFill>
              <a:srgbClr val="00477F"/>
            </a:solidFill>
          </a:ln>
        </p:spPr>
        <p:style>
          <a:lnRef idx="2">
            <a:schemeClr val="accent4"/>
          </a:lnRef>
          <a:fillRef idx="1">
            <a:schemeClr val="lt1"/>
          </a:fillRef>
          <a:effectRef idx="0">
            <a:schemeClr val="accent4"/>
          </a:effectRef>
          <a:fontRef idx="minor">
            <a:schemeClr val="dk1"/>
          </a:fontRef>
        </p:style>
        <p:txBody>
          <a:bodyPr rtlCol="0" anchor="ctr"/>
          <a:lstStyle/>
          <a:p>
            <a:pPr algn="ctr"/>
            <a:r>
              <a:rPr lang="vi-VN" dirty="0">
                <a:solidFill>
                  <a:srgbClr val="00477F"/>
                </a:solidFill>
                <a:latin typeface="Averta Std CY Bold" panose="00000800000000000000" pitchFamily="50" charset="0"/>
              </a:rPr>
              <a:t>FIFO (pipe)</a:t>
            </a:r>
          </a:p>
        </p:txBody>
      </p:sp>
      <p:sp>
        <p:nvSpPr>
          <p:cNvPr id="23" name="Rectangle: Rounded Corners 22">
            <a:extLst>
              <a:ext uri="{FF2B5EF4-FFF2-40B4-BE49-F238E27FC236}">
                <a16:creationId xmlns:a16="http://schemas.microsoft.com/office/drawing/2014/main" id="{3B9C362F-29C6-B367-6DAA-34ABAF4BEA6E}"/>
              </a:ext>
            </a:extLst>
          </p:cNvPr>
          <p:cNvSpPr/>
          <p:nvPr/>
        </p:nvSpPr>
        <p:spPr>
          <a:xfrm>
            <a:off x="8117568" y="5253024"/>
            <a:ext cx="1925652" cy="648667"/>
          </a:xfrm>
          <a:prstGeom prst="roundRect">
            <a:avLst>
              <a:gd name="adj" fmla="val 47564"/>
            </a:avLst>
          </a:prstGeom>
          <a:ln w="28575">
            <a:solidFill>
              <a:srgbClr val="00477F"/>
            </a:solidFill>
          </a:ln>
        </p:spPr>
        <p:style>
          <a:lnRef idx="2">
            <a:schemeClr val="accent4"/>
          </a:lnRef>
          <a:fillRef idx="1">
            <a:schemeClr val="lt1"/>
          </a:fillRef>
          <a:effectRef idx="0">
            <a:schemeClr val="accent4"/>
          </a:effectRef>
          <a:fontRef idx="minor">
            <a:schemeClr val="dk1"/>
          </a:fontRef>
        </p:style>
        <p:txBody>
          <a:bodyPr rtlCol="0" anchor="ctr"/>
          <a:lstStyle/>
          <a:p>
            <a:pPr algn="ctr"/>
            <a:r>
              <a:rPr lang="vi-VN" dirty="0">
                <a:solidFill>
                  <a:srgbClr val="00477F"/>
                </a:solidFill>
                <a:latin typeface="Averta Std CY Bold" panose="00000800000000000000" pitchFamily="50" charset="0"/>
              </a:rPr>
              <a:t>Socket</a:t>
            </a:r>
          </a:p>
        </p:txBody>
      </p:sp>
    </p:spTree>
    <p:extLst>
      <p:ext uri="{BB962C8B-B14F-4D97-AF65-F5344CB8AC3E}">
        <p14:creationId xmlns:p14="http://schemas.microsoft.com/office/powerpoint/2010/main" val="2354964483"/>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348DE9-6128-D35A-9215-814979EDBA90}"/>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44EAFA0C-EB5C-BD83-E0F0-D59864552EA5}"/>
              </a:ext>
            </a:extLst>
          </p:cNvPr>
          <p:cNvSpPr txBox="1"/>
          <p:nvPr/>
        </p:nvSpPr>
        <p:spPr>
          <a:xfrm>
            <a:off x="2390229" y="2079746"/>
            <a:ext cx="184731" cy="458331"/>
          </a:xfrm>
          <a:prstGeom prst="rect">
            <a:avLst/>
          </a:prstGeom>
          <a:noFill/>
        </p:spPr>
        <p:txBody>
          <a:bodyPr wrap="none" rtlCol="0">
            <a:spAutoFit/>
          </a:bodyPr>
          <a:lstStyle/>
          <a:p>
            <a:pPr algn="just">
              <a:lnSpc>
                <a:spcPct val="150000"/>
              </a:lnSpc>
            </a:pPr>
            <a:endParaRPr lang="en-US" dirty="0">
              <a:latin typeface="Averta CY" panose="00000500000000000000" pitchFamily="50" charset="0"/>
            </a:endParaRPr>
          </a:p>
        </p:txBody>
      </p:sp>
      <p:sp>
        <p:nvSpPr>
          <p:cNvPr id="2" name="Rectangle: Rounded Corners 1">
            <a:extLst>
              <a:ext uri="{FF2B5EF4-FFF2-40B4-BE49-F238E27FC236}">
                <a16:creationId xmlns:a16="http://schemas.microsoft.com/office/drawing/2014/main" id="{A3AD780C-98D3-9D79-045D-F3453F51FB63}"/>
              </a:ext>
            </a:extLst>
          </p:cNvPr>
          <p:cNvSpPr/>
          <p:nvPr/>
        </p:nvSpPr>
        <p:spPr>
          <a:xfrm>
            <a:off x="521381" y="1417726"/>
            <a:ext cx="3268659" cy="662020"/>
          </a:xfrm>
          <a:prstGeom prst="roundRect">
            <a:avLst>
              <a:gd name="adj" fmla="val 50000"/>
            </a:avLst>
          </a:prstGeom>
          <a:solidFill>
            <a:srgbClr val="0263B9"/>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verta CY Semibold" panose="00000700000000000000" pitchFamily="50" charset="0"/>
              </a:rPr>
              <a:t>FILE </a:t>
            </a:r>
            <a:r>
              <a:rPr lang="vi-VN" dirty="0">
                <a:latin typeface="Averta CY Semibold" panose="00000700000000000000" pitchFamily="50" charset="0"/>
              </a:rPr>
              <a:t>TRÊN LINUX</a:t>
            </a:r>
            <a:endParaRPr lang="en-US" dirty="0">
              <a:latin typeface="Averta CY Semibold" panose="00000700000000000000" pitchFamily="50" charset="0"/>
            </a:endParaRPr>
          </a:p>
        </p:txBody>
      </p:sp>
      <p:sp>
        <p:nvSpPr>
          <p:cNvPr id="5" name="TextBox 4">
            <a:extLst>
              <a:ext uri="{FF2B5EF4-FFF2-40B4-BE49-F238E27FC236}">
                <a16:creationId xmlns:a16="http://schemas.microsoft.com/office/drawing/2014/main" id="{9FAA910C-32CC-34AB-8BDB-4529F5E0A59E}"/>
              </a:ext>
            </a:extLst>
          </p:cNvPr>
          <p:cNvSpPr txBox="1"/>
          <p:nvPr/>
        </p:nvSpPr>
        <p:spPr>
          <a:xfrm>
            <a:off x="7523431" y="4964005"/>
            <a:ext cx="3549578" cy="661720"/>
          </a:xfrm>
          <a:prstGeom prst="rect">
            <a:avLst/>
          </a:prstGeom>
          <a:noFill/>
        </p:spPr>
        <p:txBody>
          <a:bodyPr wrap="square">
            <a:spAutoFit/>
          </a:bodyPr>
          <a:lstStyle/>
          <a:p>
            <a:pPr>
              <a:lnSpc>
                <a:spcPct val="150000"/>
              </a:lnSpc>
            </a:pPr>
            <a:r>
              <a:rPr lang="vi-VN" sz="2800" dirty="0">
                <a:solidFill>
                  <a:srgbClr val="00477F"/>
                </a:solidFill>
                <a:latin typeface="Averta Std CY Extrabold" panose="00000900000000000000" pitchFamily="50" charset="0"/>
              </a:rPr>
              <a:t>“Everything is a file”</a:t>
            </a:r>
            <a:endParaRPr lang="en-US" sz="2800" dirty="0">
              <a:solidFill>
                <a:srgbClr val="00477F"/>
              </a:solidFill>
              <a:latin typeface="Averta Std CY Extrabold" panose="00000900000000000000" pitchFamily="50" charset="0"/>
            </a:endParaRPr>
          </a:p>
        </p:txBody>
      </p:sp>
      <p:sp>
        <p:nvSpPr>
          <p:cNvPr id="4" name="TextBox 3">
            <a:extLst>
              <a:ext uri="{FF2B5EF4-FFF2-40B4-BE49-F238E27FC236}">
                <a16:creationId xmlns:a16="http://schemas.microsoft.com/office/drawing/2014/main" id="{109CA194-3B07-7D55-6E13-CCE6ADA5DDEE}"/>
              </a:ext>
            </a:extLst>
          </p:cNvPr>
          <p:cNvSpPr txBox="1"/>
          <p:nvPr/>
        </p:nvSpPr>
        <p:spPr>
          <a:xfrm>
            <a:off x="521381" y="2741766"/>
            <a:ext cx="5954575" cy="1704826"/>
          </a:xfrm>
          <a:prstGeom prst="rect">
            <a:avLst/>
          </a:prstGeom>
          <a:noFill/>
        </p:spPr>
        <p:txBody>
          <a:bodyPr wrap="square">
            <a:spAutoFit/>
          </a:bodyPr>
          <a:lstStyle/>
          <a:p>
            <a:pPr algn="just">
              <a:lnSpc>
                <a:spcPct val="150000"/>
              </a:lnSpc>
            </a:pPr>
            <a:r>
              <a:rPr lang="vi-VN" dirty="0">
                <a:solidFill>
                  <a:srgbClr val="00477F"/>
                </a:solidFill>
                <a:latin typeface="Averta Std CY" panose="00000500000000000000" pitchFamily="50" charset="0"/>
              </a:rPr>
              <a:t>Trong Linux, nguyên tắc cơ bản "mọi thứ đều là tệp" có nghĩa là hầu như mọi đối tượng mà bạn tương tác trong hệ thống đều được biểu diễn dưới dạng tệp và có thể truy cập bằng các giao diện giống như tệp. </a:t>
            </a:r>
            <a:endParaRPr lang="en-US" dirty="0">
              <a:solidFill>
                <a:srgbClr val="00477F"/>
              </a:solidFill>
              <a:latin typeface="Averta Std CY" panose="00000500000000000000" pitchFamily="50" charset="0"/>
            </a:endParaRPr>
          </a:p>
        </p:txBody>
      </p:sp>
      <p:pic>
        <p:nvPicPr>
          <p:cNvPr id="2050" name="Picture 2" descr="Linux is simple! : r/ProgrammerHumor">
            <a:extLst>
              <a:ext uri="{FF2B5EF4-FFF2-40B4-BE49-F238E27FC236}">
                <a16:creationId xmlns:a16="http://schemas.microsoft.com/office/drawing/2014/main" id="{061F6FE0-0B88-03F9-CA6B-C9706045A57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32727" y="1820496"/>
            <a:ext cx="3130985" cy="31435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7290304"/>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AD565E-A90F-6120-BF72-07B513F88D57}"/>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D77191DB-B613-EAEC-3ECB-6F1D1C490EBA}"/>
              </a:ext>
            </a:extLst>
          </p:cNvPr>
          <p:cNvSpPr txBox="1"/>
          <p:nvPr/>
        </p:nvSpPr>
        <p:spPr>
          <a:xfrm>
            <a:off x="2390229" y="2079746"/>
            <a:ext cx="184731" cy="458331"/>
          </a:xfrm>
          <a:prstGeom prst="rect">
            <a:avLst/>
          </a:prstGeom>
          <a:noFill/>
        </p:spPr>
        <p:txBody>
          <a:bodyPr wrap="none" rtlCol="0">
            <a:spAutoFit/>
          </a:bodyPr>
          <a:lstStyle/>
          <a:p>
            <a:pPr algn="just">
              <a:lnSpc>
                <a:spcPct val="150000"/>
              </a:lnSpc>
            </a:pPr>
            <a:endParaRPr lang="en-US" dirty="0">
              <a:latin typeface="Averta CY" panose="00000500000000000000" pitchFamily="50" charset="0"/>
            </a:endParaRPr>
          </a:p>
        </p:txBody>
      </p:sp>
      <p:sp>
        <p:nvSpPr>
          <p:cNvPr id="2" name="Rectangle: Rounded Corners 1">
            <a:extLst>
              <a:ext uri="{FF2B5EF4-FFF2-40B4-BE49-F238E27FC236}">
                <a16:creationId xmlns:a16="http://schemas.microsoft.com/office/drawing/2014/main" id="{EED125A4-E184-82F7-BB6B-E40F4EEC744E}"/>
              </a:ext>
            </a:extLst>
          </p:cNvPr>
          <p:cNvSpPr/>
          <p:nvPr/>
        </p:nvSpPr>
        <p:spPr>
          <a:xfrm>
            <a:off x="521381" y="1417726"/>
            <a:ext cx="3268659" cy="662020"/>
          </a:xfrm>
          <a:prstGeom prst="roundRect">
            <a:avLst>
              <a:gd name="adj" fmla="val 50000"/>
            </a:avLst>
          </a:prstGeom>
          <a:solidFill>
            <a:srgbClr val="0263B9"/>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verta CY Semibold" panose="00000700000000000000" pitchFamily="50" charset="0"/>
              </a:rPr>
              <a:t>FILE </a:t>
            </a:r>
            <a:r>
              <a:rPr lang="vi-VN" dirty="0">
                <a:latin typeface="Averta CY Semibold" panose="00000700000000000000" pitchFamily="50" charset="0"/>
              </a:rPr>
              <a:t>TRÊN LINUX</a:t>
            </a:r>
            <a:endParaRPr lang="en-US" dirty="0">
              <a:latin typeface="Averta CY Semibold" panose="00000700000000000000" pitchFamily="50" charset="0"/>
            </a:endParaRPr>
          </a:p>
        </p:txBody>
      </p:sp>
      <p:sp>
        <p:nvSpPr>
          <p:cNvPr id="4" name="TextBox 3">
            <a:extLst>
              <a:ext uri="{FF2B5EF4-FFF2-40B4-BE49-F238E27FC236}">
                <a16:creationId xmlns:a16="http://schemas.microsoft.com/office/drawing/2014/main" id="{D9BF0EB1-1728-F5DE-7150-378BF11A2502}"/>
              </a:ext>
            </a:extLst>
          </p:cNvPr>
          <p:cNvSpPr txBox="1"/>
          <p:nvPr/>
        </p:nvSpPr>
        <p:spPr>
          <a:xfrm>
            <a:off x="521381" y="2616337"/>
            <a:ext cx="4100723" cy="2951321"/>
          </a:xfrm>
          <a:prstGeom prst="rect">
            <a:avLst/>
          </a:prstGeom>
          <a:noFill/>
        </p:spPr>
        <p:txBody>
          <a:bodyPr wrap="square">
            <a:spAutoFit/>
          </a:bodyPr>
          <a:lstStyle/>
          <a:p>
            <a:pPr algn="just">
              <a:lnSpc>
                <a:spcPct val="150000"/>
              </a:lnSpc>
            </a:pPr>
            <a:r>
              <a:rPr lang="vi-VN" dirty="0">
                <a:solidFill>
                  <a:srgbClr val="00477F"/>
                </a:solidFill>
                <a:latin typeface="Averta Std CY" panose="00000500000000000000" pitchFamily="50" charset="0"/>
              </a:rPr>
              <a:t>Mỗi tệp trong Linux không chỉ chứa dữ liệu mà còn lưu giữ nhiều thuộc tính mô tả được lưu trữ trong </a:t>
            </a:r>
            <a:r>
              <a:rPr lang="vi-VN" dirty="0">
                <a:solidFill>
                  <a:srgbClr val="00477F"/>
                </a:solidFill>
                <a:latin typeface="Averta Std CY Bold" panose="00000800000000000000" pitchFamily="50" charset="0"/>
              </a:rPr>
              <a:t>inode</a:t>
            </a:r>
            <a:r>
              <a:rPr lang="vi-VN" dirty="0">
                <a:solidFill>
                  <a:srgbClr val="00477F"/>
                </a:solidFill>
                <a:latin typeface="Averta Std CY" panose="00000500000000000000" pitchFamily="50" charset="0"/>
              </a:rPr>
              <a:t>.</a:t>
            </a:r>
          </a:p>
          <a:p>
            <a:pPr algn="just">
              <a:lnSpc>
                <a:spcPct val="150000"/>
              </a:lnSpc>
            </a:pPr>
            <a:endParaRPr lang="vi-VN" dirty="0">
              <a:solidFill>
                <a:srgbClr val="00477F"/>
              </a:solidFill>
              <a:latin typeface="Averta Std CY" panose="00000500000000000000" pitchFamily="50" charset="0"/>
            </a:endParaRPr>
          </a:p>
          <a:p>
            <a:pPr algn="just">
              <a:lnSpc>
                <a:spcPct val="150000"/>
              </a:lnSpc>
            </a:pPr>
            <a:r>
              <a:rPr lang="vi-VN" dirty="0">
                <a:solidFill>
                  <a:srgbClr val="00477F"/>
                </a:solidFill>
                <a:latin typeface="Averta Std CY" panose="00000500000000000000" pitchFamily="50" charset="0"/>
              </a:rPr>
              <a:t>Thông tin thuộc tính tệp từ </a:t>
            </a:r>
            <a:r>
              <a:rPr lang="vi-VN" dirty="0">
                <a:solidFill>
                  <a:srgbClr val="00477F"/>
                </a:solidFill>
                <a:latin typeface="Averta Std CY Bold" panose="00000800000000000000" pitchFamily="50" charset="0"/>
              </a:rPr>
              <a:t>inode</a:t>
            </a:r>
            <a:r>
              <a:rPr lang="vi-VN" dirty="0">
                <a:solidFill>
                  <a:srgbClr val="00477F"/>
                </a:solidFill>
                <a:latin typeface="Averta Std CY" panose="00000500000000000000" pitchFamily="50" charset="0"/>
              </a:rPr>
              <a:t> được lấy thông qua việc sử dụng cấu trúc </a:t>
            </a:r>
            <a:r>
              <a:rPr lang="vi-VN" dirty="0">
                <a:solidFill>
                  <a:srgbClr val="00477F"/>
                </a:solidFill>
                <a:latin typeface="Averta Std CY Bold" panose="00000800000000000000" pitchFamily="50" charset="0"/>
              </a:rPr>
              <a:t>struct stat.</a:t>
            </a:r>
            <a:endParaRPr lang="en-US" dirty="0">
              <a:solidFill>
                <a:srgbClr val="00477F"/>
              </a:solidFill>
              <a:latin typeface="Averta Std CY Bold" panose="00000800000000000000" pitchFamily="50" charset="0"/>
            </a:endParaRPr>
          </a:p>
        </p:txBody>
      </p:sp>
      <p:pic>
        <p:nvPicPr>
          <p:cNvPr id="3" name="Picture 2">
            <a:extLst>
              <a:ext uri="{FF2B5EF4-FFF2-40B4-BE49-F238E27FC236}">
                <a16:creationId xmlns:a16="http://schemas.microsoft.com/office/drawing/2014/main" id="{AEEF1CF1-5070-9031-E4E7-1D880603DC3F}"/>
              </a:ext>
            </a:extLst>
          </p:cNvPr>
          <p:cNvPicPr>
            <a:picLocks noChangeAspect="1"/>
          </p:cNvPicPr>
          <p:nvPr/>
        </p:nvPicPr>
        <p:blipFill>
          <a:blip r:embed="rId3"/>
          <a:srcRect l="5186"/>
          <a:stretch/>
        </p:blipFill>
        <p:spPr>
          <a:xfrm>
            <a:off x="4928514" y="2254685"/>
            <a:ext cx="6735997" cy="3482236"/>
          </a:xfrm>
          <a:prstGeom prst="rect">
            <a:avLst/>
          </a:prstGeom>
        </p:spPr>
      </p:pic>
    </p:spTree>
    <p:extLst>
      <p:ext uri="{BB962C8B-B14F-4D97-AF65-F5344CB8AC3E}">
        <p14:creationId xmlns:p14="http://schemas.microsoft.com/office/powerpoint/2010/main" val="883060630"/>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902F67-883B-7063-8CC2-ADED21048186}"/>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79CFCB8F-5534-B1BD-43B6-64545465834A}"/>
              </a:ext>
            </a:extLst>
          </p:cNvPr>
          <p:cNvSpPr txBox="1"/>
          <p:nvPr/>
        </p:nvSpPr>
        <p:spPr>
          <a:xfrm>
            <a:off x="2390229" y="1588133"/>
            <a:ext cx="184731" cy="458331"/>
          </a:xfrm>
          <a:prstGeom prst="rect">
            <a:avLst/>
          </a:prstGeom>
          <a:noFill/>
        </p:spPr>
        <p:txBody>
          <a:bodyPr wrap="none" rtlCol="0">
            <a:spAutoFit/>
          </a:bodyPr>
          <a:lstStyle/>
          <a:p>
            <a:pPr algn="just">
              <a:lnSpc>
                <a:spcPct val="150000"/>
              </a:lnSpc>
            </a:pPr>
            <a:endParaRPr lang="en-US" dirty="0">
              <a:latin typeface="Averta CY" panose="00000500000000000000" pitchFamily="50" charset="0"/>
            </a:endParaRPr>
          </a:p>
        </p:txBody>
      </p:sp>
      <p:sp>
        <p:nvSpPr>
          <p:cNvPr id="7" name="TextBox 6">
            <a:extLst>
              <a:ext uri="{FF2B5EF4-FFF2-40B4-BE49-F238E27FC236}">
                <a16:creationId xmlns:a16="http://schemas.microsoft.com/office/drawing/2014/main" id="{541CBE01-ECB5-0D37-DB60-6F5C08E006C2}"/>
              </a:ext>
            </a:extLst>
          </p:cNvPr>
          <p:cNvSpPr txBox="1"/>
          <p:nvPr/>
        </p:nvSpPr>
        <p:spPr>
          <a:xfrm>
            <a:off x="521382" y="2354720"/>
            <a:ext cx="7708218" cy="3366819"/>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vi-VN" dirty="0">
                <a:solidFill>
                  <a:srgbClr val="00477F"/>
                </a:solidFill>
                <a:latin typeface="Averta Std CY" panose="00000500000000000000" pitchFamily="50" charset="0"/>
              </a:rPr>
              <a:t>Lời gọi hệ thống (</a:t>
            </a:r>
            <a:r>
              <a:rPr lang="vi-VN" dirty="0">
                <a:solidFill>
                  <a:srgbClr val="00477F"/>
                </a:solidFill>
                <a:latin typeface="Averta Std CY Bold" panose="00000800000000000000" pitchFamily="50" charset="0"/>
              </a:rPr>
              <a:t>system call</a:t>
            </a:r>
            <a:r>
              <a:rPr lang="vi-VN" dirty="0">
                <a:solidFill>
                  <a:srgbClr val="00477F"/>
                </a:solidFill>
                <a:latin typeface="Averta Std CY" panose="00000500000000000000" pitchFamily="50" charset="0"/>
              </a:rPr>
              <a:t>) là giao diện chính giữa ứng dụng của người dùng và nhân Linux.</a:t>
            </a:r>
          </a:p>
          <a:p>
            <a:pPr marL="285750" indent="-285750" algn="just">
              <a:lnSpc>
                <a:spcPct val="150000"/>
              </a:lnSpc>
              <a:buFont typeface="Arial" panose="020B0604020202020204" pitchFamily="34" charset="0"/>
              <a:buChar char="•"/>
            </a:pPr>
            <a:r>
              <a:rPr lang="vi-VN" dirty="0">
                <a:solidFill>
                  <a:srgbClr val="00477F"/>
                </a:solidFill>
                <a:latin typeface="Averta Std CY" panose="00000500000000000000" pitchFamily="50" charset="0"/>
              </a:rPr>
              <a:t>Cho phép chương trình yêu cầu dịch vụ từ hệ điều hành, </a:t>
            </a:r>
          </a:p>
          <a:p>
            <a:pPr marL="742950" lvl="1" indent="-285750" algn="just">
              <a:lnSpc>
                <a:spcPct val="150000"/>
              </a:lnSpc>
              <a:buFont typeface="Wingdings" panose="05000000000000000000" pitchFamily="2" charset="2"/>
              <a:buChar char="Ø"/>
            </a:pPr>
            <a:r>
              <a:rPr lang="vi-VN" dirty="0">
                <a:solidFill>
                  <a:srgbClr val="00477F"/>
                </a:solidFill>
                <a:latin typeface="Averta Std CY Bold" panose="00000800000000000000" pitchFamily="50" charset="0"/>
              </a:rPr>
              <a:t>Xử lý tệp: </a:t>
            </a:r>
            <a:r>
              <a:rPr lang="vi-VN" dirty="0">
                <a:solidFill>
                  <a:srgbClr val="00477F"/>
                </a:solidFill>
                <a:latin typeface="Averta Std CY" panose="00000500000000000000" pitchFamily="50" charset="0"/>
              </a:rPr>
              <a:t>open(), read(), write(), close(), fstat(), lstat()</a:t>
            </a:r>
          </a:p>
          <a:p>
            <a:pPr marL="742950" lvl="1" indent="-285750" algn="just">
              <a:lnSpc>
                <a:spcPct val="150000"/>
              </a:lnSpc>
              <a:buFont typeface="Wingdings" panose="05000000000000000000" pitchFamily="2" charset="2"/>
              <a:buChar char="Ø"/>
            </a:pPr>
            <a:r>
              <a:rPr lang="vi-VN" dirty="0">
                <a:solidFill>
                  <a:srgbClr val="00477F"/>
                </a:solidFill>
                <a:latin typeface="Averta Std CY Bold" panose="00000800000000000000" pitchFamily="50" charset="0"/>
              </a:rPr>
              <a:t>Quản lý tiến trình</a:t>
            </a:r>
            <a:r>
              <a:rPr lang="vi-VN" dirty="0">
                <a:solidFill>
                  <a:srgbClr val="00477F"/>
                </a:solidFill>
                <a:latin typeface="Averta Std CY" panose="00000500000000000000" pitchFamily="50" charset="0"/>
              </a:rPr>
              <a:t>: fork(), execve(), wait()</a:t>
            </a:r>
          </a:p>
          <a:p>
            <a:pPr marL="742950" lvl="1" indent="-285750" algn="just">
              <a:lnSpc>
                <a:spcPct val="150000"/>
              </a:lnSpc>
              <a:buFont typeface="Wingdings" panose="05000000000000000000" pitchFamily="2" charset="2"/>
              <a:buChar char="Ø"/>
            </a:pPr>
            <a:r>
              <a:rPr lang="vi-VN" dirty="0">
                <a:solidFill>
                  <a:srgbClr val="00477F"/>
                </a:solidFill>
                <a:latin typeface="Averta Std CY Bold" panose="00000800000000000000" pitchFamily="50" charset="0"/>
              </a:rPr>
              <a:t>Giao tiếp mạng</a:t>
            </a:r>
            <a:r>
              <a:rPr lang="vi-VN" dirty="0">
                <a:solidFill>
                  <a:srgbClr val="00477F"/>
                </a:solidFill>
                <a:latin typeface="Averta Std CY" panose="00000500000000000000" pitchFamily="50" charset="0"/>
              </a:rPr>
              <a:t>: socket(), bind(), connect(), recv(), send()</a:t>
            </a:r>
          </a:p>
          <a:p>
            <a:pPr marL="285750" indent="-285750" algn="just">
              <a:lnSpc>
                <a:spcPct val="150000"/>
              </a:lnSpc>
              <a:buFont typeface="Arial" panose="020B0604020202020204" pitchFamily="34" charset="0"/>
              <a:buChar char="•"/>
            </a:pPr>
            <a:r>
              <a:rPr lang="vi-VN" dirty="0">
                <a:solidFill>
                  <a:srgbClr val="00477F"/>
                </a:solidFill>
                <a:latin typeface="Averta Std CY" panose="00000500000000000000" pitchFamily="50" charset="0"/>
              </a:rPr>
              <a:t>Lời gọi hệ thống thực hiện các thao tác cấp thấp và thường có giao diện đơn giản nhưng khó sử dụng hơn so với thư viện chuẩn C.</a:t>
            </a:r>
            <a:endParaRPr lang="en-US" dirty="0">
              <a:solidFill>
                <a:srgbClr val="00477F"/>
              </a:solidFill>
              <a:latin typeface="Averta Std CY" panose="00000500000000000000" pitchFamily="50" charset="0"/>
            </a:endParaRPr>
          </a:p>
        </p:txBody>
      </p:sp>
      <p:sp>
        <p:nvSpPr>
          <p:cNvPr id="5" name="Rectangle: Rounded Corners 4">
            <a:extLst>
              <a:ext uri="{FF2B5EF4-FFF2-40B4-BE49-F238E27FC236}">
                <a16:creationId xmlns:a16="http://schemas.microsoft.com/office/drawing/2014/main" id="{361630B3-1166-62FC-1BBE-0E1982D1095E}"/>
              </a:ext>
            </a:extLst>
          </p:cNvPr>
          <p:cNvSpPr/>
          <p:nvPr/>
        </p:nvSpPr>
        <p:spPr>
          <a:xfrm>
            <a:off x="521382" y="1417726"/>
            <a:ext cx="4664076" cy="662020"/>
          </a:xfrm>
          <a:prstGeom prst="roundRect">
            <a:avLst>
              <a:gd name="adj" fmla="val 50000"/>
            </a:avLst>
          </a:prstGeom>
          <a:solidFill>
            <a:srgbClr val="0263B9"/>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latin typeface="Averta CY Semibold" panose="00000700000000000000" pitchFamily="50" charset="0"/>
              </a:rPr>
              <a:t>SYSTEM CALL (LỜI GỌI HỆ THỐNG)</a:t>
            </a:r>
            <a:endParaRPr lang="en-US" dirty="0">
              <a:latin typeface="Averta CY Semibold" panose="00000700000000000000" pitchFamily="50" charset="0"/>
            </a:endParaRPr>
          </a:p>
        </p:txBody>
      </p:sp>
      <p:pic>
        <p:nvPicPr>
          <p:cNvPr id="4098" name="Picture 2" descr="Anatomy of Linux system call in ARM64 | East River Village">
            <a:extLst>
              <a:ext uri="{FF2B5EF4-FFF2-40B4-BE49-F238E27FC236}">
                <a16:creationId xmlns:a16="http://schemas.microsoft.com/office/drawing/2014/main" id="{DB5BA9B1-5051-9D9B-63B6-41F7004C516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0071" y="2604304"/>
            <a:ext cx="2898987" cy="28989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8832401"/>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03E3AF-13AE-79AF-4EA7-8C928F1F1A32}"/>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F03A9842-BF84-FB5D-0C66-8491299457B4}"/>
              </a:ext>
            </a:extLst>
          </p:cNvPr>
          <p:cNvSpPr txBox="1"/>
          <p:nvPr/>
        </p:nvSpPr>
        <p:spPr>
          <a:xfrm>
            <a:off x="2390229" y="1588133"/>
            <a:ext cx="184731" cy="458331"/>
          </a:xfrm>
          <a:prstGeom prst="rect">
            <a:avLst/>
          </a:prstGeom>
          <a:noFill/>
        </p:spPr>
        <p:txBody>
          <a:bodyPr wrap="none" rtlCol="0">
            <a:spAutoFit/>
          </a:bodyPr>
          <a:lstStyle/>
          <a:p>
            <a:pPr algn="just">
              <a:lnSpc>
                <a:spcPct val="150000"/>
              </a:lnSpc>
            </a:pPr>
            <a:endParaRPr lang="en-US" dirty="0">
              <a:latin typeface="Averta CY" panose="00000500000000000000" pitchFamily="50" charset="0"/>
            </a:endParaRPr>
          </a:p>
        </p:txBody>
      </p:sp>
      <p:sp>
        <p:nvSpPr>
          <p:cNvPr id="2" name="Rectangle: Rounded Corners 1">
            <a:extLst>
              <a:ext uri="{FF2B5EF4-FFF2-40B4-BE49-F238E27FC236}">
                <a16:creationId xmlns:a16="http://schemas.microsoft.com/office/drawing/2014/main" id="{88C042D4-7E8B-A2DD-516A-F5B8B0465E30}"/>
              </a:ext>
            </a:extLst>
          </p:cNvPr>
          <p:cNvSpPr/>
          <p:nvPr/>
        </p:nvSpPr>
        <p:spPr>
          <a:xfrm>
            <a:off x="521381" y="1384444"/>
            <a:ext cx="3268659" cy="662020"/>
          </a:xfrm>
          <a:prstGeom prst="roundRect">
            <a:avLst>
              <a:gd name="adj" fmla="val 50000"/>
            </a:avLst>
          </a:prstGeom>
          <a:solidFill>
            <a:srgbClr val="0263B9"/>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latin typeface="Averta CY Semibold" panose="00000700000000000000" pitchFamily="50" charset="0"/>
              </a:rPr>
              <a:t>THÔNG TIN FILE</a:t>
            </a:r>
            <a:endParaRPr lang="en-US" dirty="0">
              <a:latin typeface="Averta CY Semibold" panose="00000700000000000000" pitchFamily="50" charset="0"/>
            </a:endParaRPr>
          </a:p>
        </p:txBody>
      </p:sp>
      <p:sp>
        <p:nvSpPr>
          <p:cNvPr id="3" name="TextBox 2">
            <a:extLst>
              <a:ext uri="{FF2B5EF4-FFF2-40B4-BE49-F238E27FC236}">
                <a16:creationId xmlns:a16="http://schemas.microsoft.com/office/drawing/2014/main" id="{EF0A6D0C-F661-A085-DFB9-8717DE0E0F59}"/>
              </a:ext>
            </a:extLst>
          </p:cNvPr>
          <p:cNvSpPr txBox="1"/>
          <p:nvPr/>
        </p:nvSpPr>
        <p:spPr>
          <a:xfrm>
            <a:off x="524598" y="2250153"/>
            <a:ext cx="4100723" cy="458331"/>
          </a:xfrm>
          <a:prstGeom prst="rect">
            <a:avLst/>
          </a:prstGeom>
          <a:noFill/>
        </p:spPr>
        <p:txBody>
          <a:bodyPr wrap="square">
            <a:spAutoFit/>
          </a:bodyPr>
          <a:lstStyle/>
          <a:p>
            <a:pPr algn="just">
              <a:lnSpc>
                <a:spcPct val="150000"/>
              </a:lnSpc>
            </a:pPr>
            <a:r>
              <a:rPr lang="vi-VN">
                <a:solidFill>
                  <a:srgbClr val="00477F"/>
                </a:solidFill>
                <a:latin typeface="Averta Std CY" panose="00000500000000000000" pitchFamily="50" charset="0"/>
              </a:rPr>
              <a:t>Có 03 lệnh để lấy thông tin của file</a:t>
            </a:r>
            <a:endParaRPr lang="en-US" dirty="0">
              <a:solidFill>
                <a:srgbClr val="00477F"/>
              </a:solidFill>
              <a:latin typeface="Averta Std CY Bold" panose="00000800000000000000" pitchFamily="50" charset="0"/>
            </a:endParaRPr>
          </a:p>
        </p:txBody>
      </p:sp>
      <p:sp>
        <p:nvSpPr>
          <p:cNvPr id="4" name="Rectangle 3">
            <a:extLst>
              <a:ext uri="{FF2B5EF4-FFF2-40B4-BE49-F238E27FC236}">
                <a16:creationId xmlns:a16="http://schemas.microsoft.com/office/drawing/2014/main" id="{893BE331-DEC5-C892-C7AC-E6C9485EB7F4}"/>
              </a:ext>
            </a:extLst>
          </p:cNvPr>
          <p:cNvSpPr/>
          <p:nvPr/>
        </p:nvSpPr>
        <p:spPr>
          <a:xfrm>
            <a:off x="521381" y="2912173"/>
            <a:ext cx="8499987" cy="2357694"/>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lnSpc>
                <a:spcPct val="150000"/>
              </a:lnSpc>
            </a:pPr>
            <a:r>
              <a:rPr lang="vi-VN" dirty="0">
                <a:solidFill>
                  <a:schemeClr val="bg1"/>
                </a:solidFill>
                <a:latin typeface="+mj-lt"/>
              </a:rPr>
              <a:t>#include &lt;sys/stat.h&gt;</a:t>
            </a:r>
          </a:p>
          <a:p>
            <a:pPr algn="just">
              <a:lnSpc>
                <a:spcPct val="150000"/>
              </a:lnSpc>
            </a:pPr>
            <a:endParaRPr lang="vi-VN" dirty="0">
              <a:solidFill>
                <a:schemeClr val="bg1"/>
              </a:solidFill>
              <a:latin typeface="+mj-lt"/>
            </a:endParaRPr>
          </a:p>
          <a:p>
            <a:pPr algn="just">
              <a:lnSpc>
                <a:spcPct val="150000"/>
              </a:lnSpc>
            </a:pPr>
            <a:r>
              <a:rPr lang="vi-VN" dirty="0">
                <a:solidFill>
                  <a:schemeClr val="bg1"/>
                </a:solidFill>
                <a:latin typeface="+mj-lt"/>
              </a:rPr>
              <a:t> int stat(const char *pathname, struct stat *statbuf);</a:t>
            </a:r>
          </a:p>
          <a:p>
            <a:pPr algn="just">
              <a:lnSpc>
                <a:spcPct val="150000"/>
              </a:lnSpc>
            </a:pPr>
            <a:r>
              <a:rPr lang="vi-VN" dirty="0">
                <a:solidFill>
                  <a:schemeClr val="bg1"/>
                </a:solidFill>
                <a:latin typeface="+mj-lt"/>
              </a:rPr>
              <a:t> int lstat(const char *pathname, struct stat *statbuf);</a:t>
            </a:r>
          </a:p>
          <a:p>
            <a:pPr algn="just">
              <a:lnSpc>
                <a:spcPct val="150000"/>
              </a:lnSpc>
            </a:pPr>
            <a:r>
              <a:rPr lang="vi-VN" dirty="0">
                <a:solidFill>
                  <a:schemeClr val="bg1"/>
                </a:solidFill>
                <a:latin typeface="+mj-lt"/>
              </a:rPr>
              <a:t> int fstat(int fd, struct stat *statbuf);</a:t>
            </a:r>
          </a:p>
        </p:txBody>
      </p:sp>
    </p:spTree>
    <p:extLst>
      <p:ext uri="{BB962C8B-B14F-4D97-AF65-F5344CB8AC3E}">
        <p14:creationId xmlns:p14="http://schemas.microsoft.com/office/powerpoint/2010/main" val="1993788489"/>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F7130F-227D-A8CD-A3C4-30EA1FF75785}"/>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B06CFF73-B072-E25D-C3BB-AB60C5D4FA1B}"/>
              </a:ext>
            </a:extLst>
          </p:cNvPr>
          <p:cNvSpPr txBox="1"/>
          <p:nvPr/>
        </p:nvSpPr>
        <p:spPr>
          <a:xfrm>
            <a:off x="2390229" y="1588133"/>
            <a:ext cx="184731" cy="458331"/>
          </a:xfrm>
          <a:prstGeom prst="rect">
            <a:avLst/>
          </a:prstGeom>
          <a:noFill/>
        </p:spPr>
        <p:txBody>
          <a:bodyPr wrap="none" rtlCol="0">
            <a:spAutoFit/>
          </a:bodyPr>
          <a:lstStyle/>
          <a:p>
            <a:pPr algn="just">
              <a:lnSpc>
                <a:spcPct val="150000"/>
              </a:lnSpc>
            </a:pPr>
            <a:endParaRPr lang="en-US" dirty="0">
              <a:latin typeface="Averta CY" panose="00000500000000000000" pitchFamily="50" charset="0"/>
            </a:endParaRPr>
          </a:p>
        </p:txBody>
      </p:sp>
      <p:sp>
        <p:nvSpPr>
          <p:cNvPr id="2" name="Rectangle: Rounded Corners 1">
            <a:extLst>
              <a:ext uri="{FF2B5EF4-FFF2-40B4-BE49-F238E27FC236}">
                <a16:creationId xmlns:a16="http://schemas.microsoft.com/office/drawing/2014/main" id="{99DCFEF0-9345-1C7B-CAE8-4DDCEA43126E}"/>
              </a:ext>
            </a:extLst>
          </p:cNvPr>
          <p:cNvSpPr/>
          <p:nvPr/>
        </p:nvSpPr>
        <p:spPr>
          <a:xfrm>
            <a:off x="521381" y="1384444"/>
            <a:ext cx="3268659" cy="662020"/>
          </a:xfrm>
          <a:prstGeom prst="roundRect">
            <a:avLst>
              <a:gd name="adj" fmla="val 50000"/>
            </a:avLst>
          </a:prstGeom>
          <a:solidFill>
            <a:srgbClr val="0263B9"/>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latin typeface="Averta CY Semibold" panose="00000700000000000000" pitchFamily="50" charset="0"/>
              </a:rPr>
              <a:t>THÔNG TIN FILE</a:t>
            </a:r>
            <a:endParaRPr lang="en-US" dirty="0">
              <a:latin typeface="Averta CY Semibold" panose="00000700000000000000" pitchFamily="50" charset="0"/>
            </a:endParaRPr>
          </a:p>
        </p:txBody>
      </p:sp>
      <p:sp>
        <p:nvSpPr>
          <p:cNvPr id="3" name="TextBox 2">
            <a:extLst>
              <a:ext uri="{FF2B5EF4-FFF2-40B4-BE49-F238E27FC236}">
                <a16:creationId xmlns:a16="http://schemas.microsoft.com/office/drawing/2014/main" id="{829A4133-57A8-8DCB-96CF-3EDC0944D942}"/>
              </a:ext>
            </a:extLst>
          </p:cNvPr>
          <p:cNvSpPr txBox="1"/>
          <p:nvPr/>
        </p:nvSpPr>
        <p:spPr>
          <a:xfrm>
            <a:off x="521381" y="2165030"/>
            <a:ext cx="4100723" cy="458331"/>
          </a:xfrm>
          <a:prstGeom prst="rect">
            <a:avLst/>
          </a:prstGeom>
          <a:noFill/>
        </p:spPr>
        <p:txBody>
          <a:bodyPr wrap="square">
            <a:spAutoFit/>
          </a:bodyPr>
          <a:lstStyle/>
          <a:p>
            <a:pPr marL="285750" indent="-285750" algn="just">
              <a:lnSpc>
                <a:spcPct val="150000"/>
              </a:lnSpc>
              <a:buFont typeface="Wingdings" panose="05000000000000000000" pitchFamily="2" charset="2"/>
              <a:buChar char="q"/>
            </a:pPr>
            <a:r>
              <a:rPr lang="vi-VN" dirty="0">
                <a:solidFill>
                  <a:srgbClr val="00477F"/>
                </a:solidFill>
                <a:latin typeface="Averta Std CY" panose="00000500000000000000" pitchFamily="50" charset="0"/>
              </a:rPr>
              <a:t>System call </a:t>
            </a:r>
            <a:r>
              <a:rPr lang="vi-VN" dirty="0">
                <a:solidFill>
                  <a:srgbClr val="00477F"/>
                </a:solidFill>
                <a:latin typeface="Averta Std CY Bold" panose="00000800000000000000" pitchFamily="50" charset="0"/>
              </a:rPr>
              <a:t>stat()</a:t>
            </a:r>
            <a:endParaRPr lang="en-US" dirty="0">
              <a:solidFill>
                <a:srgbClr val="00477F"/>
              </a:solidFill>
              <a:latin typeface="Averta Std CY Bold" panose="00000800000000000000" pitchFamily="50" charset="0"/>
            </a:endParaRPr>
          </a:p>
        </p:txBody>
      </p:sp>
      <p:sp>
        <p:nvSpPr>
          <p:cNvPr id="4" name="Rectangle 3">
            <a:extLst>
              <a:ext uri="{FF2B5EF4-FFF2-40B4-BE49-F238E27FC236}">
                <a16:creationId xmlns:a16="http://schemas.microsoft.com/office/drawing/2014/main" id="{F1C5AA96-5C14-0CA8-89DF-B3A2A5E843E9}"/>
              </a:ext>
            </a:extLst>
          </p:cNvPr>
          <p:cNvSpPr/>
          <p:nvPr/>
        </p:nvSpPr>
        <p:spPr>
          <a:xfrm>
            <a:off x="2951674" y="2847200"/>
            <a:ext cx="6288652" cy="662020"/>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r>
              <a:rPr lang="vi-VN" dirty="0">
                <a:solidFill>
                  <a:schemeClr val="bg1"/>
                </a:solidFill>
                <a:latin typeface="+mj-lt"/>
              </a:rPr>
              <a:t> int stat(const char *pathname, struct stat *statbuf);</a:t>
            </a:r>
          </a:p>
        </p:txBody>
      </p:sp>
      <p:sp>
        <p:nvSpPr>
          <p:cNvPr id="7" name="TextBox 6">
            <a:extLst>
              <a:ext uri="{FF2B5EF4-FFF2-40B4-BE49-F238E27FC236}">
                <a16:creationId xmlns:a16="http://schemas.microsoft.com/office/drawing/2014/main" id="{B80C8896-13B8-0B93-05F3-EE3C492D4E0D}"/>
              </a:ext>
            </a:extLst>
          </p:cNvPr>
          <p:cNvSpPr txBox="1"/>
          <p:nvPr/>
        </p:nvSpPr>
        <p:spPr>
          <a:xfrm>
            <a:off x="432232" y="3733059"/>
            <a:ext cx="11547564" cy="2120324"/>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vi-VN" dirty="0">
                <a:solidFill>
                  <a:srgbClr val="00477F"/>
                </a:solidFill>
                <a:latin typeface="Averta Std CY" panose="00000500000000000000" pitchFamily="50" charset="0"/>
              </a:rPr>
              <a:t>Trả về thông tin về tệp được chỉ định trong </a:t>
            </a:r>
            <a:r>
              <a:rPr lang="vi-VN" dirty="0">
                <a:solidFill>
                  <a:srgbClr val="00477F"/>
                </a:solidFill>
                <a:latin typeface="Averta Std CY Bold" panose="00000800000000000000" pitchFamily="50" charset="0"/>
              </a:rPr>
              <a:t>pathname</a:t>
            </a:r>
            <a:r>
              <a:rPr lang="vi-VN" dirty="0">
                <a:solidFill>
                  <a:srgbClr val="00477F"/>
                </a:solidFill>
                <a:latin typeface="Averta Std CY" panose="00000500000000000000" pitchFamily="50" charset="0"/>
              </a:rPr>
              <a:t>, lưu vào bộ đệm </a:t>
            </a:r>
            <a:r>
              <a:rPr lang="vi-VN" dirty="0">
                <a:solidFill>
                  <a:srgbClr val="00477F"/>
                </a:solidFill>
                <a:latin typeface="+mj-lt"/>
              </a:rPr>
              <a:t>statbuf</a:t>
            </a:r>
            <a:r>
              <a:rPr lang="vi-VN" dirty="0">
                <a:solidFill>
                  <a:srgbClr val="00477F"/>
                </a:solidFill>
                <a:latin typeface="Averta Std CY" panose="00000500000000000000" pitchFamily="50" charset="0"/>
              </a:rPr>
              <a:t>.</a:t>
            </a:r>
          </a:p>
          <a:p>
            <a:pPr marL="285750" indent="-285750" algn="just">
              <a:lnSpc>
                <a:spcPct val="150000"/>
              </a:lnSpc>
              <a:buFont typeface="Arial" panose="020B0604020202020204" pitchFamily="34" charset="0"/>
              <a:buChar char="•"/>
            </a:pPr>
            <a:r>
              <a:rPr lang="vi-VN" dirty="0">
                <a:solidFill>
                  <a:srgbClr val="00477F"/>
                </a:solidFill>
                <a:latin typeface="Averta Std CY Bold" panose="00000800000000000000" pitchFamily="50" charset="0"/>
              </a:rPr>
              <a:t>stat() </a:t>
            </a:r>
            <a:r>
              <a:rPr lang="vi-VN" dirty="0">
                <a:solidFill>
                  <a:srgbClr val="00477F"/>
                </a:solidFill>
                <a:latin typeface="Averta Std CY" panose="00000500000000000000" pitchFamily="50" charset="0"/>
              </a:rPr>
              <a:t>lấy đường dẫn của một tệp và đi đến hệ thống tệp để truy xuất thông tin inode của tệp đó.</a:t>
            </a:r>
          </a:p>
          <a:p>
            <a:pPr marL="285750" indent="-285750" algn="just">
              <a:lnSpc>
                <a:spcPct val="150000"/>
              </a:lnSpc>
              <a:buFont typeface="Arial" panose="020B0604020202020204" pitchFamily="34" charset="0"/>
              <a:buChar char="•"/>
            </a:pPr>
            <a:r>
              <a:rPr lang="vi-VN" dirty="0">
                <a:solidFill>
                  <a:srgbClr val="00477F"/>
                </a:solidFill>
                <a:latin typeface="Averta Std CY" panose="00000500000000000000" pitchFamily="50" charset="0"/>
              </a:rPr>
              <a:t>Nếu đường dẫn là một liên kết tượng trưng, </a:t>
            </a:r>
            <a:r>
              <a:rPr lang="vi-VN" dirty="0">
                <a:solidFill>
                  <a:srgbClr val="00477F"/>
                </a:solidFill>
                <a:latin typeface="Averta Std CY Bold" panose="00000800000000000000" pitchFamily="50" charset="0"/>
              </a:rPr>
              <a:t>stat()</a:t>
            </a:r>
            <a:r>
              <a:rPr lang="vi-VN" dirty="0">
                <a:solidFill>
                  <a:srgbClr val="00477F"/>
                </a:solidFill>
                <a:latin typeface="Averta Std CY" panose="00000500000000000000" pitchFamily="50" charset="0"/>
              </a:rPr>
              <a:t> sẽ theo dõi liên kết đó và trả về thông tin của tệp đích.</a:t>
            </a:r>
          </a:p>
          <a:p>
            <a:pPr marL="285750" indent="-285750" algn="just">
              <a:lnSpc>
                <a:spcPct val="150000"/>
              </a:lnSpc>
              <a:buFont typeface="Arial" panose="020B0604020202020204" pitchFamily="34" charset="0"/>
              <a:buChar char="•"/>
            </a:pPr>
            <a:r>
              <a:rPr lang="vi-VN" dirty="0">
                <a:solidFill>
                  <a:srgbClr val="00477F"/>
                </a:solidFill>
                <a:latin typeface="Averta Std CY" panose="00000500000000000000" pitchFamily="50" charset="0"/>
              </a:rPr>
              <a:t>Các thông tin được trả về nằm trong một cấu trúc struct stat, bao gồm kích thước tệp, quyền truy cập, thời gian chỉnh sửa…</a:t>
            </a:r>
            <a:endParaRPr lang="en-US" dirty="0">
              <a:solidFill>
                <a:srgbClr val="00477F"/>
              </a:solidFill>
              <a:latin typeface="Averta Std CY" panose="00000500000000000000" pitchFamily="50" charset="0"/>
            </a:endParaRPr>
          </a:p>
        </p:txBody>
      </p:sp>
    </p:spTree>
    <p:extLst>
      <p:ext uri="{BB962C8B-B14F-4D97-AF65-F5344CB8AC3E}">
        <p14:creationId xmlns:p14="http://schemas.microsoft.com/office/powerpoint/2010/main" val="2341798294"/>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570AA6-A7EC-5B67-2A4F-4511EA8FC137}"/>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99E7DAA9-3E3C-2251-CD56-05AE7F5D1D01}"/>
              </a:ext>
            </a:extLst>
          </p:cNvPr>
          <p:cNvSpPr txBox="1"/>
          <p:nvPr/>
        </p:nvSpPr>
        <p:spPr>
          <a:xfrm>
            <a:off x="2390229" y="1588133"/>
            <a:ext cx="184731" cy="458331"/>
          </a:xfrm>
          <a:prstGeom prst="rect">
            <a:avLst/>
          </a:prstGeom>
          <a:noFill/>
        </p:spPr>
        <p:txBody>
          <a:bodyPr wrap="none" rtlCol="0">
            <a:spAutoFit/>
          </a:bodyPr>
          <a:lstStyle/>
          <a:p>
            <a:pPr algn="just">
              <a:lnSpc>
                <a:spcPct val="150000"/>
              </a:lnSpc>
            </a:pPr>
            <a:endParaRPr lang="en-US" dirty="0">
              <a:latin typeface="Averta CY" panose="00000500000000000000" pitchFamily="50" charset="0"/>
            </a:endParaRPr>
          </a:p>
        </p:txBody>
      </p:sp>
      <p:sp>
        <p:nvSpPr>
          <p:cNvPr id="2" name="Rectangle: Rounded Corners 1">
            <a:extLst>
              <a:ext uri="{FF2B5EF4-FFF2-40B4-BE49-F238E27FC236}">
                <a16:creationId xmlns:a16="http://schemas.microsoft.com/office/drawing/2014/main" id="{8B6FD66A-996C-2743-11FF-665C9FBE0AD9}"/>
              </a:ext>
            </a:extLst>
          </p:cNvPr>
          <p:cNvSpPr/>
          <p:nvPr/>
        </p:nvSpPr>
        <p:spPr>
          <a:xfrm>
            <a:off x="521381" y="1384444"/>
            <a:ext cx="3268659" cy="662020"/>
          </a:xfrm>
          <a:prstGeom prst="roundRect">
            <a:avLst>
              <a:gd name="adj" fmla="val 50000"/>
            </a:avLst>
          </a:prstGeom>
          <a:solidFill>
            <a:srgbClr val="0263B9"/>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latin typeface="Averta CY Semibold" panose="00000700000000000000" pitchFamily="50" charset="0"/>
              </a:rPr>
              <a:t>THÔNG TIN FILE</a:t>
            </a:r>
            <a:endParaRPr lang="en-US" dirty="0">
              <a:latin typeface="Averta CY Semibold" panose="00000700000000000000" pitchFamily="50" charset="0"/>
            </a:endParaRPr>
          </a:p>
        </p:txBody>
      </p:sp>
      <p:sp>
        <p:nvSpPr>
          <p:cNvPr id="3" name="TextBox 2">
            <a:extLst>
              <a:ext uri="{FF2B5EF4-FFF2-40B4-BE49-F238E27FC236}">
                <a16:creationId xmlns:a16="http://schemas.microsoft.com/office/drawing/2014/main" id="{7703BFB7-4D5C-47D5-1905-7BE2800327C2}"/>
              </a:ext>
            </a:extLst>
          </p:cNvPr>
          <p:cNvSpPr txBox="1"/>
          <p:nvPr/>
        </p:nvSpPr>
        <p:spPr>
          <a:xfrm>
            <a:off x="521381" y="2165029"/>
            <a:ext cx="4100723" cy="458331"/>
          </a:xfrm>
          <a:prstGeom prst="rect">
            <a:avLst/>
          </a:prstGeom>
          <a:noFill/>
        </p:spPr>
        <p:txBody>
          <a:bodyPr wrap="square">
            <a:spAutoFit/>
          </a:bodyPr>
          <a:lstStyle/>
          <a:p>
            <a:pPr marL="285750" indent="-285750" algn="just">
              <a:lnSpc>
                <a:spcPct val="150000"/>
              </a:lnSpc>
              <a:buFont typeface="Wingdings" panose="05000000000000000000" pitchFamily="2" charset="2"/>
              <a:buChar char="q"/>
            </a:pPr>
            <a:r>
              <a:rPr lang="vi-VN" dirty="0">
                <a:solidFill>
                  <a:srgbClr val="00477F"/>
                </a:solidFill>
                <a:latin typeface="Averta Std CY" panose="00000500000000000000" pitchFamily="50" charset="0"/>
              </a:rPr>
              <a:t>System call </a:t>
            </a:r>
            <a:r>
              <a:rPr lang="vi-VN" dirty="0">
                <a:solidFill>
                  <a:srgbClr val="00477F"/>
                </a:solidFill>
                <a:latin typeface="Averta Std CY Bold" panose="00000800000000000000" pitchFamily="50" charset="0"/>
              </a:rPr>
              <a:t>lstat()</a:t>
            </a:r>
            <a:endParaRPr lang="en-US" dirty="0">
              <a:solidFill>
                <a:srgbClr val="00477F"/>
              </a:solidFill>
              <a:latin typeface="Averta Std CY Bold" panose="00000800000000000000" pitchFamily="50" charset="0"/>
            </a:endParaRPr>
          </a:p>
        </p:txBody>
      </p:sp>
      <p:sp>
        <p:nvSpPr>
          <p:cNvPr id="4" name="Rectangle 3">
            <a:extLst>
              <a:ext uri="{FF2B5EF4-FFF2-40B4-BE49-F238E27FC236}">
                <a16:creationId xmlns:a16="http://schemas.microsoft.com/office/drawing/2014/main" id="{FE2F1D1D-DEEC-907C-734C-31FC332A7A8E}"/>
              </a:ext>
            </a:extLst>
          </p:cNvPr>
          <p:cNvSpPr/>
          <p:nvPr/>
        </p:nvSpPr>
        <p:spPr>
          <a:xfrm>
            <a:off x="2951674" y="2970940"/>
            <a:ext cx="6288652" cy="662020"/>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r>
              <a:rPr lang="vi-VN" dirty="0">
                <a:solidFill>
                  <a:schemeClr val="bg1"/>
                </a:solidFill>
                <a:latin typeface="+mj-lt"/>
              </a:rPr>
              <a:t> int lstat(const char *pathname, struct stat *statbuf);</a:t>
            </a:r>
          </a:p>
        </p:txBody>
      </p:sp>
      <p:sp>
        <p:nvSpPr>
          <p:cNvPr id="7" name="TextBox 6">
            <a:extLst>
              <a:ext uri="{FF2B5EF4-FFF2-40B4-BE49-F238E27FC236}">
                <a16:creationId xmlns:a16="http://schemas.microsoft.com/office/drawing/2014/main" id="{0FCA14FF-FF2B-D20D-3B77-DA319BC43890}"/>
              </a:ext>
            </a:extLst>
          </p:cNvPr>
          <p:cNvSpPr txBox="1"/>
          <p:nvPr/>
        </p:nvSpPr>
        <p:spPr>
          <a:xfrm>
            <a:off x="521381" y="3980540"/>
            <a:ext cx="10631466" cy="1289327"/>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vi-VN" dirty="0">
                <a:solidFill>
                  <a:srgbClr val="00477F"/>
                </a:solidFill>
                <a:latin typeface="Averta Std CY" panose="00000500000000000000" pitchFamily="50" charset="0"/>
              </a:rPr>
              <a:t>Mục đích </a:t>
            </a:r>
            <a:r>
              <a:rPr lang="vi-VN" dirty="0">
                <a:solidFill>
                  <a:srgbClr val="00477F"/>
                </a:solidFill>
                <a:latin typeface="Averta Std CY Bold" panose="00000800000000000000" pitchFamily="50" charset="0"/>
              </a:rPr>
              <a:t>giống stat(), </a:t>
            </a:r>
            <a:r>
              <a:rPr lang="vi-VN" dirty="0">
                <a:solidFill>
                  <a:srgbClr val="00477F"/>
                </a:solidFill>
                <a:latin typeface="Averta Std CY" panose="00000500000000000000" pitchFamily="50" charset="0"/>
              </a:rPr>
              <a:t>nhưng không theo liên kết tượng trưng.</a:t>
            </a:r>
          </a:p>
          <a:p>
            <a:pPr marL="285750" indent="-285750" algn="just">
              <a:lnSpc>
                <a:spcPct val="150000"/>
              </a:lnSpc>
              <a:buFont typeface="Arial" panose="020B0604020202020204" pitchFamily="34" charset="0"/>
              <a:buChar char="•"/>
            </a:pPr>
            <a:r>
              <a:rPr lang="vi-VN" dirty="0">
                <a:solidFill>
                  <a:srgbClr val="00477F"/>
                </a:solidFill>
                <a:latin typeface="Averta Std CY" panose="00000500000000000000" pitchFamily="50" charset="0"/>
              </a:rPr>
              <a:t>Nếu đường dẫn là một liên kết tượng trưng, </a:t>
            </a:r>
            <a:r>
              <a:rPr lang="vi-VN" dirty="0">
                <a:solidFill>
                  <a:srgbClr val="00477F"/>
                </a:solidFill>
                <a:latin typeface="Averta Std CY Bold" panose="00000800000000000000" pitchFamily="50" charset="0"/>
              </a:rPr>
              <a:t>lstat()</a:t>
            </a:r>
            <a:r>
              <a:rPr lang="vi-VN" dirty="0">
                <a:solidFill>
                  <a:srgbClr val="00477F"/>
                </a:solidFill>
                <a:latin typeface="Averta Std CY" panose="00000500000000000000" pitchFamily="50" charset="0"/>
              </a:rPr>
              <a:t> trả về thông tin của chính liên kết, thay vì tệp mà nó trỏ đến.</a:t>
            </a:r>
            <a:endParaRPr lang="en-US" dirty="0">
              <a:solidFill>
                <a:srgbClr val="00477F"/>
              </a:solidFill>
              <a:latin typeface="Averta Std CY" panose="00000500000000000000" pitchFamily="50" charset="0"/>
            </a:endParaRPr>
          </a:p>
        </p:txBody>
      </p:sp>
    </p:spTree>
    <p:extLst>
      <p:ext uri="{BB962C8B-B14F-4D97-AF65-F5344CB8AC3E}">
        <p14:creationId xmlns:p14="http://schemas.microsoft.com/office/powerpoint/2010/main" val="2157625633"/>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7E98E1-08F3-0A8B-0C82-FE547B768039}"/>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CA4419CD-97B3-979E-5427-CCEFC6111155}"/>
              </a:ext>
            </a:extLst>
          </p:cNvPr>
          <p:cNvSpPr txBox="1"/>
          <p:nvPr/>
        </p:nvSpPr>
        <p:spPr>
          <a:xfrm>
            <a:off x="2390229" y="1588133"/>
            <a:ext cx="184731" cy="458331"/>
          </a:xfrm>
          <a:prstGeom prst="rect">
            <a:avLst/>
          </a:prstGeom>
          <a:noFill/>
        </p:spPr>
        <p:txBody>
          <a:bodyPr wrap="none" rtlCol="0">
            <a:spAutoFit/>
          </a:bodyPr>
          <a:lstStyle/>
          <a:p>
            <a:pPr algn="just">
              <a:lnSpc>
                <a:spcPct val="150000"/>
              </a:lnSpc>
            </a:pPr>
            <a:endParaRPr lang="en-US" dirty="0">
              <a:latin typeface="Averta CY" panose="00000500000000000000" pitchFamily="50" charset="0"/>
            </a:endParaRPr>
          </a:p>
        </p:txBody>
      </p:sp>
      <p:sp>
        <p:nvSpPr>
          <p:cNvPr id="2" name="Rectangle: Rounded Corners 1">
            <a:extLst>
              <a:ext uri="{FF2B5EF4-FFF2-40B4-BE49-F238E27FC236}">
                <a16:creationId xmlns:a16="http://schemas.microsoft.com/office/drawing/2014/main" id="{4A79F26D-CD9A-262B-DCE4-E6FDAFEC0BAE}"/>
              </a:ext>
            </a:extLst>
          </p:cNvPr>
          <p:cNvSpPr/>
          <p:nvPr/>
        </p:nvSpPr>
        <p:spPr>
          <a:xfrm>
            <a:off x="521381" y="1384444"/>
            <a:ext cx="3268659" cy="662020"/>
          </a:xfrm>
          <a:prstGeom prst="roundRect">
            <a:avLst>
              <a:gd name="adj" fmla="val 50000"/>
            </a:avLst>
          </a:prstGeom>
          <a:solidFill>
            <a:srgbClr val="0263B9"/>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latin typeface="Averta CY Semibold" panose="00000700000000000000" pitchFamily="50" charset="0"/>
              </a:rPr>
              <a:t>THÔNG TIN FILE</a:t>
            </a:r>
            <a:endParaRPr lang="en-US" dirty="0">
              <a:latin typeface="Averta CY Semibold" panose="00000700000000000000" pitchFamily="50" charset="0"/>
            </a:endParaRPr>
          </a:p>
        </p:txBody>
      </p:sp>
      <p:sp>
        <p:nvSpPr>
          <p:cNvPr id="3" name="TextBox 2">
            <a:extLst>
              <a:ext uri="{FF2B5EF4-FFF2-40B4-BE49-F238E27FC236}">
                <a16:creationId xmlns:a16="http://schemas.microsoft.com/office/drawing/2014/main" id="{72A89ACC-B864-7F58-5AC1-481BE5928E9F}"/>
              </a:ext>
            </a:extLst>
          </p:cNvPr>
          <p:cNvSpPr txBox="1"/>
          <p:nvPr/>
        </p:nvSpPr>
        <p:spPr>
          <a:xfrm>
            <a:off x="521381" y="2190505"/>
            <a:ext cx="4100723" cy="458331"/>
          </a:xfrm>
          <a:prstGeom prst="rect">
            <a:avLst/>
          </a:prstGeom>
          <a:noFill/>
        </p:spPr>
        <p:txBody>
          <a:bodyPr wrap="square">
            <a:spAutoFit/>
          </a:bodyPr>
          <a:lstStyle/>
          <a:p>
            <a:pPr marL="285750" indent="-285750" algn="just">
              <a:lnSpc>
                <a:spcPct val="150000"/>
              </a:lnSpc>
              <a:buFont typeface="Wingdings" panose="05000000000000000000" pitchFamily="2" charset="2"/>
              <a:buChar char="q"/>
            </a:pPr>
            <a:r>
              <a:rPr lang="vi-VN" dirty="0">
                <a:solidFill>
                  <a:srgbClr val="00477F"/>
                </a:solidFill>
                <a:latin typeface="Averta Std CY" panose="00000500000000000000" pitchFamily="50" charset="0"/>
              </a:rPr>
              <a:t>System call </a:t>
            </a:r>
            <a:r>
              <a:rPr lang="vi-VN" dirty="0">
                <a:solidFill>
                  <a:srgbClr val="00477F"/>
                </a:solidFill>
                <a:latin typeface="Averta Std CY Bold" panose="00000800000000000000" pitchFamily="50" charset="0"/>
              </a:rPr>
              <a:t>fstat()</a:t>
            </a:r>
            <a:endParaRPr lang="en-US" dirty="0">
              <a:solidFill>
                <a:srgbClr val="00477F"/>
              </a:solidFill>
              <a:latin typeface="Averta Std CY Bold" panose="00000800000000000000" pitchFamily="50" charset="0"/>
            </a:endParaRPr>
          </a:p>
        </p:txBody>
      </p:sp>
      <p:sp>
        <p:nvSpPr>
          <p:cNvPr id="4" name="Rectangle 3">
            <a:extLst>
              <a:ext uri="{FF2B5EF4-FFF2-40B4-BE49-F238E27FC236}">
                <a16:creationId xmlns:a16="http://schemas.microsoft.com/office/drawing/2014/main" id="{480CD135-DB30-222E-4125-1B1F8E0F85CA}"/>
              </a:ext>
            </a:extLst>
          </p:cNvPr>
          <p:cNvSpPr/>
          <p:nvPr/>
        </p:nvSpPr>
        <p:spPr>
          <a:xfrm>
            <a:off x="2951674" y="2970940"/>
            <a:ext cx="6288652" cy="662020"/>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r>
              <a:rPr lang="vi-VN" dirty="0">
                <a:solidFill>
                  <a:schemeClr val="bg1"/>
                </a:solidFill>
                <a:latin typeface="+mj-lt"/>
              </a:rPr>
              <a:t>int fstat(int fd, struct stat *statbuf);</a:t>
            </a:r>
          </a:p>
        </p:txBody>
      </p:sp>
      <p:sp>
        <p:nvSpPr>
          <p:cNvPr id="7" name="TextBox 6">
            <a:extLst>
              <a:ext uri="{FF2B5EF4-FFF2-40B4-BE49-F238E27FC236}">
                <a16:creationId xmlns:a16="http://schemas.microsoft.com/office/drawing/2014/main" id="{308B424B-E6FF-699A-9A39-5AA7733351B0}"/>
              </a:ext>
            </a:extLst>
          </p:cNvPr>
          <p:cNvSpPr txBox="1"/>
          <p:nvPr/>
        </p:nvSpPr>
        <p:spPr>
          <a:xfrm>
            <a:off x="521381" y="4184229"/>
            <a:ext cx="11041728" cy="1289327"/>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vi-VN" dirty="0">
                <a:solidFill>
                  <a:srgbClr val="00477F"/>
                </a:solidFill>
                <a:latin typeface="Averta Std CY Bold" panose="00000800000000000000" pitchFamily="50" charset="0"/>
              </a:rPr>
              <a:t>fstat() </a:t>
            </a:r>
            <a:r>
              <a:rPr lang="vi-VN" dirty="0">
                <a:solidFill>
                  <a:srgbClr val="00477F"/>
                </a:solidFill>
                <a:latin typeface="Averta Std CY" panose="00000500000000000000" pitchFamily="50" charset="0"/>
              </a:rPr>
              <a:t>hoạt động trên một </a:t>
            </a:r>
            <a:r>
              <a:rPr lang="vi-VN" dirty="0">
                <a:solidFill>
                  <a:srgbClr val="00477F"/>
                </a:solidFill>
                <a:latin typeface="Averta Std CY Bold" panose="00000800000000000000" pitchFamily="50" charset="0"/>
              </a:rPr>
              <a:t>file descriptor</a:t>
            </a:r>
            <a:r>
              <a:rPr lang="vi-VN" dirty="0">
                <a:solidFill>
                  <a:srgbClr val="00477F"/>
                </a:solidFill>
                <a:latin typeface="Averta Std CY" panose="00000500000000000000" pitchFamily="50" charset="0"/>
              </a:rPr>
              <a:t>, thay vì một đường dẫn tệp.</a:t>
            </a:r>
          </a:p>
          <a:p>
            <a:pPr marL="285750" indent="-285750" algn="just">
              <a:lnSpc>
                <a:spcPct val="150000"/>
              </a:lnSpc>
              <a:buFont typeface="Arial" panose="020B0604020202020204" pitchFamily="34" charset="0"/>
              <a:buChar char="•"/>
            </a:pPr>
            <a:r>
              <a:rPr lang="vi-VN" dirty="0">
                <a:solidFill>
                  <a:srgbClr val="00477F"/>
                </a:solidFill>
                <a:latin typeface="Averta Std CY" panose="00000500000000000000" pitchFamily="50" charset="0"/>
              </a:rPr>
              <a:t>Điều này giúp giảm số lần truy cập hệ thống tệp khi tệp đã được mở. </a:t>
            </a:r>
          </a:p>
          <a:p>
            <a:pPr marL="285750" indent="-285750" algn="just">
              <a:lnSpc>
                <a:spcPct val="150000"/>
              </a:lnSpc>
              <a:buFont typeface="Arial" panose="020B0604020202020204" pitchFamily="34" charset="0"/>
              <a:buChar char="•"/>
            </a:pPr>
            <a:r>
              <a:rPr lang="vi-VN" dirty="0">
                <a:solidFill>
                  <a:srgbClr val="00477F"/>
                </a:solidFill>
                <a:latin typeface="Averta Std CY" panose="00000500000000000000" pitchFamily="50" charset="0"/>
              </a:rPr>
              <a:t>Hữu ích khi làm việc với các tệp đã mở từ trước và cần lấy thông tin mà không cần đóng rồi mở lại.</a:t>
            </a:r>
            <a:endParaRPr lang="en-US" dirty="0">
              <a:solidFill>
                <a:srgbClr val="00477F"/>
              </a:solidFill>
              <a:latin typeface="Averta Std CY" panose="00000500000000000000" pitchFamily="50" charset="0"/>
            </a:endParaRPr>
          </a:p>
        </p:txBody>
      </p:sp>
    </p:spTree>
    <p:extLst>
      <p:ext uri="{BB962C8B-B14F-4D97-AF65-F5344CB8AC3E}">
        <p14:creationId xmlns:p14="http://schemas.microsoft.com/office/powerpoint/2010/main" val="3976598586"/>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EA488E-10E8-5262-1F73-B1640C276D66}"/>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2265A8E3-4B14-144F-D9C8-1E2237B0FD67}"/>
              </a:ext>
            </a:extLst>
          </p:cNvPr>
          <p:cNvSpPr txBox="1"/>
          <p:nvPr/>
        </p:nvSpPr>
        <p:spPr>
          <a:xfrm>
            <a:off x="2390229" y="2079746"/>
            <a:ext cx="184731" cy="458331"/>
          </a:xfrm>
          <a:prstGeom prst="rect">
            <a:avLst/>
          </a:prstGeom>
          <a:noFill/>
        </p:spPr>
        <p:txBody>
          <a:bodyPr wrap="none" rtlCol="0">
            <a:spAutoFit/>
          </a:bodyPr>
          <a:lstStyle/>
          <a:p>
            <a:pPr algn="just">
              <a:lnSpc>
                <a:spcPct val="150000"/>
              </a:lnSpc>
            </a:pPr>
            <a:endParaRPr lang="en-US" dirty="0">
              <a:latin typeface="Averta CY" panose="00000500000000000000" pitchFamily="50" charset="0"/>
            </a:endParaRPr>
          </a:p>
        </p:txBody>
      </p:sp>
      <p:sp>
        <p:nvSpPr>
          <p:cNvPr id="2" name="Rectangle: Rounded Corners 1">
            <a:extLst>
              <a:ext uri="{FF2B5EF4-FFF2-40B4-BE49-F238E27FC236}">
                <a16:creationId xmlns:a16="http://schemas.microsoft.com/office/drawing/2014/main" id="{6ED74681-892D-3886-1883-777A8A51A8F9}"/>
              </a:ext>
            </a:extLst>
          </p:cNvPr>
          <p:cNvSpPr/>
          <p:nvPr/>
        </p:nvSpPr>
        <p:spPr>
          <a:xfrm>
            <a:off x="521382" y="1417726"/>
            <a:ext cx="4664076" cy="662020"/>
          </a:xfrm>
          <a:prstGeom prst="roundRect">
            <a:avLst>
              <a:gd name="adj" fmla="val 50000"/>
            </a:avLst>
          </a:prstGeom>
          <a:solidFill>
            <a:srgbClr val="0263B9"/>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latin typeface="Averta CY Semibold" panose="00000700000000000000" pitchFamily="50" charset="0"/>
              </a:rPr>
              <a:t>CÁC SYSTEM CALL CƠ BẢN VỚI FILE</a:t>
            </a:r>
            <a:endParaRPr lang="en-US" dirty="0">
              <a:latin typeface="Averta CY Semibold" panose="00000700000000000000" pitchFamily="50" charset="0"/>
            </a:endParaRPr>
          </a:p>
        </p:txBody>
      </p:sp>
      <p:sp>
        <p:nvSpPr>
          <p:cNvPr id="10" name="TextBox 9">
            <a:extLst>
              <a:ext uri="{FF2B5EF4-FFF2-40B4-BE49-F238E27FC236}">
                <a16:creationId xmlns:a16="http://schemas.microsoft.com/office/drawing/2014/main" id="{EDEB38D6-A128-8599-05D7-F856C235CD58}"/>
              </a:ext>
            </a:extLst>
          </p:cNvPr>
          <p:cNvSpPr txBox="1"/>
          <p:nvPr/>
        </p:nvSpPr>
        <p:spPr>
          <a:xfrm>
            <a:off x="669944" y="3281121"/>
            <a:ext cx="2515305" cy="1704826"/>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vi-VN" dirty="0">
                <a:solidFill>
                  <a:srgbClr val="00477F"/>
                </a:solidFill>
                <a:latin typeface="Averta Std CY Bold" panose="00000800000000000000" pitchFamily="50" charset="0"/>
              </a:rPr>
              <a:t>open()</a:t>
            </a:r>
          </a:p>
          <a:p>
            <a:pPr marL="285750" indent="-285750" algn="just">
              <a:lnSpc>
                <a:spcPct val="150000"/>
              </a:lnSpc>
              <a:buFont typeface="Arial" panose="020B0604020202020204" pitchFamily="34" charset="0"/>
              <a:buChar char="•"/>
            </a:pPr>
            <a:r>
              <a:rPr lang="vi-VN" dirty="0">
                <a:solidFill>
                  <a:srgbClr val="00477F"/>
                </a:solidFill>
                <a:latin typeface="Averta Std CY Bold" panose="00000800000000000000" pitchFamily="50" charset="0"/>
              </a:rPr>
              <a:t>read()</a:t>
            </a:r>
          </a:p>
          <a:p>
            <a:pPr marL="285750" indent="-285750" algn="just">
              <a:lnSpc>
                <a:spcPct val="150000"/>
              </a:lnSpc>
              <a:buFont typeface="Arial" panose="020B0604020202020204" pitchFamily="34" charset="0"/>
              <a:buChar char="•"/>
            </a:pPr>
            <a:r>
              <a:rPr lang="vi-VN" dirty="0">
                <a:solidFill>
                  <a:srgbClr val="00477F"/>
                </a:solidFill>
                <a:latin typeface="Averta Std CY Bold" panose="00000800000000000000" pitchFamily="50" charset="0"/>
              </a:rPr>
              <a:t>write()</a:t>
            </a:r>
          </a:p>
          <a:p>
            <a:pPr marL="285750" indent="-285750" algn="just">
              <a:lnSpc>
                <a:spcPct val="150000"/>
              </a:lnSpc>
              <a:buFont typeface="Arial" panose="020B0604020202020204" pitchFamily="34" charset="0"/>
              <a:buChar char="•"/>
            </a:pPr>
            <a:r>
              <a:rPr lang="vi-VN" dirty="0">
                <a:solidFill>
                  <a:srgbClr val="00477F"/>
                </a:solidFill>
                <a:latin typeface="Averta Std CY Bold" panose="00000800000000000000" pitchFamily="50" charset="0"/>
              </a:rPr>
              <a:t>close()</a:t>
            </a:r>
            <a:endParaRPr lang="en-US" dirty="0">
              <a:solidFill>
                <a:srgbClr val="00477F"/>
              </a:solidFill>
              <a:latin typeface="Averta Std CY" panose="00000500000000000000" pitchFamily="50" charset="0"/>
            </a:endParaRPr>
          </a:p>
        </p:txBody>
      </p:sp>
      <p:sp>
        <p:nvSpPr>
          <p:cNvPr id="12" name="TextBox 11">
            <a:extLst>
              <a:ext uri="{FF2B5EF4-FFF2-40B4-BE49-F238E27FC236}">
                <a16:creationId xmlns:a16="http://schemas.microsoft.com/office/drawing/2014/main" id="{F37F2C9D-A392-357F-0CF2-1B4A08137702}"/>
              </a:ext>
            </a:extLst>
          </p:cNvPr>
          <p:cNvSpPr txBox="1"/>
          <p:nvPr/>
        </p:nvSpPr>
        <p:spPr>
          <a:xfrm>
            <a:off x="521382" y="2619101"/>
            <a:ext cx="7939713" cy="369332"/>
          </a:xfrm>
          <a:prstGeom prst="rect">
            <a:avLst/>
          </a:prstGeom>
          <a:noFill/>
        </p:spPr>
        <p:txBody>
          <a:bodyPr wrap="square">
            <a:spAutoFit/>
          </a:bodyPr>
          <a:lstStyle/>
          <a:p>
            <a:r>
              <a:rPr lang="vi-VN" dirty="0">
                <a:solidFill>
                  <a:srgbClr val="00477F"/>
                </a:solidFill>
                <a:latin typeface="Averta Std CY" panose="00000500000000000000" pitchFamily="50" charset="0"/>
              </a:rPr>
              <a:t>Các System call cơ bản trong Linux để thao tác với tệp bao gồm: </a:t>
            </a:r>
            <a:endParaRPr lang="en-US" dirty="0"/>
          </a:p>
        </p:txBody>
      </p:sp>
      <p:pic>
        <p:nvPicPr>
          <p:cNvPr id="3074" name="Picture 2" descr="Most Common linux - commands">
            <a:extLst>
              <a:ext uri="{FF2B5EF4-FFF2-40B4-BE49-F238E27FC236}">
                <a16:creationId xmlns:a16="http://schemas.microsoft.com/office/drawing/2014/main" id="{FFCCF2A0-DAF5-863B-1EE2-E72E47D264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99454" y="3281121"/>
            <a:ext cx="4102683" cy="20310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94637366"/>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4FFBBC-159B-E1CB-AEC7-59F960041AC3}"/>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049BF9CE-D71F-7274-4931-EED05B9B3F61}"/>
              </a:ext>
            </a:extLst>
          </p:cNvPr>
          <p:cNvSpPr txBox="1"/>
          <p:nvPr/>
        </p:nvSpPr>
        <p:spPr>
          <a:xfrm>
            <a:off x="2390229" y="1588133"/>
            <a:ext cx="184731" cy="458331"/>
          </a:xfrm>
          <a:prstGeom prst="rect">
            <a:avLst/>
          </a:prstGeom>
          <a:noFill/>
        </p:spPr>
        <p:txBody>
          <a:bodyPr wrap="none" rtlCol="0">
            <a:spAutoFit/>
          </a:bodyPr>
          <a:lstStyle/>
          <a:p>
            <a:pPr algn="just">
              <a:lnSpc>
                <a:spcPct val="150000"/>
              </a:lnSpc>
            </a:pPr>
            <a:endParaRPr lang="en-US" dirty="0">
              <a:latin typeface="Averta CY" panose="00000500000000000000" pitchFamily="50" charset="0"/>
            </a:endParaRPr>
          </a:p>
        </p:txBody>
      </p:sp>
      <p:sp>
        <p:nvSpPr>
          <p:cNvPr id="3" name="TextBox 2">
            <a:extLst>
              <a:ext uri="{FF2B5EF4-FFF2-40B4-BE49-F238E27FC236}">
                <a16:creationId xmlns:a16="http://schemas.microsoft.com/office/drawing/2014/main" id="{A9EDC2AD-9CB4-762D-F366-DB82058C5344}"/>
              </a:ext>
            </a:extLst>
          </p:cNvPr>
          <p:cNvSpPr txBox="1"/>
          <p:nvPr/>
        </p:nvSpPr>
        <p:spPr>
          <a:xfrm>
            <a:off x="524598" y="2250153"/>
            <a:ext cx="4100723" cy="458331"/>
          </a:xfrm>
          <a:prstGeom prst="rect">
            <a:avLst/>
          </a:prstGeom>
          <a:noFill/>
        </p:spPr>
        <p:txBody>
          <a:bodyPr wrap="square">
            <a:spAutoFit/>
          </a:bodyPr>
          <a:lstStyle/>
          <a:p>
            <a:pPr marL="285750" indent="-285750" algn="just">
              <a:lnSpc>
                <a:spcPct val="150000"/>
              </a:lnSpc>
              <a:buFont typeface="Wingdings" panose="05000000000000000000" pitchFamily="2" charset="2"/>
              <a:buChar char="q"/>
            </a:pPr>
            <a:r>
              <a:rPr lang="vi-VN" dirty="0">
                <a:solidFill>
                  <a:srgbClr val="00477F"/>
                </a:solidFill>
                <a:latin typeface="Averta Std CY" panose="00000500000000000000" pitchFamily="50" charset="0"/>
              </a:rPr>
              <a:t>Lệnh </a:t>
            </a:r>
            <a:r>
              <a:rPr lang="vi-VN" dirty="0">
                <a:solidFill>
                  <a:srgbClr val="00477F"/>
                </a:solidFill>
                <a:latin typeface="Averta Std CY Bold" panose="00000800000000000000" pitchFamily="50" charset="0"/>
              </a:rPr>
              <a:t>open()</a:t>
            </a:r>
            <a:endParaRPr lang="en-US" dirty="0">
              <a:solidFill>
                <a:srgbClr val="00477F"/>
              </a:solidFill>
              <a:latin typeface="Averta Std CY Bold" panose="00000800000000000000" pitchFamily="50" charset="0"/>
            </a:endParaRPr>
          </a:p>
        </p:txBody>
      </p:sp>
      <p:sp>
        <p:nvSpPr>
          <p:cNvPr id="4" name="Rectangle 3">
            <a:extLst>
              <a:ext uri="{FF2B5EF4-FFF2-40B4-BE49-F238E27FC236}">
                <a16:creationId xmlns:a16="http://schemas.microsoft.com/office/drawing/2014/main" id="{71FCB48B-2E90-2A51-27E7-6C4B891C6B74}"/>
              </a:ext>
            </a:extLst>
          </p:cNvPr>
          <p:cNvSpPr/>
          <p:nvPr/>
        </p:nvSpPr>
        <p:spPr>
          <a:xfrm>
            <a:off x="2940099" y="2800977"/>
            <a:ext cx="7210898" cy="662020"/>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r>
              <a:rPr lang="fr-FR" dirty="0" err="1">
                <a:solidFill>
                  <a:schemeClr val="bg1"/>
                </a:solidFill>
                <a:latin typeface="+mj-lt"/>
              </a:rPr>
              <a:t>int</a:t>
            </a:r>
            <a:r>
              <a:rPr lang="fr-FR" dirty="0">
                <a:solidFill>
                  <a:schemeClr val="bg1"/>
                </a:solidFill>
                <a:latin typeface="+mj-lt"/>
              </a:rPr>
              <a:t> open(</a:t>
            </a:r>
            <a:r>
              <a:rPr lang="fr-FR" dirty="0" err="1">
                <a:solidFill>
                  <a:schemeClr val="bg1"/>
                </a:solidFill>
                <a:latin typeface="+mj-lt"/>
              </a:rPr>
              <a:t>const</a:t>
            </a:r>
            <a:r>
              <a:rPr lang="fr-FR" dirty="0">
                <a:solidFill>
                  <a:schemeClr val="bg1"/>
                </a:solidFill>
                <a:latin typeface="+mj-lt"/>
              </a:rPr>
              <a:t> char *</a:t>
            </a:r>
            <a:r>
              <a:rPr lang="fr-FR" dirty="0" err="1">
                <a:solidFill>
                  <a:schemeClr val="bg1"/>
                </a:solidFill>
                <a:latin typeface="+mj-lt"/>
              </a:rPr>
              <a:t>pathname</a:t>
            </a:r>
            <a:r>
              <a:rPr lang="fr-FR" dirty="0">
                <a:solidFill>
                  <a:schemeClr val="bg1"/>
                </a:solidFill>
                <a:latin typeface="+mj-lt"/>
              </a:rPr>
              <a:t>, </a:t>
            </a:r>
            <a:r>
              <a:rPr lang="fr-FR" dirty="0" err="1">
                <a:solidFill>
                  <a:schemeClr val="bg1"/>
                </a:solidFill>
                <a:latin typeface="+mj-lt"/>
              </a:rPr>
              <a:t>int</a:t>
            </a:r>
            <a:r>
              <a:rPr lang="fr-FR" dirty="0">
                <a:solidFill>
                  <a:schemeClr val="bg1"/>
                </a:solidFill>
                <a:latin typeface="+mj-lt"/>
              </a:rPr>
              <a:t> flags, ... /* </a:t>
            </a:r>
            <a:r>
              <a:rPr lang="fr-FR" dirty="0" err="1">
                <a:solidFill>
                  <a:schemeClr val="bg1"/>
                </a:solidFill>
                <a:latin typeface="+mj-lt"/>
              </a:rPr>
              <a:t>mode_t</a:t>
            </a:r>
            <a:r>
              <a:rPr lang="fr-FR" dirty="0">
                <a:solidFill>
                  <a:schemeClr val="bg1"/>
                </a:solidFill>
                <a:latin typeface="+mj-lt"/>
              </a:rPr>
              <a:t> mode */);</a:t>
            </a:r>
            <a:endParaRPr lang="vi-VN" dirty="0">
              <a:solidFill>
                <a:schemeClr val="bg1"/>
              </a:solidFill>
              <a:latin typeface="+mj-lt"/>
            </a:endParaRPr>
          </a:p>
        </p:txBody>
      </p:sp>
      <p:sp>
        <p:nvSpPr>
          <p:cNvPr id="7" name="TextBox 6">
            <a:extLst>
              <a:ext uri="{FF2B5EF4-FFF2-40B4-BE49-F238E27FC236}">
                <a16:creationId xmlns:a16="http://schemas.microsoft.com/office/drawing/2014/main" id="{76E36DA2-315C-D076-264C-16F88FC1CF96}"/>
              </a:ext>
            </a:extLst>
          </p:cNvPr>
          <p:cNvSpPr txBox="1"/>
          <p:nvPr/>
        </p:nvSpPr>
        <p:spPr>
          <a:xfrm>
            <a:off x="521381" y="4184229"/>
            <a:ext cx="11041728" cy="1289327"/>
          </a:xfrm>
          <a:prstGeom prst="rect">
            <a:avLst/>
          </a:prstGeom>
          <a:noFill/>
        </p:spPr>
        <p:txBody>
          <a:bodyPr wrap="square">
            <a:spAutoFit/>
          </a:bodyPr>
          <a:lstStyle/>
          <a:p>
            <a:pPr algn="just">
              <a:lnSpc>
                <a:spcPct val="150000"/>
              </a:lnSpc>
            </a:pPr>
            <a:r>
              <a:rPr lang="vi-VN" dirty="0">
                <a:solidFill>
                  <a:srgbClr val="00477F"/>
                </a:solidFill>
                <a:latin typeface="Averta Std CY Bold" panose="00000800000000000000" pitchFamily="50" charset="0"/>
              </a:rPr>
              <a:t>Trả về:</a:t>
            </a:r>
          </a:p>
          <a:p>
            <a:pPr marL="285750" indent="-285750" algn="just">
              <a:lnSpc>
                <a:spcPct val="150000"/>
              </a:lnSpc>
              <a:buFont typeface="Arial" panose="020B0604020202020204" pitchFamily="34" charset="0"/>
              <a:buChar char="•"/>
            </a:pPr>
            <a:r>
              <a:rPr lang="vi-VN" dirty="0">
                <a:solidFill>
                  <a:srgbClr val="00477F"/>
                </a:solidFill>
                <a:latin typeface="Averta Std CY Bold" panose="00000800000000000000" pitchFamily="50" charset="0"/>
              </a:rPr>
              <a:t>File descriptor </a:t>
            </a:r>
            <a:r>
              <a:rPr lang="vi-VN" dirty="0">
                <a:solidFill>
                  <a:srgbClr val="00477F"/>
                </a:solidFill>
                <a:latin typeface="Averta Std CY" panose="00000500000000000000" pitchFamily="50" charset="0"/>
              </a:rPr>
              <a:t>(số nguyên dương) nếu mở tệp thành công.</a:t>
            </a:r>
          </a:p>
          <a:p>
            <a:pPr marL="285750" indent="-285750" algn="just">
              <a:lnSpc>
                <a:spcPct val="150000"/>
              </a:lnSpc>
              <a:buFont typeface="Arial" panose="020B0604020202020204" pitchFamily="34" charset="0"/>
              <a:buChar char="•"/>
            </a:pPr>
            <a:r>
              <a:rPr lang="vi-VN" dirty="0">
                <a:solidFill>
                  <a:srgbClr val="00477F"/>
                </a:solidFill>
                <a:latin typeface="Averta Std CY Bold" panose="00000800000000000000" pitchFamily="50" charset="0"/>
              </a:rPr>
              <a:t>-1</a:t>
            </a:r>
            <a:r>
              <a:rPr lang="vi-VN" dirty="0">
                <a:solidFill>
                  <a:srgbClr val="00477F"/>
                </a:solidFill>
                <a:latin typeface="Averta Std CY" panose="00000500000000000000" pitchFamily="50" charset="0"/>
              </a:rPr>
              <a:t> nếu xảy ra lỗi, và </a:t>
            </a:r>
            <a:r>
              <a:rPr lang="vi-VN" dirty="0">
                <a:solidFill>
                  <a:srgbClr val="00477F"/>
                </a:solidFill>
                <a:latin typeface="Averta Std CY Bold" panose="00000800000000000000" pitchFamily="50" charset="0"/>
              </a:rPr>
              <a:t>errno</a:t>
            </a:r>
            <a:r>
              <a:rPr lang="vi-VN" dirty="0">
                <a:solidFill>
                  <a:srgbClr val="00477F"/>
                </a:solidFill>
                <a:latin typeface="Averta Std CY" panose="00000500000000000000" pitchFamily="50" charset="0"/>
              </a:rPr>
              <a:t> sẽ xác định nguyên nhân lỗi.</a:t>
            </a:r>
            <a:endParaRPr lang="en-US" dirty="0">
              <a:solidFill>
                <a:srgbClr val="00477F"/>
              </a:solidFill>
              <a:latin typeface="Averta Std CY" panose="00000500000000000000" pitchFamily="50" charset="0"/>
            </a:endParaRPr>
          </a:p>
        </p:txBody>
      </p:sp>
      <p:sp>
        <p:nvSpPr>
          <p:cNvPr id="8" name="Rectangle: Rounded Corners 7">
            <a:extLst>
              <a:ext uri="{FF2B5EF4-FFF2-40B4-BE49-F238E27FC236}">
                <a16:creationId xmlns:a16="http://schemas.microsoft.com/office/drawing/2014/main" id="{422FD1C2-6C5A-8424-961B-FA6B36F34530}"/>
              </a:ext>
            </a:extLst>
          </p:cNvPr>
          <p:cNvSpPr/>
          <p:nvPr/>
        </p:nvSpPr>
        <p:spPr>
          <a:xfrm>
            <a:off x="521382" y="1417726"/>
            <a:ext cx="4664076" cy="662020"/>
          </a:xfrm>
          <a:prstGeom prst="roundRect">
            <a:avLst>
              <a:gd name="adj" fmla="val 50000"/>
            </a:avLst>
          </a:prstGeom>
          <a:solidFill>
            <a:srgbClr val="0263B9"/>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latin typeface="Averta CY Semibold" panose="00000700000000000000" pitchFamily="50" charset="0"/>
              </a:rPr>
              <a:t>CÁC SYSTEM CALL CƠ BẢN VỚI FILE</a:t>
            </a:r>
            <a:endParaRPr lang="en-US" dirty="0">
              <a:latin typeface="Averta CY Semibold" panose="00000700000000000000" pitchFamily="50" charset="0"/>
            </a:endParaRPr>
          </a:p>
        </p:txBody>
      </p:sp>
    </p:spTree>
    <p:extLst>
      <p:ext uri="{BB962C8B-B14F-4D97-AF65-F5344CB8AC3E}">
        <p14:creationId xmlns:p14="http://schemas.microsoft.com/office/powerpoint/2010/main" val="694657067"/>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CCD005-1F05-DFF9-5B02-66622564C9E6}"/>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DD2B291E-6AEA-B92D-2AFC-19A1D7B3CCFA}"/>
              </a:ext>
            </a:extLst>
          </p:cNvPr>
          <p:cNvSpPr txBox="1"/>
          <p:nvPr/>
        </p:nvSpPr>
        <p:spPr>
          <a:xfrm>
            <a:off x="2390229" y="1588133"/>
            <a:ext cx="184731" cy="458331"/>
          </a:xfrm>
          <a:prstGeom prst="rect">
            <a:avLst/>
          </a:prstGeom>
          <a:noFill/>
        </p:spPr>
        <p:txBody>
          <a:bodyPr wrap="none" rtlCol="0">
            <a:spAutoFit/>
          </a:bodyPr>
          <a:lstStyle/>
          <a:p>
            <a:pPr algn="just">
              <a:lnSpc>
                <a:spcPct val="150000"/>
              </a:lnSpc>
            </a:pPr>
            <a:endParaRPr lang="en-US" dirty="0">
              <a:latin typeface="Averta CY" panose="00000500000000000000" pitchFamily="50" charset="0"/>
            </a:endParaRPr>
          </a:p>
        </p:txBody>
      </p:sp>
      <p:sp>
        <p:nvSpPr>
          <p:cNvPr id="3" name="TextBox 2">
            <a:extLst>
              <a:ext uri="{FF2B5EF4-FFF2-40B4-BE49-F238E27FC236}">
                <a16:creationId xmlns:a16="http://schemas.microsoft.com/office/drawing/2014/main" id="{514E355D-CA59-E5DD-FBFD-095672B3B26B}"/>
              </a:ext>
            </a:extLst>
          </p:cNvPr>
          <p:cNvSpPr txBox="1"/>
          <p:nvPr/>
        </p:nvSpPr>
        <p:spPr>
          <a:xfrm>
            <a:off x="524598" y="2250153"/>
            <a:ext cx="4100723" cy="458331"/>
          </a:xfrm>
          <a:prstGeom prst="rect">
            <a:avLst/>
          </a:prstGeom>
          <a:noFill/>
        </p:spPr>
        <p:txBody>
          <a:bodyPr wrap="square">
            <a:spAutoFit/>
          </a:bodyPr>
          <a:lstStyle/>
          <a:p>
            <a:pPr marL="285750" indent="-285750" algn="just">
              <a:lnSpc>
                <a:spcPct val="150000"/>
              </a:lnSpc>
              <a:buFont typeface="Wingdings" panose="05000000000000000000" pitchFamily="2" charset="2"/>
              <a:buChar char="q"/>
            </a:pPr>
            <a:r>
              <a:rPr lang="vi-VN" dirty="0">
                <a:solidFill>
                  <a:srgbClr val="00477F"/>
                </a:solidFill>
                <a:latin typeface="Averta Std CY" panose="00000500000000000000" pitchFamily="50" charset="0"/>
              </a:rPr>
              <a:t>Lệnh </a:t>
            </a:r>
            <a:r>
              <a:rPr lang="vi-VN" dirty="0">
                <a:solidFill>
                  <a:srgbClr val="00477F"/>
                </a:solidFill>
                <a:latin typeface="Averta Std CY Bold" panose="00000800000000000000" pitchFamily="50" charset="0"/>
              </a:rPr>
              <a:t>open()</a:t>
            </a:r>
            <a:endParaRPr lang="en-US" dirty="0">
              <a:solidFill>
                <a:srgbClr val="00477F"/>
              </a:solidFill>
              <a:latin typeface="Averta Std CY Bold" panose="00000800000000000000" pitchFamily="50" charset="0"/>
            </a:endParaRPr>
          </a:p>
        </p:txBody>
      </p:sp>
      <p:sp>
        <p:nvSpPr>
          <p:cNvPr id="4" name="Rectangle 3">
            <a:extLst>
              <a:ext uri="{FF2B5EF4-FFF2-40B4-BE49-F238E27FC236}">
                <a16:creationId xmlns:a16="http://schemas.microsoft.com/office/drawing/2014/main" id="{FF3FDDA6-FF19-3E6F-A8DB-226B459732D3}"/>
              </a:ext>
            </a:extLst>
          </p:cNvPr>
          <p:cNvSpPr/>
          <p:nvPr/>
        </p:nvSpPr>
        <p:spPr>
          <a:xfrm>
            <a:off x="2940099" y="2800977"/>
            <a:ext cx="7210898" cy="662020"/>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r>
              <a:rPr lang="fr-FR" dirty="0" err="1">
                <a:solidFill>
                  <a:schemeClr val="bg1"/>
                </a:solidFill>
                <a:latin typeface="+mj-lt"/>
              </a:rPr>
              <a:t>int</a:t>
            </a:r>
            <a:r>
              <a:rPr lang="fr-FR" dirty="0">
                <a:solidFill>
                  <a:schemeClr val="bg1"/>
                </a:solidFill>
                <a:latin typeface="+mj-lt"/>
              </a:rPr>
              <a:t> open(</a:t>
            </a:r>
            <a:r>
              <a:rPr lang="fr-FR" dirty="0" err="1">
                <a:solidFill>
                  <a:schemeClr val="bg1"/>
                </a:solidFill>
                <a:latin typeface="+mj-lt"/>
              </a:rPr>
              <a:t>const</a:t>
            </a:r>
            <a:r>
              <a:rPr lang="fr-FR" dirty="0">
                <a:solidFill>
                  <a:schemeClr val="bg1"/>
                </a:solidFill>
                <a:latin typeface="+mj-lt"/>
              </a:rPr>
              <a:t> char *</a:t>
            </a:r>
            <a:r>
              <a:rPr lang="fr-FR" dirty="0" err="1">
                <a:solidFill>
                  <a:schemeClr val="bg1"/>
                </a:solidFill>
                <a:latin typeface="+mj-lt"/>
              </a:rPr>
              <a:t>pathname</a:t>
            </a:r>
            <a:r>
              <a:rPr lang="fr-FR" dirty="0">
                <a:solidFill>
                  <a:schemeClr val="bg1"/>
                </a:solidFill>
                <a:latin typeface="+mj-lt"/>
              </a:rPr>
              <a:t>, </a:t>
            </a:r>
            <a:r>
              <a:rPr lang="fr-FR" dirty="0" err="1">
                <a:solidFill>
                  <a:schemeClr val="bg1"/>
                </a:solidFill>
                <a:latin typeface="+mj-lt"/>
              </a:rPr>
              <a:t>int</a:t>
            </a:r>
            <a:r>
              <a:rPr lang="fr-FR" dirty="0">
                <a:solidFill>
                  <a:schemeClr val="bg1"/>
                </a:solidFill>
                <a:latin typeface="+mj-lt"/>
              </a:rPr>
              <a:t> flags, ... /* </a:t>
            </a:r>
            <a:r>
              <a:rPr lang="fr-FR" dirty="0" err="1">
                <a:solidFill>
                  <a:schemeClr val="bg1"/>
                </a:solidFill>
                <a:latin typeface="+mj-lt"/>
              </a:rPr>
              <a:t>mode_t</a:t>
            </a:r>
            <a:r>
              <a:rPr lang="fr-FR" dirty="0">
                <a:solidFill>
                  <a:schemeClr val="bg1"/>
                </a:solidFill>
                <a:latin typeface="+mj-lt"/>
              </a:rPr>
              <a:t> mode */);</a:t>
            </a:r>
            <a:endParaRPr lang="vi-VN" dirty="0">
              <a:solidFill>
                <a:schemeClr val="bg1"/>
              </a:solidFill>
              <a:latin typeface="+mj-lt"/>
            </a:endParaRPr>
          </a:p>
        </p:txBody>
      </p:sp>
      <p:sp>
        <p:nvSpPr>
          <p:cNvPr id="7" name="TextBox 6">
            <a:extLst>
              <a:ext uri="{FF2B5EF4-FFF2-40B4-BE49-F238E27FC236}">
                <a16:creationId xmlns:a16="http://schemas.microsoft.com/office/drawing/2014/main" id="{8BB8C7AD-A1D4-54B9-7629-3D467126C51A}"/>
              </a:ext>
            </a:extLst>
          </p:cNvPr>
          <p:cNvSpPr txBox="1"/>
          <p:nvPr/>
        </p:nvSpPr>
        <p:spPr>
          <a:xfrm>
            <a:off x="799842" y="3704927"/>
            <a:ext cx="2053578" cy="458331"/>
          </a:xfrm>
          <a:prstGeom prst="rect">
            <a:avLst/>
          </a:prstGeom>
          <a:noFill/>
        </p:spPr>
        <p:txBody>
          <a:bodyPr wrap="square">
            <a:spAutoFit/>
          </a:bodyPr>
          <a:lstStyle/>
          <a:p>
            <a:pPr algn="just">
              <a:lnSpc>
                <a:spcPct val="150000"/>
              </a:lnSpc>
            </a:pPr>
            <a:r>
              <a:rPr lang="vi-VN" dirty="0">
                <a:solidFill>
                  <a:srgbClr val="00477F"/>
                </a:solidFill>
                <a:latin typeface="Averta Std CY" panose="00000500000000000000" pitchFamily="50" charset="0"/>
              </a:rPr>
              <a:t>Tham số </a:t>
            </a:r>
            <a:r>
              <a:rPr lang="vi-VN" dirty="0">
                <a:solidFill>
                  <a:srgbClr val="00477F"/>
                </a:solidFill>
                <a:latin typeface="Averta Std CY Bold" panose="00000800000000000000" pitchFamily="50" charset="0"/>
              </a:rPr>
              <a:t>flags:</a:t>
            </a:r>
            <a:endParaRPr lang="en-US" dirty="0">
              <a:solidFill>
                <a:srgbClr val="00477F"/>
              </a:solidFill>
              <a:latin typeface="Averta Std CY" panose="00000500000000000000" pitchFamily="50" charset="0"/>
            </a:endParaRPr>
          </a:p>
        </p:txBody>
      </p:sp>
      <p:sp>
        <p:nvSpPr>
          <p:cNvPr id="8" name="TextBox 7">
            <a:extLst>
              <a:ext uri="{FF2B5EF4-FFF2-40B4-BE49-F238E27FC236}">
                <a16:creationId xmlns:a16="http://schemas.microsoft.com/office/drawing/2014/main" id="{9D26FEE9-A8B5-B55D-9B0D-41DBD706AFF1}"/>
              </a:ext>
            </a:extLst>
          </p:cNvPr>
          <p:cNvSpPr txBox="1"/>
          <p:nvPr/>
        </p:nvSpPr>
        <p:spPr>
          <a:xfrm>
            <a:off x="799842" y="4308970"/>
            <a:ext cx="3968928" cy="1289327"/>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dirty="0">
                <a:solidFill>
                  <a:srgbClr val="00477F"/>
                </a:solidFill>
                <a:latin typeface="Averta Std CY Bold" panose="00000800000000000000" pitchFamily="50" charset="0"/>
              </a:rPr>
              <a:t>O_RDONLY</a:t>
            </a:r>
            <a:r>
              <a:rPr lang="en-US" dirty="0">
                <a:solidFill>
                  <a:srgbClr val="00477F"/>
                </a:solidFill>
                <a:latin typeface="Averta Std CY" panose="00000500000000000000" pitchFamily="50" charset="0"/>
              </a:rPr>
              <a:t>: </a:t>
            </a:r>
            <a:r>
              <a:rPr lang="en-US" dirty="0" err="1">
                <a:solidFill>
                  <a:srgbClr val="00477F"/>
                </a:solidFill>
                <a:latin typeface="Averta Std CY" panose="00000500000000000000" pitchFamily="50" charset="0"/>
              </a:rPr>
              <a:t>Mở</a:t>
            </a:r>
            <a:r>
              <a:rPr lang="en-US" dirty="0">
                <a:solidFill>
                  <a:srgbClr val="00477F"/>
                </a:solidFill>
                <a:latin typeface="Averta Std CY" panose="00000500000000000000" pitchFamily="50" charset="0"/>
              </a:rPr>
              <a:t> </a:t>
            </a:r>
            <a:r>
              <a:rPr lang="en-US" dirty="0" err="1">
                <a:solidFill>
                  <a:srgbClr val="00477F"/>
                </a:solidFill>
                <a:latin typeface="Averta Std CY" panose="00000500000000000000" pitchFamily="50" charset="0"/>
              </a:rPr>
              <a:t>tệp</a:t>
            </a:r>
            <a:r>
              <a:rPr lang="en-US" dirty="0">
                <a:solidFill>
                  <a:srgbClr val="00477F"/>
                </a:solidFill>
                <a:latin typeface="Averta Std CY" panose="00000500000000000000" pitchFamily="50" charset="0"/>
              </a:rPr>
              <a:t> </a:t>
            </a:r>
            <a:r>
              <a:rPr lang="en-US" dirty="0" err="1">
                <a:solidFill>
                  <a:srgbClr val="00477F"/>
                </a:solidFill>
                <a:latin typeface="Averta Std CY" panose="00000500000000000000" pitchFamily="50" charset="0"/>
              </a:rPr>
              <a:t>chỉ</a:t>
            </a:r>
            <a:r>
              <a:rPr lang="en-US" dirty="0">
                <a:solidFill>
                  <a:srgbClr val="00477F"/>
                </a:solidFill>
                <a:latin typeface="Averta Std CY" panose="00000500000000000000" pitchFamily="50" charset="0"/>
              </a:rPr>
              <a:t> </a:t>
            </a:r>
            <a:r>
              <a:rPr lang="en-US" dirty="0" err="1">
                <a:solidFill>
                  <a:srgbClr val="00477F"/>
                </a:solidFill>
                <a:latin typeface="Averta Std CY" panose="00000500000000000000" pitchFamily="50" charset="0"/>
              </a:rPr>
              <a:t>đọc</a:t>
            </a:r>
            <a:r>
              <a:rPr lang="en-US" dirty="0">
                <a:solidFill>
                  <a:srgbClr val="00477F"/>
                </a:solidFill>
                <a:latin typeface="Averta Std CY" panose="00000500000000000000" pitchFamily="50" charset="0"/>
              </a:rPr>
              <a:t>.</a:t>
            </a:r>
            <a:endParaRPr lang="vi-VN" dirty="0">
              <a:solidFill>
                <a:srgbClr val="00477F"/>
              </a:solidFill>
              <a:latin typeface="Averta Std CY" panose="00000500000000000000" pitchFamily="50" charset="0"/>
            </a:endParaRPr>
          </a:p>
          <a:p>
            <a:pPr marL="285750" indent="-285750">
              <a:lnSpc>
                <a:spcPct val="150000"/>
              </a:lnSpc>
              <a:buFont typeface="Arial" panose="020B0604020202020204" pitchFamily="34" charset="0"/>
              <a:buChar char="•"/>
            </a:pPr>
            <a:r>
              <a:rPr lang="en-US" dirty="0">
                <a:solidFill>
                  <a:srgbClr val="00477F"/>
                </a:solidFill>
                <a:latin typeface="Averta Std CY Bold" panose="00000800000000000000" pitchFamily="50" charset="0"/>
              </a:rPr>
              <a:t>O_WRONLY</a:t>
            </a:r>
            <a:r>
              <a:rPr lang="en-US" dirty="0">
                <a:solidFill>
                  <a:srgbClr val="00477F"/>
                </a:solidFill>
                <a:latin typeface="Averta Std CY" panose="00000500000000000000" pitchFamily="50" charset="0"/>
              </a:rPr>
              <a:t>: </a:t>
            </a:r>
            <a:r>
              <a:rPr lang="en-US" dirty="0" err="1">
                <a:solidFill>
                  <a:srgbClr val="00477F"/>
                </a:solidFill>
                <a:latin typeface="Averta Std CY" panose="00000500000000000000" pitchFamily="50" charset="0"/>
              </a:rPr>
              <a:t>Mở</a:t>
            </a:r>
            <a:r>
              <a:rPr lang="en-US" dirty="0">
                <a:solidFill>
                  <a:srgbClr val="00477F"/>
                </a:solidFill>
                <a:latin typeface="Averta Std CY" panose="00000500000000000000" pitchFamily="50" charset="0"/>
              </a:rPr>
              <a:t> </a:t>
            </a:r>
            <a:r>
              <a:rPr lang="en-US" dirty="0" err="1">
                <a:solidFill>
                  <a:srgbClr val="00477F"/>
                </a:solidFill>
                <a:latin typeface="Averta Std CY" panose="00000500000000000000" pitchFamily="50" charset="0"/>
              </a:rPr>
              <a:t>tệp</a:t>
            </a:r>
            <a:r>
              <a:rPr lang="en-US" dirty="0">
                <a:solidFill>
                  <a:srgbClr val="00477F"/>
                </a:solidFill>
                <a:latin typeface="Averta Std CY" panose="00000500000000000000" pitchFamily="50" charset="0"/>
              </a:rPr>
              <a:t> </a:t>
            </a:r>
            <a:r>
              <a:rPr lang="en-US" dirty="0" err="1">
                <a:solidFill>
                  <a:srgbClr val="00477F"/>
                </a:solidFill>
                <a:latin typeface="Averta Std CY" panose="00000500000000000000" pitchFamily="50" charset="0"/>
              </a:rPr>
              <a:t>chỉ</a:t>
            </a:r>
            <a:r>
              <a:rPr lang="en-US" dirty="0">
                <a:solidFill>
                  <a:srgbClr val="00477F"/>
                </a:solidFill>
                <a:latin typeface="Averta Std CY" panose="00000500000000000000" pitchFamily="50" charset="0"/>
              </a:rPr>
              <a:t> </a:t>
            </a:r>
            <a:r>
              <a:rPr lang="en-US" dirty="0" err="1">
                <a:solidFill>
                  <a:srgbClr val="00477F"/>
                </a:solidFill>
                <a:latin typeface="Averta Std CY" panose="00000500000000000000" pitchFamily="50" charset="0"/>
              </a:rPr>
              <a:t>ghi</a:t>
            </a:r>
            <a:r>
              <a:rPr lang="en-US" dirty="0">
                <a:solidFill>
                  <a:srgbClr val="00477F"/>
                </a:solidFill>
                <a:latin typeface="Averta Std CY" panose="00000500000000000000" pitchFamily="50" charset="0"/>
              </a:rPr>
              <a:t>.</a:t>
            </a:r>
            <a:endParaRPr lang="vi-VN" dirty="0">
              <a:solidFill>
                <a:srgbClr val="00477F"/>
              </a:solidFill>
              <a:latin typeface="Averta Std CY" panose="00000500000000000000" pitchFamily="50" charset="0"/>
            </a:endParaRPr>
          </a:p>
          <a:p>
            <a:pPr marL="285750" indent="-285750">
              <a:lnSpc>
                <a:spcPct val="150000"/>
              </a:lnSpc>
              <a:buFont typeface="Arial" panose="020B0604020202020204" pitchFamily="34" charset="0"/>
              <a:buChar char="•"/>
            </a:pPr>
            <a:r>
              <a:rPr lang="en-US" dirty="0">
                <a:solidFill>
                  <a:srgbClr val="00477F"/>
                </a:solidFill>
                <a:latin typeface="Averta Std CY Bold" panose="00000800000000000000" pitchFamily="50" charset="0"/>
              </a:rPr>
              <a:t>O_RDWR: </a:t>
            </a:r>
            <a:r>
              <a:rPr lang="en-US" dirty="0" err="1">
                <a:solidFill>
                  <a:srgbClr val="00477F"/>
                </a:solidFill>
                <a:latin typeface="Averta Std CY" panose="00000500000000000000" pitchFamily="50" charset="0"/>
              </a:rPr>
              <a:t>Mở</a:t>
            </a:r>
            <a:r>
              <a:rPr lang="en-US" dirty="0">
                <a:solidFill>
                  <a:srgbClr val="00477F"/>
                </a:solidFill>
                <a:latin typeface="Averta Std CY" panose="00000500000000000000" pitchFamily="50" charset="0"/>
              </a:rPr>
              <a:t> </a:t>
            </a:r>
            <a:r>
              <a:rPr lang="en-US" dirty="0" err="1">
                <a:solidFill>
                  <a:srgbClr val="00477F"/>
                </a:solidFill>
                <a:latin typeface="Averta Std CY" panose="00000500000000000000" pitchFamily="50" charset="0"/>
              </a:rPr>
              <a:t>tệp</a:t>
            </a:r>
            <a:r>
              <a:rPr lang="en-US" dirty="0">
                <a:solidFill>
                  <a:srgbClr val="00477F"/>
                </a:solidFill>
                <a:latin typeface="Averta Std CY" panose="00000500000000000000" pitchFamily="50" charset="0"/>
              </a:rPr>
              <a:t> </a:t>
            </a:r>
            <a:r>
              <a:rPr lang="en-US" dirty="0" err="1">
                <a:solidFill>
                  <a:srgbClr val="00477F"/>
                </a:solidFill>
                <a:latin typeface="Averta Std CY" panose="00000500000000000000" pitchFamily="50" charset="0"/>
              </a:rPr>
              <a:t>để</a:t>
            </a:r>
            <a:r>
              <a:rPr lang="en-US" dirty="0">
                <a:solidFill>
                  <a:srgbClr val="00477F"/>
                </a:solidFill>
                <a:latin typeface="Averta Std CY" panose="00000500000000000000" pitchFamily="50" charset="0"/>
              </a:rPr>
              <a:t> </a:t>
            </a:r>
            <a:r>
              <a:rPr lang="en-US" dirty="0" err="1">
                <a:solidFill>
                  <a:srgbClr val="00477F"/>
                </a:solidFill>
                <a:latin typeface="Averta Std CY" panose="00000500000000000000" pitchFamily="50" charset="0"/>
              </a:rPr>
              <a:t>đọc</a:t>
            </a:r>
            <a:r>
              <a:rPr lang="en-US" dirty="0">
                <a:solidFill>
                  <a:srgbClr val="00477F"/>
                </a:solidFill>
                <a:latin typeface="Averta Std CY" panose="00000500000000000000" pitchFamily="50" charset="0"/>
              </a:rPr>
              <a:t> </a:t>
            </a:r>
            <a:r>
              <a:rPr lang="en-US" dirty="0" err="1">
                <a:solidFill>
                  <a:srgbClr val="00477F"/>
                </a:solidFill>
                <a:latin typeface="Averta Std CY" panose="00000500000000000000" pitchFamily="50" charset="0"/>
              </a:rPr>
              <a:t>và</a:t>
            </a:r>
            <a:r>
              <a:rPr lang="en-US" dirty="0">
                <a:solidFill>
                  <a:srgbClr val="00477F"/>
                </a:solidFill>
                <a:latin typeface="Averta Std CY" panose="00000500000000000000" pitchFamily="50" charset="0"/>
              </a:rPr>
              <a:t> </a:t>
            </a:r>
            <a:r>
              <a:rPr lang="en-US" dirty="0" err="1">
                <a:solidFill>
                  <a:srgbClr val="00477F"/>
                </a:solidFill>
                <a:latin typeface="Averta Std CY" panose="00000500000000000000" pitchFamily="50" charset="0"/>
              </a:rPr>
              <a:t>ghi</a:t>
            </a:r>
            <a:r>
              <a:rPr lang="en-US" dirty="0">
                <a:solidFill>
                  <a:srgbClr val="00477F"/>
                </a:solidFill>
                <a:latin typeface="Averta Std CY" panose="00000500000000000000" pitchFamily="50" charset="0"/>
              </a:rPr>
              <a:t>.</a:t>
            </a:r>
          </a:p>
        </p:txBody>
      </p:sp>
      <p:sp>
        <p:nvSpPr>
          <p:cNvPr id="10" name="TextBox 9">
            <a:extLst>
              <a:ext uri="{FF2B5EF4-FFF2-40B4-BE49-F238E27FC236}">
                <a16:creationId xmlns:a16="http://schemas.microsoft.com/office/drawing/2014/main" id="{06BAB3CB-E7EB-6175-C8E8-4DBD3082222E}"/>
              </a:ext>
            </a:extLst>
          </p:cNvPr>
          <p:cNvSpPr txBox="1"/>
          <p:nvPr/>
        </p:nvSpPr>
        <p:spPr>
          <a:xfrm>
            <a:off x="4768770" y="4308969"/>
            <a:ext cx="7210898" cy="1289327"/>
          </a:xfrm>
          <a:prstGeom prst="rect">
            <a:avLst/>
          </a:prstGeom>
          <a:noFill/>
        </p:spPr>
        <p:txBody>
          <a:bodyPr wrap="square">
            <a:spAutoFit/>
          </a:bodyPr>
          <a:lstStyle/>
          <a:p>
            <a:pPr marL="285750" indent="-285750">
              <a:lnSpc>
                <a:spcPct val="150000"/>
              </a:lnSpc>
              <a:buFont typeface="Arial" panose="020B0604020202020204" pitchFamily="34" charset="0"/>
              <a:buChar char="•"/>
            </a:pPr>
            <a:r>
              <a:rPr lang="vi-VN" dirty="0">
                <a:solidFill>
                  <a:srgbClr val="00477F"/>
                </a:solidFill>
                <a:latin typeface="Averta Std CY Bold" panose="00000800000000000000" pitchFamily="50" charset="0"/>
              </a:rPr>
              <a:t>O_CREAT</a:t>
            </a:r>
            <a:r>
              <a:rPr lang="vi-VN" dirty="0">
                <a:solidFill>
                  <a:srgbClr val="00477F"/>
                </a:solidFill>
                <a:latin typeface="Averta Std CY" panose="00000500000000000000" pitchFamily="50" charset="0"/>
              </a:rPr>
              <a:t>: Tạo tệp mới nếu tệp chưa tồn tại.</a:t>
            </a:r>
          </a:p>
          <a:p>
            <a:pPr marL="285750" indent="-285750">
              <a:lnSpc>
                <a:spcPct val="150000"/>
              </a:lnSpc>
              <a:buFont typeface="Arial" panose="020B0604020202020204" pitchFamily="34" charset="0"/>
              <a:buChar char="•"/>
            </a:pPr>
            <a:r>
              <a:rPr lang="vi-VN" dirty="0">
                <a:solidFill>
                  <a:srgbClr val="00477F"/>
                </a:solidFill>
                <a:latin typeface="Averta Std CY Bold" panose="00000800000000000000" pitchFamily="50" charset="0"/>
              </a:rPr>
              <a:t>O_EXCL</a:t>
            </a:r>
            <a:r>
              <a:rPr lang="vi-VN" dirty="0">
                <a:solidFill>
                  <a:srgbClr val="00477F"/>
                </a:solidFill>
                <a:latin typeface="Averta Std CY" panose="00000500000000000000" pitchFamily="50" charset="0"/>
              </a:rPr>
              <a:t>: kết hợp với O_CREAT, nếu tệp tồn tại, open() thất bại.</a:t>
            </a:r>
          </a:p>
          <a:p>
            <a:pPr marL="285750" indent="-285750">
              <a:lnSpc>
                <a:spcPct val="150000"/>
              </a:lnSpc>
              <a:buFont typeface="Arial" panose="020B0604020202020204" pitchFamily="34" charset="0"/>
              <a:buChar char="•"/>
            </a:pPr>
            <a:r>
              <a:rPr lang="vi-VN" dirty="0">
                <a:solidFill>
                  <a:srgbClr val="00477F"/>
                </a:solidFill>
                <a:latin typeface="Averta Std CY Bold" panose="00000800000000000000" pitchFamily="50" charset="0"/>
              </a:rPr>
              <a:t>O_TRUNC</a:t>
            </a:r>
            <a:r>
              <a:rPr lang="vi-VN" dirty="0">
                <a:solidFill>
                  <a:srgbClr val="00477F"/>
                </a:solidFill>
                <a:latin typeface="Averta Std CY" panose="00000500000000000000" pitchFamily="50" charset="0"/>
              </a:rPr>
              <a:t>: Nếu tệp đã tồn tại, nội dung sẽ bị xóa về 0 byte.</a:t>
            </a:r>
            <a:endParaRPr lang="en-US" dirty="0">
              <a:solidFill>
                <a:srgbClr val="00477F"/>
              </a:solidFill>
              <a:latin typeface="Averta Std CY" panose="00000500000000000000" pitchFamily="50" charset="0"/>
            </a:endParaRPr>
          </a:p>
        </p:txBody>
      </p:sp>
      <p:sp>
        <p:nvSpPr>
          <p:cNvPr id="11" name="Rectangle: Rounded Corners 10">
            <a:extLst>
              <a:ext uri="{FF2B5EF4-FFF2-40B4-BE49-F238E27FC236}">
                <a16:creationId xmlns:a16="http://schemas.microsoft.com/office/drawing/2014/main" id="{0F1D7EEC-8F79-F0C0-1EE0-BCA7F7A1881C}"/>
              </a:ext>
            </a:extLst>
          </p:cNvPr>
          <p:cNvSpPr/>
          <p:nvPr/>
        </p:nvSpPr>
        <p:spPr>
          <a:xfrm>
            <a:off x="521382" y="1417726"/>
            <a:ext cx="4664076" cy="662020"/>
          </a:xfrm>
          <a:prstGeom prst="roundRect">
            <a:avLst>
              <a:gd name="adj" fmla="val 50000"/>
            </a:avLst>
          </a:prstGeom>
          <a:solidFill>
            <a:srgbClr val="0263B9"/>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latin typeface="Averta CY Semibold" panose="00000700000000000000" pitchFamily="50" charset="0"/>
              </a:rPr>
              <a:t>CÁC SYSTEM CALL CƠ BẢN VỚI FILE</a:t>
            </a:r>
            <a:endParaRPr lang="en-US" dirty="0">
              <a:latin typeface="Averta CY Semibold" panose="00000700000000000000" pitchFamily="50" charset="0"/>
            </a:endParaRPr>
          </a:p>
        </p:txBody>
      </p:sp>
    </p:spTree>
    <p:extLst>
      <p:ext uri="{BB962C8B-B14F-4D97-AF65-F5344CB8AC3E}">
        <p14:creationId xmlns:p14="http://schemas.microsoft.com/office/powerpoint/2010/main" val="2315366804"/>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293607-C0D7-07C9-81A7-0E43E4817A50}"/>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AC4725D4-0893-74BB-B4AE-D66F28B11130}"/>
              </a:ext>
            </a:extLst>
          </p:cNvPr>
          <p:cNvSpPr txBox="1"/>
          <p:nvPr/>
        </p:nvSpPr>
        <p:spPr>
          <a:xfrm>
            <a:off x="2390229" y="1588133"/>
            <a:ext cx="184731" cy="458331"/>
          </a:xfrm>
          <a:prstGeom prst="rect">
            <a:avLst/>
          </a:prstGeom>
          <a:noFill/>
        </p:spPr>
        <p:txBody>
          <a:bodyPr wrap="none" rtlCol="0">
            <a:spAutoFit/>
          </a:bodyPr>
          <a:lstStyle/>
          <a:p>
            <a:pPr algn="just">
              <a:lnSpc>
                <a:spcPct val="150000"/>
              </a:lnSpc>
            </a:pPr>
            <a:endParaRPr lang="en-US" dirty="0">
              <a:latin typeface="Averta CY" panose="00000500000000000000" pitchFamily="50" charset="0"/>
            </a:endParaRPr>
          </a:p>
        </p:txBody>
      </p:sp>
      <p:sp>
        <p:nvSpPr>
          <p:cNvPr id="3" name="TextBox 2">
            <a:extLst>
              <a:ext uri="{FF2B5EF4-FFF2-40B4-BE49-F238E27FC236}">
                <a16:creationId xmlns:a16="http://schemas.microsoft.com/office/drawing/2014/main" id="{212B7CE7-2BA0-3565-45E7-AFDC21430AFF}"/>
              </a:ext>
            </a:extLst>
          </p:cNvPr>
          <p:cNvSpPr txBox="1"/>
          <p:nvPr/>
        </p:nvSpPr>
        <p:spPr>
          <a:xfrm>
            <a:off x="524598" y="2250153"/>
            <a:ext cx="4100723" cy="458331"/>
          </a:xfrm>
          <a:prstGeom prst="rect">
            <a:avLst/>
          </a:prstGeom>
          <a:noFill/>
        </p:spPr>
        <p:txBody>
          <a:bodyPr wrap="square">
            <a:spAutoFit/>
          </a:bodyPr>
          <a:lstStyle/>
          <a:p>
            <a:pPr marL="285750" indent="-285750" algn="just">
              <a:lnSpc>
                <a:spcPct val="150000"/>
              </a:lnSpc>
              <a:buFont typeface="Wingdings" panose="05000000000000000000" pitchFamily="2" charset="2"/>
              <a:buChar char="q"/>
            </a:pPr>
            <a:r>
              <a:rPr lang="vi-VN" dirty="0">
                <a:solidFill>
                  <a:srgbClr val="00477F"/>
                </a:solidFill>
                <a:latin typeface="Averta Std CY" panose="00000500000000000000" pitchFamily="50" charset="0"/>
              </a:rPr>
              <a:t>Lệnh </a:t>
            </a:r>
            <a:r>
              <a:rPr lang="vi-VN" dirty="0">
                <a:solidFill>
                  <a:srgbClr val="00477F"/>
                </a:solidFill>
                <a:latin typeface="Averta Std CY Bold" panose="00000800000000000000" pitchFamily="50" charset="0"/>
              </a:rPr>
              <a:t>read()</a:t>
            </a:r>
            <a:endParaRPr lang="en-US" dirty="0">
              <a:solidFill>
                <a:srgbClr val="00477F"/>
              </a:solidFill>
              <a:latin typeface="Averta Std CY Bold" panose="00000800000000000000" pitchFamily="50" charset="0"/>
            </a:endParaRPr>
          </a:p>
        </p:txBody>
      </p:sp>
      <p:sp>
        <p:nvSpPr>
          <p:cNvPr id="4" name="Rectangle 3">
            <a:extLst>
              <a:ext uri="{FF2B5EF4-FFF2-40B4-BE49-F238E27FC236}">
                <a16:creationId xmlns:a16="http://schemas.microsoft.com/office/drawing/2014/main" id="{EDFE4441-B444-1A9A-35A3-93402BAE91B6}"/>
              </a:ext>
            </a:extLst>
          </p:cNvPr>
          <p:cNvSpPr/>
          <p:nvPr/>
        </p:nvSpPr>
        <p:spPr>
          <a:xfrm>
            <a:off x="2940099" y="2800977"/>
            <a:ext cx="7210898" cy="662020"/>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r>
              <a:rPr lang="en-US" dirty="0" err="1">
                <a:solidFill>
                  <a:schemeClr val="bg1"/>
                </a:solidFill>
                <a:latin typeface="+mj-lt"/>
              </a:rPr>
              <a:t>size_t</a:t>
            </a:r>
            <a:r>
              <a:rPr lang="en-US" dirty="0">
                <a:solidFill>
                  <a:schemeClr val="bg1"/>
                </a:solidFill>
                <a:latin typeface="+mj-lt"/>
              </a:rPr>
              <a:t> read(int </a:t>
            </a:r>
            <a:r>
              <a:rPr lang="en-US" dirty="0" err="1">
                <a:solidFill>
                  <a:schemeClr val="bg1"/>
                </a:solidFill>
                <a:latin typeface="+mj-lt"/>
              </a:rPr>
              <a:t>fd</a:t>
            </a:r>
            <a:r>
              <a:rPr lang="en-US" dirty="0">
                <a:solidFill>
                  <a:schemeClr val="bg1"/>
                </a:solidFill>
                <a:latin typeface="+mj-lt"/>
              </a:rPr>
              <a:t>, void *buffer, </a:t>
            </a:r>
            <a:r>
              <a:rPr lang="en-US" dirty="0" err="1">
                <a:solidFill>
                  <a:schemeClr val="bg1"/>
                </a:solidFill>
                <a:latin typeface="+mj-lt"/>
              </a:rPr>
              <a:t>size_t</a:t>
            </a:r>
            <a:r>
              <a:rPr lang="en-US" dirty="0">
                <a:solidFill>
                  <a:schemeClr val="bg1"/>
                </a:solidFill>
                <a:latin typeface="+mj-lt"/>
              </a:rPr>
              <a:t> count);</a:t>
            </a:r>
            <a:endParaRPr lang="vi-VN" dirty="0">
              <a:solidFill>
                <a:schemeClr val="bg1"/>
              </a:solidFill>
              <a:latin typeface="+mj-lt"/>
            </a:endParaRPr>
          </a:p>
        </p:txBody>
      </p:sp>
      <p:sp>
        <p:nvSpPr>
          <p:cNvPr id="7" name="TextBox 6">
            <a:extLst>
              <a:ext uri="{FF2B5EF4-FFF2-40B4-BE49-F238E27FC236}">
                <a16:creationId xmlns:a16="http://schemas.microsoft.com/office/drawing/2014/main" id="{0D9F7476-8394-ADEA-4C17-B35B4A30DB2C}"/>
              </a:ext>
            </a:extLst>
          </p:cNvPr>
          <p:cNvSpPr txBox="1"/>
          <p:nvPr/>
        </p:nvSpPr>
        <p:spPr>
          <a:xfrm>
            <a:off x="521382" y="3925842"/>
            <a:ext cx="11041728" cy="1704826"/>
          </a:xfrm>
          <a:prstGeom prst="rect">
            <a:avLst/>
          </a:prstGeom>
          <a:noFill/>
        </p:spPr>
        <p:txBody>
          <a:bodyPr wrap="square">
            <a:spAutoFit/>
          </a:bodyPr>
          <a:lstStyle/>
          <a:p>
            <a:pPr algn="just">
              <a:lnSpc>
                <a:spcPct val="150000"/>
              </a:lnSpc>
            </a:pPr>
            <a:r>
              <a:rPr lang="vi-VN" dirty="0">
                <a:solidFill>
                  <a:srgbClr val="00477F"/>
                </a:solidFill>
                <a:latin typeface="Averta Std CY Bold" panose="00000800000000000000" pitchFamily="50" charset="0"/>
              </a:rPr>
              <a:t>Trả về:</a:t>
            </a:r>
          </a:p>
          <a:p>
            <a:pPr marL="285750" indent="-285750" algn="just">
              <a:lnSpc>
                <a:spcPct val="150000"/>
              </a:lnSpc>
              <a:buFont typeface="Arial" panose="020B0604020202020204" pitchFamily="34" charset="0"/>
              <a:buChar char="•"/>
            </a:pPr>
            <a:r>
              <a:rPr lang="vi-VN" dirty="0">
                <a:solidFill>
                  <a:srgbClr val="00477F"/>
                </a:solidFill>
                <a:latin typeface="Averta Std CY Bold" panose="00000800000000000000" pitchFamily="50" charset="0"/>
              </a:rPr>
              <a:t>Số byte thực tế đã đọc được.</a:t>
            </a:r>
          </a:p>
          <a:p>
            <a:pPr marL="285750" indent="-285750" algn="just">
              <a:lnSpc>
                <a:spcPct val="150000"/>
              </a:lnSpc>
              <a:buFont typeface="Arial" panose="020B0604020202020204" pitchFamily="34" charset="0"/>
              <a:buChar char="•"/>
            </a:pPr>
            <a:r>
              <a:rPr lang="vi-VN" dirty="0">
                <a:solidFill>
                  <a:srgbClr val="00477F"/>
                </a:solidFill>
                <a:latin typeface="Averta Std CY Bold" panose="00000800000000000000" pitchFamily="50" charset="0"/>
              </a:rPr>
              <a:t>0 </a:t>
            </a:r>
            <a:r>
              <a:rPr lang="vi-VN" dirty="0">
                <a:solidFill>
                  <a:srgbClr val="00477F"/>
                </a:solidFill>
                <a:latin typeface="Averta Std CY" panose="00000500000000000000" pitchFamily="50" charset="0"/>
              </a:rPr>
              <a:t>nếu đạt đến cuối tệp (EOF – End of File).</a:t>
            </a:r>
          </a:p>
          <a:p>
            <a:pPr marL="285750" indent="-285750" algn="just">
              <a:lnSpc>
                <a:spcPct val="150000"/>
              </a:lnSpc>
              <a:buFont typeface="Arial" panose="020B0604020202020204" pitchFamily="34" charset="0"/>
              <a:buChar char="•"/>
            </a:pPr>
            <a:r>
              <a:rPr lang="vi-VN" dirty="0">
                <a:solidFill>
                  <a:srgbClr val="00477F"/>
                </a:solidFill>
                <a:latin typeface="Averta Std CY Bold" panose="00000800000000000000" pitchFamily="50" charset="0"/>
              </a:rPr>
              <a:t>-1 </a:t>
            </a:r>
            <a:r>
              <a:rPr lang="vi-VN" dirty="0">
                <a:solidFill>
                  <a:srgbClr val="00477F"/>
                </a:solidFill>
                <a:latin typeface="Averta Std CY" panose="00000500000000000000" pitchFamily="50" charset="0"/>
              </a:rPr>
              <a:t>nếu có lỗi xảy ra.</a:t>
            </a:r>
            <a:endParaRPr lang="en-US" dirty="0">
              <a:solidFill>
                <a:srgbClr val="00477F"/>
              </a:solidFill>
              <a:latin typeface="Averta Std CY" panose="00000500000000000000" pitchFamily="50" charset="0"/>
            </a:endParaRPr>
          </a:p>
        </p:txBody>
      </p:sp>
      <p:sp>
        <p:nvSpPr>
          <p:cNvPr id="2" name="Rectangle: Rounded Corners 1">
            <a:extLst>
              <a:ext uri="{FF2B5EF4-FFF2-40B4-BE49-F238E27FC236}">
                <a16:creationId xmlns:a16="http://schemas.microsoft.com/office/drawing/2014/main" id="{2241B225-6568-5512-043C-02D0EA8A9CDB}"/>
              </a:ext>
            </a:extLst>
          </p:cNvPr>
          <p:cNvSpPr/>
          <p:nvPr/>
        </p:nvSpPr>
        <p:spPr>
          <a:xfrm>
            <a:off x="521382" y="1417726"/>
            <a:ext cx="4664076" cy="662020"/>
          </a:xfrm>
          <a:prstGeom prst="roundRect">
            <a:avLst>
              <a:gd name="adj" fmla="val 50000"/>
            </a:avLst>
          </a:prstGeom>
          <a:solidFill>
            <a:srgbClr val="0263B9"/>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latin typeface="Averta CY Semibold" panose="00000700000000000000" pitchFamily="50" charset="0"/>
              </a:rPr>
              <a:t>CÁC SYSTEM CALL CƠ BẢN VỚI FILE</a:t>
            </a:r>
            <a:endParaRPr lang="en-US" dirty="0">
              <a:latin typeface="Averta CY Semibold" panose="00000700000000000000" pitchFamily="50" charset="0"/>
            </a:endParaRPr>
          </a:p>
        </p:txBody>
      </p:sp>
    </p:spTree>
    <p:extLst>
      <p:ext uri="{BB962C8B-B14F-4D97-AF65-F5344CB8AC3E}">
        <p14:creationId xmlns:p14="http://schemas.microsoft.com/office/powerpoint/2010/main" val="4035784805"/>
      </p:ext>
    </p:extLst>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5C745E-2671-595A-0BB9-7C10097EAFE5}"/>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B2F1F570-7C7A-D7F6-2D36-436D8066A81C}"/>
              </a:ext>
            </a:extLst>
          </p:cNvPr>
          <p:cNvSpPr txBox="1"/>
          <p:nvPr/>
        </p:nvSpPr>
        <p:spPr>
          <a:xfrm>
            <a:off x="2390229" y="1588133"/>
            <a:ext cx="184731" cy="458331"/>
          </a:xfrm>
          <a:prstGeom prst="rect">
            <a:avLst/>
          </a:prstGeom>
          <a:noFill/>
        </p:spPr>
        <p:txBody>
          <a:bodyPr wrap="none" rtlCol="0">
            <a:spAutoFit/>
          </a:bodyPr>
          <a:lstStyle/>
          <a:p>
            <a:pPr algn="just">
              <a:lnSpc>
                <a:spcPct val="150000"/>
              </a:lnSpc>
            </a:pPr>
            <a:endParaRPr lang="en-US" dirty="0">
              <a:latin typeface="Averta CY" panose="00000500000000000000" pitchFamily="50" charset="0"/>
            </a:endParaRPr>
          </a:p>
        </p:txBody>
      </p:sp>
      <p:sp>
        <p:nvSpPr>
          <p:cNvPr id="3" name="TextBox 2">
            <a:extLst>
              <a:ext uri="{FF2B5EF4-FFF2-40B4-BE49-F238E27FC236}">
                <a16:creationId xmlns:a16="http://schemas.microsoft.com/office/drawing/2014/main" id="{4E701B63-BFD8-47B7-1FA9-96D7CE1AC87A}"/>
              </a:ext>
            </a:extLst>
          </p:cNvPr>
          <p:cNvSpPr txBox="1"/>
          <p:nvPr/>
        </p:nvSpPr>
        <p:spPr>
          <a:xfrm>
            <a:off x="524598" y="2250153"/>
            <a:ext cx="4100723" cy="458331"/>
          </a:xfrm>
          <a:prstGeom prst="rect">
            <a:avLst/>
          </a:prstGeom>
          <a:noFill/>
        </p:spPr>
        <p:txBody>
          <a:bodyPr wrap="square">
            <a:spAutoFit/>
          </a:bodyPr>
          <a:lstStyle/>
          <a:p>
            <a:pPr marL="285750" indent="-285750" algn="just">
              <a:lnSpc>
                <a:spcPct val="150000"/>
              </a:lnSpc>
              <a:buFont typeface="Wingdings" panose="05000000000000000000" pitchFamily="2" charset="2"/>
              <a:buChar char="q"/>
            </a:pPr>
            <a:r>
              <a:rPr lang="vi-VN" dirty="0">
                <a:solidFill>
                  <a:srgbClr val="00477F"/>
                </a:solidFill>
                <a:latin typeface="Averta Std CY" panose="00000500000000000000" pitchFamily="50" charset="0"/>
              </a:rPr>
              <a:t>Lệnh </a:t>
            </a:r>
            <a:r>
              <a:rPr lang="vi-VN" dirty="0">
                <a:solidFill>
                  <a:srgbClr val="00477F"/>
                </a:solidFill>
                <a:latin typeface="Averta Std CY Bold" panose="00000800000000000000" pitchFamily="50" charset="0"/>
              </a:rPr>
              <a:t>read()</a:t>
            </a:r>
            <a:endParaRPr lang="en-US" dirty="0">
              <a:solidFill>
                <a:srgbClr val="00477F"/>
              </a:solidFill>
              <a:latin typeface="Averta Std CY Bold" panose="00000800000000000000" pitchFamily="50" charset="0"/>
            </a:endParaRPr>
          </a:p>
        </p:txBody>
      </p:sp>
      <p:sp>
        <p:nvSpPr>
          <p:cNvPr id="4" name="Rectangle 3">
            <a:extLst>
              <a:ext uri="{FF2B5EF4-FFF2-40B4-BE49-F238E27FC236}">
                <a16:creationId xmlns:a16="http://schemas.microsoft.com/office/drawing/2014/main" id="{416C5465-B09F-9517-B385-A1545F82F37B}"/>
              </a:ext>
            </a:extLst>
          </p:cNvPr>
          <p:cNvSpPr/>
          <p:nvPr/>
        </p:nvSpPr>
        <p:spPr>
          <a:xfrm>
            <a:off x="2940099" y="2800977"/>
            <a:ext cx="7210898" cy="662020"/>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r>
              <a:rPr lang="en-US" dirty="0" err="1">
                <a:solidFill>
                  <a:schemeClr val="bg1"/>
                </a:solidFill>
                <a:latin typeface="+mj-lt"/>
              </a:rPr>
              <a:t>size_t</a:t>
            </a:r>
            <a:r>
              <a:rPr lang="en-US" dirty="0">
                <a:solidFill>
                  <a:schemeClr val="bg1"/>
                </a:solidFill>
                <a:latin typeface="+mj-lt"/>
              </a:rPr>
              <a:t> </a:t>
            </a:r>
            <a:r>
              <a:rPr lang="vi-VN" dirty="0">
                <a:solidFill>
                  <a:schemeClr val="bg1"/>
                </a:solidFill>
                <a:latin typeface="+mj-lt"/>
              </a:rPr>
              <a:t>read</a:t>
            </a:r>
            <a:r>
              <a:rPr lang="en-US" dirty="0">
                <a:solidFill>
                  <a:schemeClr val="bg1"/>
                </a:solidFill>
                <a:latin typeface="+mj-lt"/>
              </a:rPr>
              <a:t>(int </a:t>
            </a:r>
            <a:r>
              <a:rPr lang="en-US" dirty="0" err="1">
                <a:solidFill>
                  <a:schemeClr val="bg1"/>
                </a:solidFill>
                <a:latin typeface="+mj-lt"/>
              </a:rPr>
              <a:t>fd</a:t>
            </a:r>
            <a:r>
              <a:rPr lang="en-US" dirty="0">
                <a:solidFill>
                  <a:schemeClr val="bg1"/>
                </a:solidFill>
                <a:latin typeface="+mj-lt"/>
              </a:rPr>
              <a:t>, void *buffer, </a:t>
            </a:r>
            <a:r>
              <a:rPr lang="en-US" dirty="0" err="1">
                <a:solidFill>
                  <a:schemeClr val="bg1"/>
                </a:solidFill>
                <a:latin typeface="+mj-lt"/>
              </a:rPr>
              <a:t>size_t</a:t>
            </a:r>
            <a:r>
              <a:rPr lang="en-US" dirty="0">
                <a:solidFill>
                  <a:schemeClr val="bg1"/>
                </a:solidFill>
                <a:latin typeface="+mj-lt"/>
              </a:rPr>
              <a:t> count);</a:t>
            </a:r>
            <a:endParaRPr lang="vi-VN" dirty="0">
              <a:solidFill>
                <a:schemeClr val="bg1"/>
              </a:solidFill>
              <a:latin typeface="+mj-lt"/>
            </a:endParaRPr>
          </a:p>
        </p:txBody>
      </p:sp>
      <p:sp>
        <p:nvSpPr>
          <p:cNvPr id="7" name="TextBox 6">
            <a:extLst>
              <a:ext uri="{FF2B5EF4-FFF2-40B4-BE49-F238E27FC236}">
                <a16:creationId xmlns:a16="http://schemas.microsoft.com/office/drawing/2014/main" id="{6E8D0F76-798F-DE26-AD12-6C99BE34D42C}"/>
              </a:ext>
            </a:extLst>
          </p:cNvPr>
          <p:cNvSpPr txBox="1"/>
          <p:nvPr/>
        </p:nvSpPr>
        <p:spPr>
          <a:xfrm>
            <a:off x="521382" y="3925842"/>
            <a:ext cx="10601889" cy="1704826"/>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vi-VN" dirty="0">
                <a:solidFill>
                  <a:srgbClr val="00477F"/>
                </a:solidFill>
                <a:latin typeface="Averta Std CY Bold" panose="00000800000000000000" pitchFamily="50" charset="0"/>
              </a:rPr>
              <a:t>read() </a:t>
            </a:r>
            <a:r>
              <a:rPr lang="vi-VN" dirty="0">
                <a:solidFill>
                  <a:srgbClr val="00477F"/>
                </a:solidFill>
                <a:latin typeface="Averta Std CY" panose="00000500000000000000" pitchFamily="50" charset="0"/>
              </a:rPr>
              <a:t>đọc dữ liệu từ tệp đã mở, được tham chiếu bởi </a:t>
            </a:r>
            <a:r>
              <a:rPr lang="vi-VN" dirty="0">
                <a:solidFill>
                  <a:srgbClr val="00477F"/>
                </a:solidFill>
                <a:latin typeface="Averta Std CY Bold" panose="00000800000000000000" pitchFamily="50" charset="0"/>
              </a:rPr>
              <a:t>file descriptor </a:t>
            </a:r>
            <a:r>
              <a:rPr lang="vi-VN" dirty="0">
                <a:solidFill>
                  <a:srgbClr val="00477F"/>
                </a:solidFill>
                <a:latin typeface="Averta Std CY" panose="00000500000000000000" pitchFamily="50" charset="0"/>
              </a:rPr>
              <a:t>fd.</a:t>
            </a:r>
          </a:p>
          <a:p>
            <a:pPr marL="285750" indent="-285750" algn="just">
              <a:lnSpc>
                <a:spcPct val="150000"/>
              </a:lnSpc>
              <a:buFont typeface="Arial" panose="020B0604020202020204" pitchFamily="34" charset="0"/>
              <a:buChar char="•"/>
            </a:pPr>
            <a:r>
              <a:rPr lang="vi-VN" dirty="0">
                <a:solidFill>
                  <a:srgbClr val="00477F"/>
                </a:solidFill>
                <a:latin typeface="Averta Std CY" panose="00000500000000000000" pitchFamily="50" charset="0"/>
              </a:rPr>
              <a:t>Tham số </a:t>
            </a:r>
            <a:r>
              <a:rPr lang="vi-VN" dirty="0">
                <a:solidFill>
                  <a:srgbClr val="00477F"/>
                </a:solidFill>
                <a:latin typeface="Averta Std CY Bold" panose="00000800000000000000" pitchFamily="50" charset="0"/>
              </a:rPr>
              <a:t>count</a:t>
            </a:r>
            <a:r>
              <a:rPr lang="vi-VN" dirty="0">
                <a:solidFill>
                  <a:srgbClr val="00477F"/>
                </a:solidFill>
                <a:latin typeface="Averta Std CY" panose="00000500000000000000" pitchFamily="50" charset="0"/>
              </a:rPr>
              <a:t> chỉ định số byte tối đa có thể đọc.</a:t>
            </a:r>
          </a:p>
          <a:p>
            <a:pPr marL="285750" indent="-285750" algn="just">
              <a:lnSpc>
                <a:spcPct val="150000"/>
              </a:lnSpc>
              <a:buFont typeface="Arial" panose="020B0604020202020204" pitchFamily="34" charset="0"/>
              <a:buChar char="•"/>
            </a:pPr>
            <a:r>
              <a:rPr lang="vi-VN" dirty="0">
                <a:solidFill>
                  <a:srgbClr val="00477F"/>
                </a:solidFill>
                <a:latin typeface="Averta Std CY" panose="00000500000000000000" pitchFamily="50" charset="0"/>
              </a:rPr>
              <a:t>Dữ liệu đọc được sẽ lưu vào vùng nhớ buffer, và vùng nhớ này cần có kích thước ít nhất là count byte.</a:t>
            </a:r>
            <a:endParaRPr lang="en-US" dirty="0">
              <a:solidFill>
                <a:srgbClr val="00477F"/>
              </a:solidFill>
              <a:latin typeface="Averta Std CY" panose="00000500000000000000" pitchFamily="50" charset="0"/>
            </a:endParaRPr>
          </a:p>
        </p:txBody>
      </p:sp>
      <p:sp>
        <p:nvSpPr>
          <p:cNvPr id="2" name="Rectangle: Rounded Corners 1">
            <a:extLst>
              <a:ext uri="{FF2B5EF4-FFF2-40B4-BE49-F238E27FC236}">
                <a16:creationId xmlns:a16="http://schemas.microsoft.com/office/drawing/2014/main" id="{47374986-5BDD-F274-F60C-EB818B48FA14}"/>
              </a:ext>
            </a:extLst>
          </p:cNvPr>
          <p:cNvSpPr/>
          <p:nvPr/>
        </p:nvSpPr>
        <p:spPr>
          <a:xfrm>
            <a:off x="521382" y="1417726"/>
            <a:ext cx="4664076" cy="662020"/>
          </a:xfrm>
          <a:prstGeom prst="roundRect">
            <a:avLst>
              <a:gd name="adj" fmla="val 50000"/>
            </a:avLst>
          </a:prstGeom>
          <a:solidFill>
            <a:srgbClr val="0263B9"/>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latin typeface="Averta CY Semibold" panose="00000700000000000000" pitchFamily="50" charset="0"/>
              </a:rPr>
              <a:t>CÁC SYSTEM CALL CƠ BẢN VỚI FILE</a:t>
            </a:r>
            <a:endParaRPr lang="en-US" dirty="0">
              <a:latin typeface="Averta CY Semibold" panose="00000700000000000000" pitchFamily="50" charset="0"/>
            </a:endParaRPr>
          </a:p>
        </p:txBody>
      </p:sp>
    </p:spTree>
    <p:extLst>
      <p:ext uri="{BB962C8B-B14F-4D97-AF65-F5344CB8AC3E}">
        <p14:creationId xmlns:p14="http://schemas.microsoft.com/office/powerpoint/2010/main" val="1203695025"/>
      </p:ext>
    </p:extLst>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734B56-53E6-420F-2497-16B674FBA278}"/>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6C84B4D5-CEEC-E2C5-0FF6-5A32868563E2}"/>
              </a:ext>
            </a:extLst>
          </p:cNvPr>
          <p:cNvSpPr txBox="1"/>
          <p:nvPr/>
        </p:nvSpPr>
        <p:spPr>
          <a:xfrm>
            <a:off x="2390229" y="1588133"/>
            <a:ext cx="184731" cy="458331"/>
          </a:xfrm>
          <a:prstGeom prst="rect">
            <a:avLst/>
          </a:prstGeom>
          <a:noFill/>
        </p:spPr>
        <p:txBody>
          <a:bodyPr wrap="none" rtlCol="0">
            <a:spAutoFit/>
          </a:bodyPr>
          <a:lstStyle/>
          <a:p>
            <a:pPr algn="just">
              <a:lnSpc>
                <a:spcPct val="150000"/>
              </a:lnSpc>
            </a:pPr>
            <a:endParaRPr lang="en-US" dirty="0">
              <a:latin typeface="Averta CY" panose="00000500000000000000" pitchFamily="50" charset="0"/>
            </a:endParaRPr>
          </a:p>
        </p:txBody>
      </p:sp>
      <p:sp>
        <p:nvSpPr>
          <p:cNvPr id="3" name="TextBox 2">
            <a:extLst>
              <a:ext uri="{FF2B5EF4-FFF2-40B4-BE49-F238E27FC236}">
                <a16:creationId xmlns:a16="http://schemas.microsoft.com/office/drawing/2014/main" id="{C6A4EF0F-F2D3-A96C-A7C3-86B281940955}"/>
              </a:ext>
            </a:extLst>
          </p:cNvPr>
          <p:cNvSpPr txBox="1"/>
          <p:nvPr/>
        </p:nvSpPr>
        <p:spPr>
          <a:xfrm>
            <a:off x="524598" y="2250153"/>
            <a:ext cx="4100723" cy="458331"/>
          </a:xfrm>
          <a:prstGeom prst="rect">
            <a:avLst/>
          </a:prstGeom>
          <a:noFill/>
        </p:spPr>
        <p:txBody>
          <a:bodyPr wrap="square">
            <a:spAutoFit/>
          </a:bodyPr>
          <a:lstStyle/>
          <a:p>
            <a:pPr marL="285750" indent="-285750" algn="just">
              <a:lnSpc>
                <a:spcPct val="150000"/>
              </a:lnSpc>
              <a:buFont typeface="Wingdings" panose="05000000000000000000" pitchFamily="2" charset="2"/>
              <a:buChar char="q"/>
            </a:pPr>
            <a:r>
              <a:rPr lang="vi-VN" dirty="0">
                <a:solidFill>
                  <a:srgbClr val="00477F"/>
                </a:solidFill>
                <a:latin typeface="Averta Std CY" panose="00000500000000000000" pitchFamily="50" charset="0"/>
              </a:rPr>
              <a:t>Lệnh </a:t>
            </a:r>
            <a:r>
              <a:rPr lang="vi-VN" dirty="0">
                <a:solidFill>
                  <a:srgbClr val="00477F"/>
                </a:solidFill>
                <a:latin typeface="Averta Std CY Bold" panose="00000800000000000000" pitchFamily="50" charset="0"/>
              </a:rPr>
              <a:t>write()</a:t>
            </a:r>
            <a:endParaRPr lang="en-US" dirty="0">
              <a:solidFill>
                <a:srgbClr val="00477F"/>
              </a:solidFill>
              <a:latin typeface="Averta Std CY Bold" panose="00000800000000000000" pitchFamily="50" charset="0"/>
            </a:endParaRPr>
          </a:p>
        </p:txBody>
      </p:sp>
      <p:sp>
        <p:nvSpPr>
          <p:cNvPr id="4" name="Rectangle 3">
            <a:extLst>
              <a:ext uri="{FF2B5EF4-FFF2-40B4-BE49-F238E27FC236}">
                <a16:creationId xmlns:a16="http://schemas.microsoft.com/office/drawing/2014/main" id="{5E02F12E-F0B6-685F-F6D5-2FAC2715D4FA}"/>
              </a:ext>
            </a:extLst>
          </p:cNvPr>
          <p:cNvSpPr/>
          <p:nvPr/>
        </p:nvSpPr>
        <p:spPr>
          <a:xfrm>
            <a:off x="2940099" y="2800977"/>
            <a:ext cx="7210898" cy="662020"/>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r>
              <a:rPr lang="en-US">
                <a:solidFill>
                  <a:schemeClr val="bg1"/>
                </a:solidFill>
                <a:latin typeface="+mj-lt"/>
              </a:rPr>
              <a:t>size_t write(int fd, void *buffer, size_t count);</a:t>
            </a:r>
            <a:endParaRPr lang="vi-VN" dirty="0">
              <a:solidFill>
                <a:schemeClr val="bg1"/>
              </a:solidFill>
              <a:latin typeface="+mj-lt"/>
            </a:endParaRPr>
          </a:p>
        </p:txBody>
      </p:sp>
      <p:sp>
        <p:nvSpPr>
          <p:cNvPr id="7" name="TextBox 6">
            <a:extLst>
              <a:ext uri="{FF2B5EF4-FFF2-40B4-BE49-F238E27FC236}">
                <a16:creationId xmlns:a16="http://schemas.microsoft.com/office/drawing/2014/main" id="{79913129-FF53-588A-DAA2-E9BDA020A68D}"/>
              </a:ext>
            </a:extLst>
          </p:cNvPr>
          <p:cNvSpPr txBox="1"/>
          <p:nvPr/>
        </p:nvSpPr>
        <p:spPr>
          <a:xfrm>
            <a:off x="521382" y="3925842"/>
            <a:ext cx="11041728" cy="1289327"/>
          </a:xfrm>
          <a:prstGeom prst="rect">
            <a:avLst/>
          </a:prstGeom>
          <a:noFill/>
        </p:spPr>
        <p:txBody>
          <a:bodyPr wrap="square">
            <a:spAutoFit/>
          </a:bodyPr>
          <a:lstStyle/>
          <a:p>
            <a:pPr algn="just">
              <a:lnSpc>
                <a:spcPct val="150000"/>
              </a:lnSpc>
            </a:pPr>
            <a:r>
              <a:rPr lang="vi-VN" dirty="0">
                <a:solidFill>
                  <a:srgbClr val="00477F"/>
                </a:solidFill>
                <a:latin typeface="Averta Std CY Bold" panose="00000800000000000000" pitchFamily="50" charset="0"/>
              </a:rPr>
              <a:t>Trả về:</a:t>
            </a:r>
          </a:p>
          <a:p>
            <a:pPr marL="285750" indent="-285750" algn="just">
              <a:lnSpc>
                <a:spcPct val="150000"/>
              </a:lnSpc>
              <a:buFont typeface="Arial" panose="020B0604020202020204" pitchFamily="34" charset="0"/>
              <a:buChar char="•"/>
            </a:pPr>
            <a:r>
              <a:rPr lang="vi-VN" dirty="0">
                <a:solidFill>
                  <a:srgbClr val="00477F"/>
                </a:solidFill>
                <a:latin typeface="Averta Std CY Bold" panose="00000800000000000000" pitchFamily="50" charset="0"/>
              </a:rPr>
              <a:t>Số byte thực tế đã ghi vào tệp.</a:t>
            </a:r>
          </a:p>
          <a:p>
            <a:pPr marL="285750" indent="-285750" algn="just">
              <a:lnSpc>
                <a:spcPct val="150000"/>
              </a:lnSpc>
              <a:buFont typeface="Arial" panose="020B0604020202020204" pitchFamily="34" charset="0"/>
              <a:buChar char="•"/>
            </a:pPr>
            <a:r>
              <a:rPr lang="vi-VN" dirty="0">
                <a:solidFill>
                  <a:srgbClr val="00477F"/>
                </a:solidFill>
                <a:latin typeface="Averta Std CY Bold" panose="00000800000000000000" pitchFamily="50" charset="0"/>
              </a:rPr>
              <a:t>-1 </a:t>
            </a:r>
            <a:r>
              <a:rPr lang="vi-VN" dirty="0">
                <a:solidFill>
                  <a:srgbClr val="00477F"/>
                </a:solidFill>
                <a:latin typeface="Averta Std CY" panose="00000500000000000000" pitchFamily="50" charset="0"/>
              </a:rPr>
              <a:t>nếu có lỗi xảy ra</a:t>
            </a:r>
            <a:r>
              <a:rPr lang="vi-VN" dirty="0">
                <a:solidFill>
                  <a:srgbClr val="00477F"/>
                </a:solidFill>
                <a:latin typeface="Averta Std CY Bold" panose="00000800000000000000" pitchFamily="50" charset="0"/>
              </a:rPr>
              <a:t>.</a:t>
            </a:r>
            <a:endParaRPr lang="en-US" dirty="0">
              <a:solidFill>
                <a:srgbClr val="00477F"/>
              </a:solidFill>
              <a:latin typeface="Averta Std CY" panose="00000500000000000000" pitchFamily="50" charset="0"/>
            </a:endParaRPr>
          </a:p>
        </p:txBody>
      </p:sp>
      <p:sp>
        <p:nvSpPr>
          <p:cNvPr id="2" name="Rectangle: Rounded Corners 1">
            <a:extLst>
              <a:ext uri="{FF2B5EF4-FFF2-40B4-BE49-F238E27FC236}">
                <a16:creationId xmlns:a16="http://schemas.microsoft.com/office/drawing/2014/main" id="{41160EFD-3DD0-676D-3DDE-D5AE0F1EC08A}"/>
              </a:ext>
            </a:extLst>
          </p:cNvPr>
          <p:cNvSpPr/>
          <p:nvPr/>
        </p:nvSpPr>
        <p:spPr>
          <a:xfrm>
            <a:off x="521382" y="1417726"/>
            <a:ext cx="4664076" cy="662020"/>
          </a:xfrm>
          <a:prstGeom prst="roundRect">
            <a:avLst>
              <a:gd name="adj" fmla="val 50000"/>
            </a:avLst>
          </a:prstGeom>
          <a:solidFill>
            <a:srgbClr val="0263B9"/>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latin typeface="Averta CY Semibold" panose="00000700000000000000" pitchFamily="50" charset="0"/>
              </a:rPr>
              <a:t>CÁC SYSTEM CALL CƠ BẢN VỚI FILE</a:t>
            </a:r>
            <a:endParaRPr lang="en-US" dirty="0">
              <a:latin typeface="Averta CY Semibold" panose="00000700000000000000" pitchFamily="50" charset="0"/>
            </a:endParaRPr>
          </a:p>
        </p:txBody>
      </p:sp>
    </p:spTree>
    <p:extLst>
      <p:ext uri="{BB962C8B-B14F-4D97-AF65-F5344CB8AC3E}">
        <p14:creationId xmlns:p14="http://schemas.microsoft.com/office/powerpoint/2010/main" val="1650094500"/>
      </p:ext>
    </p:extLst>
  </p:cSld>
  <p:clrMapOvr>
    <a:masterClrMapping/>
  </p:clrMapOvr>
  <p:transition spd="slow">
    <p:push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4EEA68-4233-33EE-6C33-C73C505B8658}"/>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1A9EEA26-5873-435D-AB20-4EA34272E0FD}"/>
              </a:ext>
            </a:extLst>
          </p:cNvPr>
          <p:cNvSpPr txBox="1"/>
          <p:nvPr/>
        </p:nvSpPr>
        <p:spPr>
          <a:xfrm>
            <a:off x="2390229" y="1588133"/>
            <a:ext cx="184731" cy="458331"/>
          </a:xfrm>
          <a:prstGeom prst="rect">
            <a:avLst/>
          </a:prstGeom>
          <a:noFill/>
        </p:spPr>
        <p:txBody>
          <a:bodyPr wrap="none" rtlCol="0">
            <a:spAutoFit/>
          </a:bodyPr>
          <a:lstStyle/>
          <a:p>
            <a:pPr algn="just">
              <a:lnSpc>
                <a:spcPct val="150000"/>
              </a:lnSpc>
            </a:pPr>
            <a:endParaRPr lang="en-US" dirty="0">
              <a:latin typeface="Averta CY" panose="00000500000000000000" pitchFamily="50" charset="0"/>
            </a:endParaRPr>
          </a:p>
        </p:txBody>
      </p:sp>
      <p:sp>
        <p:nvSpPr>
          <p:cNvPr id="3" name="TextBox 2">
            <a:extLst>
              <a:ext uri="{FF2B5EF4-FFF2-40B4-BE49-F238E27FC236}">
                <a16:creationId xmlns:a16="http://schemas.microsoft.com/office/drawing/2014/main" id="{6D9B7189-F9E7-2424-95A4-9EFABE764F01}"/>
              </a:ext>
            </a:extLst>
          </p:cNvPr>
          <p:cNvSpPr txBox="1"/>
          <p:nvPr/>
        </p:nvSpPr>
        <p:spPr>
          <a:xfrm>
            <a:off x="524598" y="2250153"/>
            <a:ext cx="4100723" cy="458331"/>
          </a:xfrm>
          <a:prstGeom prst="rect">
            <a:avLst/>
          </a:prstGeom>
          <a:noFill/>
        </p:spPr>
        <p:txBody>
          <a:bodyPr wrap="square">
            <a:spAutoFit/>
          </a:bodyPr>
          <a:lstStyle/>
          <a:p>
            <a:pPr marL="285750" indent="-285750" algn="just">
              <a:lnSpc>
                <a:spcPct val="150000"/>
              </a:lnSpc>
              <a:buFont typeface="Wingdings" panose="05000000000000000000" pitchFamily="2" charset="2"/>
              <a:buChar char="q"/>
            </a:pPr>
            <a:r>
              <a:rPr lang="vi-VN" dirty="0">
                <a:solidFill>
                  <a:srgbClr val="00477F"/>
                </a:solidFill>
                <a:latin typeface="Averta Std CY" panose="00000500000000000000" pitchFamily="50" charset="0"/>
              </a:rPr>
              <a:t>Lệnh </a:t>
            </a:r>
            <a:r>
              <a:rPr lang="vi-VN" dirty="0">
                <a:solidFill>
                  <a:srgbClr val="00477F"/>
                </a:solidFill>
                <a:latin typeface="Averta Std CY Bold" panose="00000800000000000000" pitchFamily="50" charset="0"/>
              </a:rPr>
              <a:t>write()</a:t>
            </a:r>
            <a:endParaRPr lang="en-US" dirty="0">
              <a:solidFill>
                <a:srgbClr val="00477F"/>
              </a:solidFill>
              <a:latin typeface="Averta Std CY Bold" panose="00000800000000000000" pitchFamily="50" charset="0"/>
            </a:endParaRPr>
          </a:p>
        </p:txBody>
      </p:sp>
      <p:sp>
        <p:nvSpPr>
          <p:cNvPr id="4" name="Rectangle 3">
            <a:extLst>
              <a:ext uri="{FF2B5EF4-FFF2-40B4-BE49-F238E27FC236}">
                <a16:creationId xmlns:a16="http://schemas.microsoft.com/office/drawing/2014/main" id="{74589F9F-6A2C-6482-D58F-062FE0695F2E}"/>
              </a:ext>
            </a:extLst>
          </p:cNvPr>
          <p:cNvSpPr/>
          <p:nvPr/>
        </p:nvSpPr>
        <p:spPr>
          <a:xfrm>
            <a:off x="2940099" y="2800977"/>
            <a:ext cx="7210898" cy="662020"/>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r>
              <a:rPr lang="en-US">
                <a:solidFill>
                  <a:schemeClr val="bg1"/>
                </a:solidFill>
                <a:latin typeface="+mj-lt"/>
              </a:rPr>
              <a:t>size_t write(int fd, void *buffer, size_t count);</a:t>
            </a:r>
            <a:endParaRPr lang="vi-VN" dirty="0">
              <a:solidFill>
                <a:schemeClr val="bg1"/>
              </a:solidFill>
              <a:latin typeface="+mj-lt"/>
            </a:endParaRPr>
          </a:p>
        </p:txBody>
      </p:sp>
      <p:sp>
        <p:nvSpPr>
          <p:cNvPr id="7" name="TextBox 6">
            <a:extLst>
              <a:ext uri="{FF2B5EF4-FFF2-40B4-BE49-F238E27FC236}">
                <a16:creationId xmlns:a16="http://schemas.microsoft.com/office/drawing/2014/main" id="{50C4A8EC-DCEA-B6F9-49BF-0CE6FB8768AD}"/>
              </a:ext>
            </a:extLst>
          </p:cNvPr>
          <p:cNvSpPr txBox="1"/>
          <p:nvPr/>
        </p:nvSpPr>
        <p:spPr>
          <a:xfrm>
            <a:off x="521382" y="3925842"/>
            <a:ext cx="11041728" cy="1289327"/>
          </a:xfrm>
          <a:prstGeom prst="rect">
            <a:avLst/>
          </a:prstGeom>
          <a:noFill/>
        </p:spPr>
        <p:txBody>
          <a:bodyPr wrap="square">
            <a:spAutoFit/>
          </a:bodyPr>
          <a:lstStyle/>
          <a:p>
            <a:pPr algn="just">
              <a:lnSpc>
                <a:spcPct val="150000"/>
              </a:lnSpc>
            </a:pPr>
            <a:r>
              <a:rPr lang="vi-VN" dirty="0">
                <a:solidFill>
                  <a:srgbClr val="00477F"/>
                </a:solidFill>
                <a:latin typeface="Averta Std CY Bold" panose="00000800000000000000" pitchFamily="50" charset="0"/>
              </a:rPr>
              <a:t>Trả về:</a:t>
            </a:r>
          </a:p>
          <a:p>
            <a:pPr marL="285750" indent="-285750" algn="just">
              <a:lnSpc>
                <a:spcPct val="150000"/>
              </a:lnSpc>
              <a:buFont typeface="Arial" panose="020B0604020202020204" pitchFamily="34" charset="0"/>
              <a:buChar char="•"/>
            </a:pPr>
            <a:r>
              <a:rPr lang="vi-VN" dirty="0">
                <a:solidFill>
                  <a:srgbClr val="00477F"/>
                </a:solidFill>
                <a:latin typeface="Averta Std CY Bold" panose="00000800000000000000" pitchFamily="50" charset="0"/>
              </a:rPr>
              <a:t>Số byte thực tế đã ghi vào tệp.</a:t>
            </a:r>
          </a:p>
          <a:p>
            <a:pPr marL="285750" indent="-285750" algn="just">
              <a:lnSpc>
                <a:spcPct val="150000"/>
              </a:lnSpc>
              <a:buFont typeface="Arial" panose="020B0604020202020204" pitchFamily="34" charset="0"/>
              <a:buChar char="•"/>
            </a:pPr>
            <a:r>
              <a:rPr lang="vi-VN" dirty="0">
                <a:solidFill>
                  <a:srgbClr val="00477F"/>
                </a:solidFill>
                <a:latin typeface="Averta Std CY Bold" panose="00000800000000000000" pitchFamily="50" charset="0"/>
              </a:rPr>
              <a:t>-1 </a:t>
            </a:r>
            <a:r>
              <a:rPr lang="vi-VN" dirty="0">
                <a:solidFill>
                  <a:srgbClr val="00477F"/>
                </a:solidFill>
                <a:latin typeface="Averta Std CY" panose="00000500000000000000" pitchFamily="50" charset="0"/>
              </a:rPr>
              <a:t>nếu có lỗi xảy ra</a:t>
            </a:r>
            <a:r>
              <a:rPr lang="vi-VN" dirty="0">
                <a:solidFill>
                  <a:srgbClr val="00477F"/>
                </a:solidFill>
                <a:latin typeface="Averta Std CY Bold" panose="00000800000000000000" pitchFamily="50" charset="0"/>
              </a:rPr>
              <a:t>.</a:t>
            </a:r>
            <a:endParaRPr lang="en-US" dirty="0">
              <a:solidFill>
                <a:srgbClr val="00477F"/>
              </a:solidFill>
              <a:latin typeface="Averta Std CY" panose="00000500000000000000" pitchFamily="50" charset="0"/>
            </a:endParaRPr>
          </a:p>
        </p:txBody>
      </p:sp>
      <p:sp>
        <p:nvSpPr>
          <p:cNvPr id="2" name="Rectangle: Rounded Corners 1">
            <a:extLst>
              <a:ext uri="{FF2B5EF4-FFF2-40B4-BE49-F238E27FC236}">
                <a16:creationId xmlns:a16="http://schemas.microsoft.com/office/drawing/2014/main" id="{A8DBDF1C-831C-39EA-00E1-4440337676E6}"/>
              </a:ext>
            </a:extLst>
          </p:cNvPr>
          <p:cNvSpPr/>
          <p:nvPr/>
        </p:nvSpPr>
        <p:spPr>
          <a:xfrm>
            <a:off x="521382" y="1417726"/>
            <a:ext cx="4664076" cy="662020"/>
          </a:xfrm>
          <a:prstGeom prst="roundRect">
            <a:avLst>
              <a:gd name="adj" fmla="val 50000"/>
            </a:avLst>
          </a:prstGeom>
          <a:solidFill>
            <a:srgbClr val="0263B9"/>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latin typeface="Averta CY Semibold" panose="00000700000000000000" pitchFamily="50" charset="0"/>
              </a:rPr>
              <a:t>CÁC SYSTEM CALL CƠ BẢN VỚI FILE</a:t>
            </a:r>
            <a:endParaRPr lang="en-US" dirty="0">
              <a:latin typeface="Averta CY Semibold" panose="00000700000000000000" pitchFamily="50" charset="0"/>
            </a:endParaRPr>
          </a:p>
        </p:txBody>
      </p:sp>
    </p:spTree>
    <p:extLst>
      <p:ext uri="{BB962C8B-B14F-4D97-AF65-F5344CB8AC3E}">
        <p14:creationId xmlns:p14="http://schemas.microsoft.com/office/powerpoint/2010/main" val="3581395915"/>
      </p:ext>
    </p:extLst>
  </p:cSld>
  <p:clrMapOvr>
    <a:masterClrMapping/>
  </p:clrMapOvr>
  <p:transition spd="slow">
    <p:push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9E2D36-F0ED-06A7-DAA7-53D3430D5E27}"/>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1A6137F3-30DB-2D6A-E6F1-E94FA6431657}"/>
              </a:ext>
            </a:extLst>
          </p:cNvPr>
          <p:cNvSpPr txBox="1"/>
          <p:nvPr/>
        </p:nvSpPr>
        <p:spPr>
          <a:xfrm>
            <a:off x="2390229" y="1588133"/>
            <a:ext cx="184731" cy="458331"/>
          </a:xfrm>
          <a:prstGeom prst="rect">
            <a:avLst/>
          </a:prstGeom>
          <a:noFill/>
        </p:spPr>
        <p:txBody>
          <a:bodyPr wrap="none" rtlCol="0">
            <a:spAutoFit/>
          </a:bodyPr>
          <a:lstStyle/>
          <a:p>
            <a:pPr algn="just">
              <a:lnSpc>
                <a:spcPct val="150000"/>
              </a:lnSpc>
            </a:pPr>
            <a:endParaRPr lang="en-US" dirty="0">
              <a:latin typeface="Averta CY" panose="00000500000000000000" pitchFamily="50" charset="0"/>
            </a:endParaRPr>
          </a:p>
        </p:txBody>
      </p:sp>
      <p:sp>
        <p:nvSpPr>
          <p:cNvPr id="3" name="TextBox 2">
            <a:extLst>
              <a:ext uri="{FF2B5EF4-FFF2-40B4-BE49-F238E27FC236}">
                <a16:creationId xmlns:a16="http://schemas.microsoft.com/office/drawing/2014/main" id="{71188F86-3CCC-7B35-9572-67B9603F6A61}"/>
              </a:ext>
            </a:extLst>
          </p:cNvPr>
          <p:cNvSpPr txBox="1"/>
          <p:nvPr/>
        </p:nvSpPr>
        <p:spPr>
          <a:xfrm>
            <a:off x="524598" y="2250153"/>
            <a:ext cx="4100723" cy="458331"/>
          </a:xfrm>
          <a:prstGeom prst="rect">
            <a:avLst/>
          </a:prstGeom>
          <a:noFill/>
        </p:spPr>
        <p:txBody>
          <a:bodyPr wrap="square">
            <a:spAutoFit/>
          </a:bodyPr>
          <a:lstStyle/>
          <a:p>
            <a:pPr marL="285750" indent="-285750" algn="just">
              <a:lnSpc>
                <a:spcPct val="150000"/>
              </a:lnSpc>
              <a:buFont typeface="Wingdings" panose="05000000000000000000" pitchFamily="2" charset="2"/>
              <a:buChar char="q"/>
            </a:pPr>
            <a:r>
              <a:rPr lang="vi-VN" dirty="0">
                <a:solidFill>
                  <a:srgbClr val="00477F"/>
                </a:solidFill>
                <a:latin typeface="Averta Std CY" panose="00000500000000000000" pitchFamily="50" charset="0"/>
              </a:rPr>
              <a:t>Lệnh </a:t>
            </a:r>
            <a:r>
              <a:rPr lang="vi-VN" dirty="0">
                <a:solidFill>
                  <a:srgbClr val="00477F"/>
                </a:solidFill>
                <a:latin typeface="Averta Std CY Bold" panose="00000800000000000000" pitchFamily="50" charset="0"/>
              </a:rPr>
              <a:t>close()</a:t>
            </a:r>
            <a:endParaRPr lang="en-US" dirty="0">
              <a:solidFill>
                <a:srgbClr val="00477F"/>
              </a:solidFill>
              <a:latin typeface="Averta Std CY Bold" panose="00000800000000000000" pitchFamily="50" charset="0"/>
            </a:endParaRPr>
          </a:p>
        </p:txBody>
      </p:sp>
      <p:sp>
        <p:nvSpPr>
          <p:cNvPr id="4" name="Rectangle 3">
            <a:extLst>
              <a:ext uri="{FF2B5EF4-FFF2-40B4-BE49-F238E27FC236}">
                <a16:creationId xmlns:a16="http://schemas.microsoft.com/office/drawing/2014/main" id="{311697C0-67AD-DF75-5218-2F4BDFB51B89}"/>
              </a:ext>
            </a:extLst>
          </p:cNvPr>
          <p:cNvSpPr/>
          <p:nvPr/>
        </p:nvSpPr>
        <p:spPr>
          <a:xfrm>
            <a:off x="2940099" y="2800977"/>
            <a:ext cx="7210898" cy="662020"/>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r>
              <a:rPr lang="vi-VN">
                <a:solidFill>
                  <a:schemeClr val="bg1"/>
                </a:solidFill>
                <a:latin typeface="+mj-lt"/>
              </a:rPr>
              <a:t>int close(int fd);</a:t>
            </a:r>
            <a:endParaRPr lang="vi-VN" dirty="0">
              <a:solidFill>
                <a:schemeClr val="bg1"/>
              </a:solidFill>
              <a:latin typeface="+mj-lt"/>
            </a:endParaRPr>
          </a:p>
        </p:txBody>
      </p:sp>
      <p:sp>
        <p:nvSpPr>
          <p:cNvPr id="7" name="TextBox 6">
            <a:extLst>
              <a:ext uri="{FF2B5EF4-FFF2-40B4-BE49-F238E27FC236}">
                <a16:creationId xmlns:a16="http://schemas.microsoft.com/office/drawing/2014/main" id="{DE4317FE-07BF-B0F5-8223-C49257ADA902}"/>
              </a:ext>
            </a:extLst>
          </p:cNvPr>
          <p:cNvSpPr txBox="1"/>
          <p:nvPr/>
        </p:nvSpPr>
        <p:spPr>
          <a:xfrm>
            <a:off x="521382" y="3925842"/>
            <a:ext cx="11041728" cy="1704826"/>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vi-VN" dirty="0">
                <a:solidFill>
                  <a:srgbClr val="00477F"/>
                </a:solidFill>
                <a:latin typeface="Averta Std CY Bold" panose="00000800000000000000" pitchFamily="50" charset="0"/>
              </a:rPr>
              <a:t>Trả về: 0 </a:t>
            </a:r>
            <a:r>
              <a:rPr lang="vi-VN" dirty="0">
                <a:solidFill>
                  <a:srgbClr val="00477F"/>
                </a:solidFill>
                <a:latin typeface="Averta Std CY" panose="00000500000000000000" pitchFamily="50" charset="0"/>
              </a:rPr>
              <a:t>nếu thành công, </a:t>
            </a:r>
            <a:r>
              <a:rPr lang="vi-VN" dirty="0">
                <a:solidFill>
                  <a:srgbClr val="00477F"/>
                </a:solidFill>
                <a:latin typeface="Averta Std CY Bold" panose="00000800000000000000" pitchFamily="50" charset="0"/>
              </a:rPr>
              <a:t>-1 </a:t>
            </a:r>
            <a:r>
              <a:rPr lang="vi-VN" dirty="0">
                <a:solidFill>
                  <a:srgbClr val="00477F"/>
                </a:solidFill>
                <a:latin typeface="Averta Std CY" panose="00000500000000000000" pitchFamily="50" charset="0"/>
              </a:rPr>
              <a:t>nếu có lỗi.</a:t>
            </a:r>
          </a:p>
          <a:p>
            <a:pPr marL="285750" indent="-285750" algn="just">
              <a:lnSpc>
                <a:spcPct val="150000"/>
              </a:lnSpc>
              <a:buFont typeface="Arial" panose="020B0604020202020204" pitchFamily="34" charset="0"/>
              <a:buChar char="•"/>
            </a:pPr>
            <a:r>
              <a:rPr lang="vi-VN" dirty="0">
                <a:solidFill>
                  <a:srgbClr val="00477F"/>
                </a:solidFill>
                <a:latin typeface="Averta Std CY Bold" panose="00000800000000000000" pitchFamily="50" charset="0"/>
              </a:rPr>
              <a:t>close() </a:t>
            </a:r>
            <a:r>
              <a:rPr lang="vi-VN" dirty="0">
                <a:solidFill>
                  <a:srgbClr val="00477F"/>
                </a:solidFill>
                <a:latin typeface="Averta Std CY" panose="00000500000000000000" pitchFamily="50" charset="0"/>
              </a:rPr>
              <a:t>giải phóng file descriptor fd, cho phép nó được sử dụng lại trong tiến trình.</a:t>
            </a:r>
          </a:p>
          <a:p>
            <a:pPr marL="285750" indent="-285750" algn="just">
              <a:lnSpc>
                <a:spcPct val="150000"/>
              </a:lnSpc>
              <a:buFont typeface="Arial" panose="020B0604020202020204" pitchFamily="34" charset="0"/>
              <a:buChar char="•"/>
            </a:pPr>
            <a:r>
              <a:rPr lang="vi-VN" dirty="0">
                <a:solidFill>
                  <a:srgbClr val="00477F"/>
                </a:solidFill>
                <a:latin typeface="Averta Std CY" panose="00000500000000000000" pitchFamily="50" charset="0"/>
              </a:rPr>
              <a:t>Khi một tiến trình kết thúc, tất cả file descriptor được đóng tự động, nhưng tốt nhất nên đóng tệp thủ công để tránh rò rỉ tài nguyên</a:t>
            </a:r>
            <a:endParaRPr lang="en-US" dirty="0">
              <a:solidFill>
                <a:srgbClr val="00477F"/>
              </a:solidFill>
              <a:latin typeface="Averta Std CY" panose="00000500000000000000" pitchFamily="50" charset="0"/>
            </a:endParaRPr>
          </a:p>
        </p:txBody>
      </p:sp>
      <p:sp>
        <p:nvSpPr>
          <p:cNvPr id="2" name="Rectangle: Rounded Corners 1">
            <a:extLst>
              <a:ext uri="{FF2B5EF4-FFF2-40B4-BE49-F238E27FC236}">
                <a16:creationId xmlns:a16="http://schemas.microsoft.com/office/drawing/2014/main" id="{B88F296D-3082-543C-9155-4DDCBC420E12}"/>
              </a:ext>
            </a:extLst>
          </p:cNvPr>
          <p:cNvSpPr/>
          <p:nvPr/>
        </p:nvSpPr>
        <p:spPr>
          <a:xfrm>
            <a:off x="521382" y="1417726"/>
            <a:ext cx="4664076" cy="662020"/>
          </a:xfrm>
          <a:prstGeom prst="roundRect">
            <a:avLst>
              <a:gd name="adj" fmla="val 50000"/>
            </a:avLst>
          </a:prstGeom>
          <a:solidFill>
            <a:srgbClr val="0263B9"/>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latin typeface="Averta CY Semibold" panose="00000700000000000000" pitchFamily="50" charset="0"/>
              </a:rPr>
              <a:t>CÁC SYSTEM CALL CƠ BẢN VỚI FILE</a:t>
            </a:r>
            <a:endParaRPr lang="en-US" dirty="0">
              <a:latin typeface="Averta CY Semibold" panose="00000700000000000000" pitchFamily="50" charset="0"/>
            </a:endParaRPr>
          </a:p>
        </p:txBody>
      </p:sp>
    </p:spTree>
    <p:extLst>
      <p:ext uri="{BB962C8B-B14F-4D97-AF65-F5344CB8AC3E}">
        <p14:creationId xmlns:p14="http://schemas.microsoft.com/office/powerpoint/2010/main" val="2763289851"/>
      </p:ext>
    </p:extLst>
  </p:cSld>
  <p:clrMapOvr>
    <a:masterClrMapping/>
  </p:clrMapOvr>
  <p:transition spd="slow">
    <p:push di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A42FDB-31C1-F0BB-CC16-F40EA020AE3B}"/>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B043E171-4AC0-3B63-7CC4-4F29D7EE6D30}"/>
              </a:ext>
            </a:extLst>
          </p:cNvPr>
          <p:cNvSpPr txBox="1"/>
          <p:nvPr/>
        </p:nvSpPr>
        <p:spPr>
          <a:xfrm>
            <a:off x="2390229" y="1588133"/>
            <a:ext cx="184731" cy="458331"/>
          </a:xfrm>
          <a:prstGeom prst="rect">
            <a:avLst/>
          </a:prstGeom>
          <a:noFill/>
        </p:spPr>
        <p:txBody>
          <a:bodyPr wrap="none" rtlCol="0">
            <a:spAutoFit/>
          </a:bodyPr>
          <a:lstStyle/>
          <a:p>
            <a:pPr algn="just">
              <a:lnSpc>
                <a:spcPct val="150000"/>
              </a:lnSpc>
            </a:pPr>
            <a:endParaRPr lang="en-US" dirty="0">
              <a:latin typeface="Averta CY" panose="00000500000000000000" pitchFamily="50" charset="0"/>
            </a:endParaRPr>
          </a:p>
        </p:txBody>
      </p:sp>
      <p:sp>
        <p:nvSpPr>
          <p:cNvPr id="3" name="TextBox 2">
            <a:extLst>
              <a:ext uri="{FF2B5EF4-FFF2-40B4-BE49-F238E27FC236}">
                <a16:creationId xmlns:a16="http://schemas.microsoft.com/office/drawing/2014/main" id="{BD3C538C-C620-4AEF-54A9-7CAE86C2B26A}"/>
              </a:ext>
            </a:extLst>
          </p:cNvPr>
          <p:cNvSpPr txBox="1"/>
          <p:nvPr/>
        </p:nvSpPr>
        <p:spPr>
          <a:xfrm>
            <a:off x="524598" y="2250153"/>
            <a:ext cx="8561529" cy="458331"/>
          </a:xfrm>
          <a:prstGeom prst="rect">
            <a:avLst/>
          </a:prstGeom>
          <a:noFill/>
        </p:spPr>
        <p:txBody>
          <a:bodyPr wrap="square">
            <a:spAutoFit/>
          </a:bodyPr>
          <a:lstStyle/>
          <a:p>
            <a:pPr marL="285750" indent="-285750" algn="just">
              <a:lnSpc>
                <a:spcPct val="150000"/>
              </a:lnSpc>
              <a:buFont typeface="Wingdings" panose="05000000000000000000" pitchFamily="2" charset="2"/>
              <a:buChar char="q"/>
            </a:pPr>
            <a:r>
              <a:rPr lang="vi-VN" dirty="0">
                <a:solidFill>
                  <a:srgbClr val="00477F"/>
                </a:solidFill>
                <a:latin typeface="Averta Std CY" panose="00000500000000000000" pitchFamily="50" charset="0"/>
              </a:rPr>
              <a:t>Lệnh </a:t>
            </a:r>
            <a:r>
              <a:rPr lang="vi-VN" dirty="0">
                <a:solidFill>
                  <a:srgbClr val="00477F"/>
                </a:solidFill>
                <a:latin typeface="Averta Std CY Bold" panose="00000800000000000000" pitchFamily="50" charset="0"/>
              </a:rPr>
              <a:t>lseek(): </a:t>
            </a:r>
            <a:r>
              <a:rPr lang="vi-VN" dirty="0">
                <a:solidFill>
                  <a:srgbClr val="00477F"/>
                </a:solidFill>
                <a:latin typeface="Averta Std CY" panose="00000500000000000000" pitchFamily="50" charset="0"/>
              </a:rPr>
              <a:t>Thay đổi vị trí đọc/ghi trong tệp</a:t>
            </a:r>
            <a:endParaRPr lang="en-US" dirty="0">
              <a:solidFill>
                <a:srgbClr val="00477F"/>
              </a:solidFill>
              <a:latin typeface="Averta Std CY" panose="00000500000000000000" pitchFamily="50" charset="0"/>
            </a:endParaRPr>
          </a:p>
        </p:txBody>
      </p:sp>
      <p:sp>
        <p:nvSpPr>
          <p:cNvPr id="7" name="TextBox 6">
            <a:extLst>
              <a:ext uri="{FF2B5EF4-FFF2-40B4-BE49-F238E27FC236}">
                <a16:creationId xmlns:a16="http://schemas.microsoft.com/office/drawing/2014/main" id="{6073DCBB-3A4C-9ADA-08DD-22C3C1940562}"/>
              </a:ext>
            </a:extLst>
          </p:cNvPr>
          <p:cNvSpPr txBox="1"/>
          <p:nvPr/>
        </p:nvSpPr>
        <p:spPr>
          <a:xfrm>
            <a:off x="521382" y="3149543"/>
            <a:ext cx="11041728" cy="2120324"/>
          </a:xfrm>
          <a:prstGeom prst="rect">
            <a:avLst/>
          </a:prstGeom>
          <a:noFill/>
        </p:spPr>
        <p:txBody>
          <a:bodyPr wrap="square">
            <a:spAutoFit/>
          </a:bodyPr>
          <a:lstStyle/>
          <a:p>
            <a:pPr algn="just">
              <a:lnSpc>
                <a:spcPct val="150000"/>
              </a:lnSpc>
            </a:pPr>
            <a:r>
              <a:rPr lang="vi-VN" dirty="0">
                <a:solidFill>
                  <a:srgbClr val="00477F"/>
                </a:solidFill>
                <a:latin typeface="Averta Std CY Bold" panose="00000800000000000000" pitchFamily="50" charset="0"/>
              </a:rPr>
              <a:t>Mỗi tệp đang mở trong Linux có một con trỏ vị trí đọc/ghi (file offset).</a:t>
            </a:r>
          </a:p>
          <a:p>
            <a:pPr marL="285750" indent="-285750" algn="just">
              <a:lnSpc>
                <a:spcPct val="150000"/>
              </a:lnSpc>
              <a:buFont typeface="Arial" panose="020B0604020202020204" pitchFamily="34" charset="0"/>
              <a:buChar char="•"/>
            </a:pPr>
            <a:r>
              <a:rPr lang="vi-VN" dirty="0">
                <a:solidFill>
                  <a:srgbClr val="00477F"/>
                </a:solidFill>
                <a:latin typeface="Averta Std CY" panose="00000500000000000000" pitchFamily="50" charset="0"/>
              </a:rPr>
              <a:t>Đây là vị trí byte trong tệp mà lần đọc (read()) hoặc ghi (write()) tiếp theo sẽ bắt đầu.</a:t>
            </a:r>
          </a:p>
          <a:p>
            <a:pPr marL="285750" indent="-285750" algn="just">
              <a:lnSpc>
                <a:spcPct val="150000"/>
              </a:lnSpc>
              <a:buFont typeface="Arial" panose="020B0604020202020204" pitchFamily="34" charset="0"/>
              <a:buChar char="•"/>
            </a:pPr>
            <a:r>
              <a:rPr lang="vi-VN" dirty="0">
                <a:solidFill>
                  <a:srgbClr val="00477F"/>
                </a:solidFill>
                <a:latin typeface="Averta Std CY" panose="00000500000000000000" pitchFamily="50" charset="0"/>
              </a:rPr>
              <a:t>Vị trí này bắt đầu từ 0 (tính từ đầu tệp).</a:t>
            </a:r>
          </a:p>
          <a:p>
            <a:pPr marL="285750" indent="-285750" algn="just">
              <a:lnSpc>
                <a:spcPct val="150000"/>
              </a:lnSpc>
              <a:buFont typeface="Arial" panose="020B0604020202020204" pitchFamily="34" charset="0"/>
              <a:buChar char="•"/>
            </a:pPr>
            <a:r>
              <a:rPr lang="vi-VN" dirty="0">
                <a:solidFill>
                  <a:srgbClr val="00477F"/>
                </a:solidFill>
                <a:latin typeface="Averta Std CY" panose="00000500000000000000" pitchFamily="50" charset="0"/>
              </a:rPr>
              <a:t>Mặc định, khi tệp được mở, con trỏ này nằm ở đầu tệp.</a:t>
            </a:r>
          </a:p>
          <a:p>
            <a:pPr algn="just">
              <a:lnSpc>
                <a:spcPct val="150000"/>
              </a:lnSpc>
            </a:pPr>
            <a:r>
              <a:rPr lang="vi-VN" dirty="0">
                <a:solidFill>
                  <a:srgbClr val="00477F"/>
                </a:solidFill>
                <a:latin typeface="Averta Std CY Bold" panose="00000800000000000000" pitchFamily="50" charset="0"/>
              </a:rPr>
              <a:t>lseek() </a:t>
            </a:r>
            <a:r>
              <a:rPr lang="vi-VN" dirty="0">
                <a:solidFill>
                  <a:srgbClr val="00477F"/>
                </a:solidFill>
                <a:latin typeface="Averta Std CY" panose="00000500000000000000" pitchFamily="50" charset="0"/>
              </a:rPr>
              <a:t>giúp di chuyển con trỏ tệp mà không cần đọc hoặc ghi dữ liệu.</a:t>
            </a:r>
            <a:endParaRPr lang="en-US" dirty="0">
              <a:solidFill>
                <a:srgbClr val="00477F"/>
              </a:solidFill>
              <a:latin typeface="Averta Std CY" panose="00000500000000000000" pitchFamily="50" charset="0"/>
            </a:endParaRPr>
          </a:p>
        </p:txBody>
      </p:sp>
      <p:sp>
        <p:nvSpPr>
          <p:cNvPr id="2" name="Rectangle: Rounded Corners 1">
            <a:extLst>
              <a:ext uri="{FF2B5EF4-FFF2-40B4-BE49-F238E27FC236}">
                <a16:creationId xmlns:a16="http://schemas.microsoft.com/office/drawing/2014/main" id="{AB0D7A3E-F3BB-C6EA-9382-57E84F536996}"/>
              </a:ext>
            </a:extLst>
          </p:cNvPr>
          <p:cNvSpPr/>
          <p:nvPr/>
        </p:nvSpPr>
        <p:spPr>
          <a:xfrm>
            <a:off x="521382" y="1417726"/>
            <a:ext cx="4664076" cy="662020"/>
          </a:xfrm>
          <a:prstGeom prst="roundRect">
            <a:avLst>
              <a:gd name="adj" fmla="val 50000"/>
            </a:avLst>
          </a:prstGeom>
          <a:solidFill>
            <a:srgbClr val="0263B9"/>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latin typeface="Averta CY Semibold" panose="00000700000000000000" pitchFamily="50" charset="0"/>
              </a:rPr>
              <a:t>CÁC SYSTEM CALL CƠ BẢN VỚI FILE</a:t>
            </a:r>
            <a:endParaRPr lang="en-US" dirty="0">
              <a:latin typeface="Averta CY Semibold" panose="00000700000000000000" pitchFamily="50" charset="0"/>
            </a:endParaRPr>
          </a:p>
        </p:txBody>
      </p:sp>
    </p:spTree>
    <p:extLst>
      <p:ext uri="{BB962C8B-B14F-4D97-AF65-F5344CB8AC3E}">
        <p14:creationId xmlns:p14="http://schemas.microsoft.com/office/powerpoint/2010/main" val="3599526925"/>
      </p:ext>
    </p:extLst>
  </p:cSld>
  <p:clrMapOvr>
    <a:masterClrMapping/>
  </p:clrMapOvr>
  <p:transition spd="slow">
    <p:push dir="u"/>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BA0393-E739-BD88-B59E-788A9A5D70DD}"/>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31B4A0E5-51C3-5CD2-0020-C4C18F7FD794}"/>
              </a:ext>
            </a:extLst>
          </p:cNvPr>
          <p:cNvSpPr txBox="1"/>
          <p:nvPr/>
        </p:nvSpPr>
        <p:spPr>
          <a:xfrm>
            <a:off x="2390229" y="1588133"/>
            <a:ext cx="184731" cy="458331"/>
          </a:xfrm>
          <a:prstGeom prst="rect">
            <a:avLst/>
          </a:prstGeom>
          <a:noFill/>
        </p:spPr>
        <p:txBody>
          <a:bodyPr wrap="none" rtlCol="0">
            <a:spAutoFit/>
          </a:bodyPr>
          <a:lstStyle/>
          <a:p>
            <a:pPr algn="just">
              <a:lnSpc>
                <a:spcPct val="150000"/>
              </a:lnSpc>
            </a:pPr>
            <a:endParaRPr lang="en-US" dirty="0">
              <a:latin typeface="Averta CY" panose="00000500000000000000" pitchFamily="50" charset="0"/>
            </a:endParaRPr>
          </a:p>
        </p:txBody>
      </p:sp>
      <p:sp>
        <p:nvSpPr>
          <p:cNvPr id="3" name="TextBox 2">
            <a:extLst>
              <a:ext uri="{FF2B5EF4-FFF2-40B4-BE49-F238E27FC236}">
                <a16:creationId xmlns:a16="http://schemas.microsoft.com/office/drawing/2014/main" id="{35129C80-EE87-7122-F2D3-5758BFCF0A2D}"/>
              </a:ext>
            </a:extLst>
          </p:cNvPr>
          <p:cNvSpPr txBox="1"/>
          <p:nvPr/>
        </p:nvSpPr>
        <p:spPr>
          <a:xfrm>
            <a:off x="524598" y="2250153"/>
            <a:ext cx="4100723" cy="458331"/>
          </a:xfrm>
          <a:prstGeom prst="rect">
            <a:avLst/>
          </a:prstGeom>
          <a:noFill/>
        </p:spPr>
        <p:txBody>
          <a:bodyPr wrap="square">
            <a:spAutoFit/>
          </a:bodyPr>
          <a:lstStyle/>
          <a:p>
            <a:pPr marL="285750" indent="-285750" algn="just">
              <a:lnSpc>
                <a:spcPct val="150000"/>
              </a:lnSpc>
              <a:buFont typeface="Wingdings" panose="05000000000000000000" pitchFamily="2" charset="2"/>
              <a:buChar char="q"/>
            </a:pPr>
            <a:r>
              <a:rPr lang="vi-VN" dirty="0">
                <a:solidFill>
                  <a:srgbClr val="00477F"/>
                </a:solidFill>
                <a:latin typeface="Averta Std CY" panose="00000500000000000000" pitchFamily="50" charset="0"/>
              </a:rPr>
              <a:t>Lệnh </a:t>
            </a:r>
            <a:r>
              <a:rPr lang="vi-VN" dirty="0">
                <a:solidFill>
                  <a:srgbClr val="00477F"/>
                </a:solidFill>
                <a:latin typeface="Averta Std CY Bold" panose="00000800000000000000" pitchFamily="50" charset="0"/>
              </a:rPr>
              <a:t>lseek()</a:t>
            </a:r>
            <a:endParaRPr lang="en-US" dirty="0">
              <a:solidFill>
                <a:srgbClr val="00477F"/>
              </a:solidFill>
              <a:latin typeface="Averta Std CY Bold" panose="00000800000000000000" pitchFamily="50" charset="0"/>
            </a:endParaRPr>
          </a:p>
        </p:txBody>
      </p:sp>
      <p:sp>
        <p:nvSpPr>
          <p:cNvPr id="4" name="Rectangle 3">
            <a:extLst>
              <a:ext uri="{FF2B5EF4-FFF2-40B4-BE49-F238E27FC236}">
                <a16:creationId xmlns:a16="http://schemas.microsoft.com/office/drawing/2014/main" id="{907D4CAC-090D-71EE-A036-A74AF0E10B21}"/>
              </a:ext>
            </a:extLst>
          </p:cNvPr>
          <p:cNvSpPr/>
          <p:nvPr/>
        </p:nvSpPr>
        <p:spPr>
          <a:xfrm>
            <a:off x="2940099" y="2800977"/>
            <a:ext cx="7210898" cy="662020"/>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r>
              <a:rPr lang="en-US" dirty="0" err="1">
                <a:solidFill>
                  <a:schemeClr val="bg1"/>
                </a:solidFill>
                <a:latin typeface="+mj-lt"/>
              </a:rPr>
              <a:t>off_t</a:t>
            </a:r>
            <a:r>
              <a:rPr lang="en-US" dirty="0">
                <a:solidFill>
                  <a:schemeClr val="bg1"/>
                </a:solidFill>
                <a:latin typeface="+mj-lt"/>
              </a:rPr>
              <a:t> </a:t>
            </a:r>
            <a:r>
              <a:rPr lang="en-US" dirty="0" err="1">
                <a:solidFill>
                  <a:schemeClr val="bg1"/>
                </a:solidFill>
                <a:latin typeface="+mj-lt"/>
              </a:rPr>
              <a:t>lseek</a:t>
            </a:r>
            <a:r>
              <a:rPr lang="en-US" dirty="0">
                <a:solidFill>
                  <a:schemeClr val="bg1"/>
                </a:solidFill>
                <a:latin typeface="+mj-lt"/>
              </a:rPr>
              <a:t>(int </a:t>
            </a:r>
            <a:r>
              <a:rPr lang="en-US" dirty="0" err="1">
                <a:solidFill>
                  <a:schemeClr val="bg1"/>
                </a:solidFill>
                <a:latin typeface="+mj-lt"/>
              </a:rPr>
              <a:t>fd</a:t>
            </a:r>
            <a:r>
              <a:rPr lang="en-US" dirty="0">
                <a:solidFill>
                  <a:schemeClr val="bg1"/>
                </a:solidFill>
                <a:latin typeface="+mj-lt"/>
              </a:rPr>
              <a:t>, </a:t>
            </a:r>
            <a:r>
              <a:rPr lang="en-US" dirty="0" err="1">
                <a:solidFill>
                  <a:schemeClr val="bg1"/>
                </a:solidFill>
                <a:latin typeface="+mj-lt"/>
              </a:rPr>
              <a:t>off_t</a:t>
            </a:r>
            <a:r>
              <a:rPr lang="en-US" dirty="0">
                <a:solidFill>
                  <a:schemeClr val="bg1"/>
                </a:solidFill>
                <a:latin typeface="+mj-lt"/>
              </a:rPr>
              <a:t> offset, int whence);</a:t>
            </a:r>
            <a:endParaRPr lang="vi-VN" dirty="0">
              <a:solidFill>
                <a:schemeClr val="bg1"/>
              </a:solidFill>
              <a:latin typeface="+mj-lt"/>
            </a:endParaRPr>
          </a:p>
        </p:txBody>
      </p:sp>
      <p:sp>
        <p:nvSpPr>
          <p:cNvPr id="7" name="TextBox 6">
            <a:extLst>
              <a:ext uri="{FF2B5EF4-FFF2-40B4-BE49-F238E27FC236}">
                <a16:creationId xmlns:a16="http://schemas.microsoft.com/office/drawing/2014/main" id="{080E836D-2042-4AE5-594A-F787604B3EB2}"/>
              </a:ext>
            </a:extLst>
          </p:cNvPr>
          <p:cNvSpPr txBox="1"/>
          <p:nvPr/>
        </p:nvSpPr>
        <p:spPr>
          <a:xfrm>
            <a:off x="521382" y="3555490"/>
            <a:ext cx="11041728" cy="2535822"/>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vi-VN" dirty="0">
                <a:solidFill>
                  <a:srgbClr val="00477F"/>
                </a:solidFill>
                <a:latin typeface="Averta Std CY Bold" panose="00000800000000000000" pitchFamily="50" charset="0"/>
              </a:rPr>
              <a:t>fd: </a:t>
            </a:r>
            <a:r>
              <a:rPr lang="vi-VN" dirty="0">
                <a:solidFill>
                  <a:srgbClr val="00477F"/>
                </a:solidFill>
                <a:latin typeface="Averta Std CY" panose="00000500000000000000" pitchFamily="50" charset="0"/>
              </a:rPr>
              <a:t>File descriptor của tệp cần thay đổi vị trí.</a:t>
            </a:r>
          </a:p>
          <a:p>
            <a:pPr marL="285750" indent="-285750" algn="just">
              <a:lnSpc>
                <a:spcPct val="150000"/>
              </a:lnSpc>
              <a:buFont typeface="Arial" panose="020B0604020202020204" pitchFamily="34" charset="0"/>
              <a:buChar char="•"/>
            </a:pPr>
            <a:r>
              <a:rPr lang="vi-VN" dirty="0">
                <a:solidFill>
                  <a:srgbClr val="00477F"/>
                </a:solidFill>
                <a:latin typeface="Averta Std CY Bold" panose="00000800000000000000" pitchFamily="50" charset="0"/>
              </a:rPr>
              <a:t>offset: </a:t>
            </a:r>
            <a:r>
              <a:rPr lang="vi-VN" dirty="0">
                <a:solidFill>
                  <a:srgbClr val="00477F"/>
                </a:solidFill>
                <a:latin typeface="Averta Std CY" panose="00000500000000000000" pitchFamily="50" charset="0"/>
              </a:rPr>
              <a:t>Số byte cần dịch chuyển. Có thể là số dương (tiến lên) hoặc âm (lùi lại).</a:t>
            </a:r>
          </a:p>
          <a:p>
            <a:pPr marL="285750" indent="-285750" algn="just">
              <a:lnSpc>
                <a:spcPct val="150000"/>
              </a:lnSpc>
              <a:buFont typeface="Arial" panose="020B0604020202020204" pitchFamily="34" charset="0"/>
              <a:buChar char="•"/>
            </a:pPr>
            <a:r>
              <a:rPr lang="vi-VN" dirty="0">
                <a:solidFill>
                  <a:srgbClr val="00477F"/>
                </a:solidFill>
                <a:latin typeface="Averta Std CY Bold" panose="00000800000000000000" pitchFamily="50" charset="0"/>
              </a:rPr>
              <a:t>whence: </a:t>
            </a:r>
            <a:r>
              <a:rPr lang="vi-VN" dirty="0">
                <a:solidFill>
                  <a:srgbClr val="00477F"/>
                </a:solidFill>
                <a:latin typeface="Averta Std CY" panose="00000500000000000000" pitchFamily="50" charset="0"/>
              </a:rPr>
              <a:t>Điểm mốc từ đó offset được tính toán</a:t>
            </a:r>
          </a:p>
          <a:p>
            <a:pPr marL="742950" lvl="1" indent="-285750" algn="just">
              <a:lnSpc>
                <a:spcPct val="150000"/>
              </a:lnSpc>
              <a:buFont typeface="Arial" panose="020B0604020202020204" pitchFamily="34" charset="0"/>
              <a:buChar char="•"/>
            </a:pPr>
            <a:r>
              <a:rPr lang="en-US" dirty="0">
                <a:solidFill>
                  <a:srgbClr val="00477F"/>
                </a:solidFill>
                <a:latin typeface="Averta Std CY Bold" panose="00000800000000000000" pitchFamily="50" charset="0"/>
              </a:rPr>
              <a:t>SEEK_</a:t>
            </a:r>
            <a:r>
              <a:rPr lang="vi-VN" dirty="0">
                <a:solidFill>
                  <a:srgbClr val="00477F"/>
                </a:solidFill>
                <a:latin typeface="Averta Std CY Bold" panose="00000800000000000000" pitchFamily="50" charset="0"/>
              </a:rPr>
              <a:t>SET</a:t>
            </a:r>
            <a:r>
              <a:rPr lang="vi-VN" dirty="0">
                <a:solidFill>
                  <a:srgbClr val="00477F"/>
                </a:solidFill>
                <a:latin typeface="Averta Std CY" panose="00000500000000000000" pitchFamily="50" charset="0"/>
              </a:rPr>
              <a:t>: </a:t>
            </a:r>
            <a:r>
              <a:rPr lang="en-US" dirty="0" err="1">
                <a:solidFill>
                  <a:srgbClr val="00477F"/>
                </a:solidFill>
                <a:latin typeface="Averta Std CY" panose="00000500000000000000" pitchFamily="50" charset="0"/>
              </a:rPr>
              <a:t>Đặt</a:t>
            </a:r>
            <a:r>
              <a:rPr lang="en-US" dirty="0">
                <a:solidFill>
                  <a:srgbClr val="00477F"/>
                </a:solidFill>
                <a:latin typeface="Averta Std CY" panose="00000500000000000000" pitchFamily="50" charset="0"/>
              </a:rPr>
              <a:t> con </a:t>
            </a:r>
            <a:r>
              <a:rPr lang="en-US" dirty="0" err="1">
                <a:solidFill>
                  <a:srgbClr val="00477F"/>
                </a:solidFill>
                <a:latin typeface="Averta Std CY" panose="00000500000000000000" pitchFamily="50" charset="0"/>
              </a:rPr>
              <a:t>trỏ</a:t>
            </a:r>
            <a:r>
              <a:rPr lang="en-US" dirty="0">
                <a:solidFill>
                  <a:srgbClr val="00477F"/>
                </a:solidFill>
                <a:latin typeface="Averta Std CY" panose="00000500000000000000" pitchFamily="50" charset="0"/>
              </a:rPr>
              <a:t> </a:t>
            </a:r>
            <a:r>
              <a:rPr lang="en-US" dirty="0" err="1">
                <a:solidFill>
                  <a:srgbClr val="00477F"/>
                </a:solidFill>
                <a:latin typeface="Averta Std CY" panose="00000500000000000000" pitchFamily="50" charset="0"/>
              </a:rPr>
              <a:t>tệp</a:t>
            </a:r>
            <a:r>
              <a:rPr lang="en-US" dirty="0">
                <a:solidFill>
                  <a:srgbClr val="00477F"/>
                </a:solidFill>
                <a:latin typeface="Averta Std CY" panose="00000500000000000000" pitchFamily="50" charset="0"/>
              </a:rPr>
              <a:t> </a:t>
            </a:r>
            <a:r>
              <a:rPr lang="en-US" dirty="0" err="1">
                <a:solidFill>
                  <a:srgbClr val="00477F"/>
                </a:solidFill>
                <a:latin typeface="Averta Std CY" panose="00000500000000000000" pitchFamily="50" charset="0"/>
              </a:rPr>
              <a:t>tại</a:t>
            </a:r>
            <a:r>
              <a:rPr lang="en-US" dirty="0">
                <a:solidFill>
                  <a:srgbClr val="00477F"/>
                </a:solidFill>
                <a:latin typeface="Averta Std CY" panose="00000500000000000000" pitchFamily="50" charset="0"/>
              </a:rPr>
              <a:t> offset byte tính </a:t>
            </a:r>
            <a:r>
              <a:rPr lang="en-US" dirty="0" err="1">
                <a:solidFill>
                  <a:srgbClr val="00477F"/>
                </a:solidFill>
                <a:latin typeface="Averta Std CY" panose="00000500000000000000" pitchFamily="50" charset="0"/>
              </a:rPr>
              <a:t>từ</a:t>
            </a:r>
            <a:r>
              <a:rPr lang="en-US" dirty="0">
                <a:solidFill>
                  <a:srgbClr val="00477F"/>
                </a:solidFill>
                <a:latin typeface="Averta Std CY" panose="00000500000000000000" pitchFamily="50" charset="0"/>
              </a:rPr>
              <a:t> đầu </a:t>
            </a:r>
            <a:r>
              <a:rPr lang="en-US" dirty="0" err="1">
                <a:solidFill>
                  <a:srgbClr val="00477F"/>
                </a:solidFill>
                <a:latin typeface="Averta Std CY" panose="00000500000000000000" pitchFamily="50" charset="0"/>
              </a:rPr>
              <a:t>tệp</a:t>
            </a:r>
            <a:r>
              <a:rPr lang="en-US" dirty="0">
                <a:solidFill>
                  <a:srgbClr val="00477F"/>
                </a:solidFill>
                <a:latin typeface="Averta Std CY" panose="00000500000000000000" pitchFamily="50" charset="0"/>
              </a:rPr>
              <a:t>.</a:t>
            </a:r>
            <a:endParaRPr lang="vi-VN" dirty="0">
              <a:solidFill>
                <a:srgbClr val="00477F"/>
              </a:solidFill>
              <a:latin typeface="Averta Std CY" panose="00000500000000000000" pitchFamily="50" charset="0"/>
            </a:endParaRPr>
          </a:p>
          <a:p>
            <a:pPr marL="742950" lvl="1" indent="-285750" algn="just">
              <a:lnSpc>
                <a:spcPct val="150000"/>
              </a:lnSpc>
              <a:buFont typeface="Arial" panose="020B0604020202020204" pitchFamily="34" charset="0"/>
              <a:buChar char="•"/>
            </a:pPr>
            <a:r>
              <a:rPr lang="en-US" dirty="0">
                <a:solidFill>
                  <a:srgbClr val="00477F"/>
                </a:solidFill>
                <a:latin typeface="Averta Std CY Bold" panose="00000800000000000000" pitchFamily="50" charset="0"/>
              </a:rPr>
              <a:t>SEEK_</a:t>
            </a:r>
            <a:r>
              <a:rPr lang="vi-VN" dirty="0">
                <a:solidFill>
                  <a:srgbClr val="00477F"/>
                </a:solidFill>
                <a:latin typeface="Averta Std CY Bold" panose="00000800000000000000" pitchFamily="50" charset="0"/>
              </a:rPr>
              <a:t>CUR</a:t>
            </a:r>
            <a:r>
              <a:rPr lang="vi-VN" dirty="0">
                <a:solidFill>
                  <a:srgbClr val="00477F"/>
                </a:solidFill>
                <a:latin typeface="Averta Std CY" panose="00000500000000000000" pitchFamily="50" charset="0"/>
              </a:rPr>
              <a:t>: </a:t>
            </a:r>
            <a:r>
              <a:rPr lang="en-US" dirty="0">
                <a:solidFill>
                  <a:srgbClr val="00477F"/>
                </a:solidFill>
                <a:latin typeface="Averta Std CY" panose="00000500000000000000" pitchFamily="50" charset="0"/>
              </a:rPr>
              <a:t>Di </a:t>
            </a:r>
            <a:r>
              <a:rPr lang="en-US" dirty="0" err="1">
                <a:solidFill>
                  <a:srgbClr val="00477F"/>
                </a:solidFill>
                <a:latin typeface="Averta Std CY" panose="00000500000000000000" pitchFamily="50" charset="0"/>
              </a:rPr>
              <a:t>chuyển</a:t>
            </a:r>
            <a:r>
              <a:rPr lang="en-US" dirty="0">
                <a:solidFill>
                  <a:srgbClr val="00477F"/>
                </a:solidFill>
                <a:latin typeface="Averta Std CY" panose="00000500000000000000" pitchFamily="50" charset="0"/>
              </a:rPr>
              <a:t> con </a:t>
            </a:r>
            <a:r>
              <a:rPr lang="en-US" dirty="0" err="1">
                <a:solidFill>
                  <a:srgbClr val="00477F"/>
                </a:solidFill>
                <a:latin typeface="Averta Std CY" panose="00000500000000000000" pitchFamily="50" charset="0"/>
              </a:rPr>
              <a:t>trỏ</a:t>
            </a:r>
            <a:r>
              <a:rPr lang="en-US" dirty="0">
                <a:solidFill>
                  <a:srgbClr val="00477F"/>
                </a:solidFill>
                <a:latin typeface="Averta Std CY" panose="00000500000000000000" pitchFamily="50" charset="0"/>
              </a:rPr>
              <a:t> offset byte tính </a:t>
            </a:r>
            <a:r>
              <a:rPr lang="en-US" dirty="0" err="1">
                <a:solidFill>
                  <a:srgbClr val="00477F"/>
                </a:solidFill>
                <a:latin typeface="Averta Std CY" panose="00000500000000000000" pitchFamily="50" charset="0"/>
              </a:rPr>
              <a:t>từ</a:t>
            </a:r>
            <a:r>
              <a:rPr lang="en-US" dirty="0">
                <a:solidFill>
                  <a:srgbClr val="00477F"/>
                </a:solidFill>
                <a:latin typeface="Averta Std CY" panose="00000500000000000000" pitchFamily="50" charset="0"/>
              </a:rPr>
              <a:t> vị trí </a:t>
            </a:r>
            <a:r>
              <a:rPr lang="en-US" dirty="0" err="1">
                <a:solidFill>
                  <a:srgbClr val="00477F"/>
                </a:solidFill>
                <a:latin typeface="Averta Std CY" panose="00000500000000000000" pitchFamily="50" charset="0"/>
              </a:rPr>
              <a:t>hiện</a:t>
            </a:r>
            <a:r>
              <a:rPr lang="en-US" dirty="0">
                <a:solidFill>
                  <a:srgbClr val="00477F"/>
                </a:solidFill>
                <a:latin typeface="Averta Std CY" panose="00000500000000000000" pitchFamily="50" charset="0"/>
              </a:rPr>
              <a:t> </a:t>
            </a:r>
            <a:r>
              <a:rPr lang="en-US" dirty="0" err="1">
                <a:solidFill>
                  <a:srgbClr val="00477F"/>
                </a:solidFill>
                <a:latin typeface="Averta Std CY" panose="00000500000000000000" pitchFamily="50" charset="0"/>
              </a:rPr>
              <a:t>tại</a:t>
            </a:r>
            <a:r>
              <a:rPr lang="en-US" dirty="0">
                <a:solidFill>
                  <a:srgbClr val="00477F"/>
                </a:solidFill>
                <a:latin typeface="Averta Std CY" panose="00000500000000000000" pitchFamily="50" charset="0"/>
              </a:rPr>
              <a:t>.</a:t>
            </a:r>
            <a:endParaRPr lang="vi-VN" dirty="0">
              <a:solidFill>
                <a:srgbClr val="00477F"/>
              </a:solidFill>
              <a:latin typeface="Averta Std CY" panose="00000500000000000000" pitchFamily="50" charset="0"/>
            </a:endParaRPr>
          </a:p>
          <a:p>
            <a:pPr marL="742950" lvl="1" indent="-285750" algn="just">
              <a:lnSpc>
                <a:spcPct val="150000"/>
              </a:lnSpc>
              <a:buFont typeface="Arial" panose="020B0604020202020204" pitchFamily="34" charset="0"/>
              <a:buChar char="•"/>
            </a:pPr>
            <a:r>
              <a:rPr lang="en-US" dirty="0">
                <a:solidFill>
                  <a:srgbClr val="00477F"/>
                </a:solidFill>
                <a:latin typeface="Averta Std CY Bold" panose="00000800000000000000" pitchFamily="50" charset="0"/>
              </a:rPr>
              <a:t>SEEK_</a:t>
            </a:r>
            <a:r>
              <a:rPr lang="vi-VN" dirty="0">
                <a:solidFill>
                  <a:srgbClr val="00477F"/>
                </a:solidFill>
                <a:latin typeface="Averta Std CY Bold" panose="00000800000000000000" pitchFamily="50" charset="0"/>
              </a:rPr>
              <a:t>END: </a:t>
            </a:r>
            <a:r>
              <a:rPr lang="en-US" dirty="0" err="1">
                <a:solidFill>
                  <a:srgbClr val="00477F"/>
                </a:solidFill>
                <a:latin typeface="Averta Std CY" panose="00000500000000000000" pitchFamily="50" charset="0"/>
              </a:rPr>
              <a:t>Đặt</a:t>
            </a:r>
            <a:r>
              <a:rPr lang="en-US" dirty="0">
                <a:solidFill>
                  <a:srgbClr val="00477F"/>
                </a:solidFill>
                <a:latin typeface="Averta Std CY" panose="00000500000000000000" pitchFamily="50" charset="0"/>
              </a:rPr>
              <a:t> con </a:t>
            </a:r>
            <a:r>
              <a:rPr lang="en-US" dirty="0" err="1">
                <a:solidFill>
                  <a:srgbClr val="00477F"/>
                </a:solidFill>
                <a:latin typeface="Averta Std CY" panose="00000500000000000000" pitchFamily="50" charset="0"/>
              </a:rPr>
              <a:t>trỏ</a:t>
            </a:r>
            <a:r>
              <a:rPr lang="en-US" dirty="0">
                <a:solidFill>
                  <a:srgbClr val="00477F"/>
                </a:solidFill>
                <a:latin typeface="Averta Std CY" panose="00000500000000000000" pitchFamily="50" charset="0"/>
              </a:rPr>
              <a:t> </a:t>
            </a:r>
            <a:r>
              <a:rPr lang="en-US" dirty="0" err="1">
                <a:solidFill>
                  <a:srgbClr val="00477F"/>
                </a:solidFill>
                <a:latin typeface="Averta Std CY" panose="00000500000000000000" pitchFamily="50" charset="0"/>
              </a:rPr>
              <a:t>tại</a:t>
            </a:r>
            <a:r>
              <a:rPr lang="en-US" dirty="0">
                <a:solidFill>
                  <a:srgbClr val="00477F"/>
                </a:solidFill>
                <a:latin typeface="Averta Std CY" panose="00000500000000000000" pitchFamily="50" charset="0"/>
              </a:rPr>
              <a:t> offset byte tính </a:t>
            </a:r>
            <a:r>
              <a:rPr lang="en-US" dirty="0" err="1">
                <a:solidFill>
                  <a:srgbClr val="00477F"/>
                </a:solidFill>
                <a:latin typeface="Averta Std CY" panose="00000500000000000000" pitchFamily="50" charset="0"/>
              </a:rPr>
              <a:t>từ</a:t>
            </a:r>
            <a:r>
              <a:rPr lang="en-US" dirty="0">
                <a:solidFill>
                  <a:srgbClr val="00477F"/>
                </a:solidFill>
                <a:latin typeface="Averta Std CY" panose="00000500000000000000" pitchFamily="50" charset="0"/>
              </a:rPr>
              <a:t> cuối </a:t>
            </a:r>
            <a:r>
              <a:rPr lang="en-US" dirty="0" err="1">
                <a:solidFill>
                  <a:srgbClr val="00477F"/>
                </a:solidFill>
                <a:latin typeface="Averta Std CY" panose="00000500000000000000" pitchFamily="50" charset="0"/>
              </a:rPr>
              <a:t>tệp</a:t>
            </a:r>
            <a:r>
              <a:rPr lang="en-US" dirty="0">
                <a:solidFill>
                  <a:srgbClr val="00477F"/>
                </a:solidFill>
                <a:latin typeface="Averta Std CY" panose="00000500000000000000" pitchFamily="50" charset="0"/>
              </a:rPr>
              <a:t>.</a:t>
            </a:r>
          </a:p>
        </p:txBody>
      </p:sp>
      <p:sp>
        <p:nvSpPr>
          <p:cNvPr id="2" name="Rectangle: Rounded Corners 1">
            <a:extLst>
              <a:ext uri="{FF2B5EF4-FFF2-40B4-BE49-F238E27FC236}">
                <a16:creationId xmlns:a16="http://schemas.microsoft.com/office/drawing/2014/main" id="{30197C1E-CD0D-8E26-8FD5-73100C0125C2}"/>
              </a:ext>
            </a:extLst>
          </p:cNvPr>
          <p:cNvSpPr/>
          <p:nvPr/>
        </p:nvSpPr>
        <p:spPr>
          <a:xfrm>
            <a:off x="521382" y="1417726"/>
            <a:ext cx="4664076" cy="662020"/>
          </a:xfrm>
          <a:prstGeom prst="roundRect">
            <a:avLst>
              <a:gd name="adj" fmla="val 50000"/>
            </a:avLst>
          </a:prstGeom>
          <a:solidFill>
            <a:srgbClr val="0263B9"/>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latin typeface="Averta CY Semibold" panose="00000700000000000000" pitchFamily="50" charset="0"/>
              </a:rPr>
              <a:t>CÁC SYSTEM CALL CƠ BẢN VỚI FILE</a:t>
            </a:r>
            <a:endParaRPr lang="en-US" dirty="0">
              <a:latin typeface="Averta CY Semibold" panose="00000700000000000000" pitchFamily="50" charset="0"/>
            </a:endParaRPr>
          </a:p>
        </p:txBody>
      </p:sp>
    </p:spTree>
    <p:extLst>
      <p:ext uri="{BB962C8B-B14F-4D97-AF65-F5344CB8AC3E}">
        <p14:creationId xmlns:p14="http://schemas.microsoft.com/office/powerpoint/2010/main" val="3944486087"/>
      </p:ext>
    </p:extLst>
  </p:cSld>
  <p:clrMapOvr>
    <a:masterClrMapping/>
  </p:clrMapOvr>
  <p:transition spd="slow">
    <p:push dir="u"/>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E0DB79-5667-D235-52F8-B30D0759B99C}"/>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07D18AD6-CDA9-F075-EA2D-6D64927A46E7}"/>
              </a:ext>
            </a:extLst>
          </p:cNvPr>
          <p:cNvSpPr txBox="1"/>
          <p:nvPr/>
        </p:nvSpPr>
        <p:spPr>
          <a:xfrm>
            <a:off x="2390229" y="1588133"/>
            <a:ext cx="184731" cy="458331"/>
          </a:xfrm>
          <a:prstGeom prst="rect">
            <a:avLst/>
          </a:prstGeom>
          <a:noFill/>
        </p:spPr>
        <p:txBody>
          <a:bodyPr wrap="none" rtlCol="0">
            <a:spAutoFit/>
          </a:bodyPr>
          <a:lstStyle/>
          <a:p>
            <a:pPr algn="just">
              <a:lnSpc>
                <a:spcPct val="150000"/>
              </a:lnSpc>
            </a:pPr>
            <a:endParaRPr lang="en-US" dirty="0">
              <a:latin typeface="Averta CY" panose="00000500000000000000" pitchFamily="50" charset="0"/>
            </a:endParaRPr>
          </a:p>
        </p:txBody>
      </p:sp>
      <p:sp>
        <p:nvSpPr>
          <p:cNvPr id="5" name="Rectangle: Rounded Corners 4">
            <a:extLst>
              <a:ext uri="{FF2B5EF4-FFF2-40B4-BE49-F238E27FC236}">
                <a16:creationId xmlns:a16="http://schemas.microsoft.com/office/drawing/2014/main" id="{8F5A9F3E-CB3A-2AA9-E6EF-F1899892CCA7}"/>
              </a:ext>
            </a:extLst>
          </p:cNvPr>
          <p:cNvSpPr/>
          <p:nvPr/>
        </p:nvSpPr>
        <p:spPr>
          <a:xfrm>
            <a:off x="521382" y="1417726"/>
            <a:ext cx="4664076" cy="662020"/>
          </a:xfrm>
          <a:prstGeom prst="roundRect">
            <a:avLst>
              <a:gd name="adj" fmla="val 50000"/>
            </a:avLst>
          </a:prstGeom>
          <a:solidFill>
            <a:srgbClr val="0263B9"/>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latin typeface="Averta CY Semibold" panose="00000700000000000000" pitchFamily="50" charset="0"/>
              </a:rPr>
              <a:t>THƯ VIỆN CHUẨN C</a:t>
            </a:r>
            <a:endParaRPr lang="en-US" dirty="0">
              <a:latin typeface="Averta CY Semibold" panose="00000700000000000000" pitchFamily="50" charset="0"/>
            </a:endParaRPr>
          </a:p>
        </p:txBody>
      </p:sp>
      <p:sp>
        <p:nvSpPr>
          <p:cNvPr id="3" name="TextBox 2">
            <a:extLst>
              <a:ext uri="{FF2B5EF4-FFF2-40B4-BE49-F238E27FC236}">
                <a16:creationId xmlns:a16="http://schemas.microsoft.com/office/drawing/2014/main" id="{EFF81A7D-40EB-7F4F-1FFB-FBC24EA8F27F}"/>
              </a:ext>
            </a:extLst>
          </p:cNvPr>
          <p:cNvSpPr txBox="1"/>
          <p:nvPr/>
        </p:nvSpPr>
        <p:spPr>
          <a:xfrm>
            <a:off x="521382" y="2250153"/>
            <a:ext cx="5879418" cy="3366819"/>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vi-VN" dirty="0">
                <a:solidFill>
                  <a:srgbClr val="00477F"/>
                </a:solidFill>
                <a:latin typeface="Averta Std CY Bold" panose="00000800000000000000" pitchFamily="50" charset="0"/>
              </a:rPr>
              <a:t>Thư viện chuẩn C (C standard library)</a:t>
            </a:r>
            <a:r>
              <a:rPr lang="vi-VN" dirty="0">
                <a:solidFill>
                  <a:srgbClr val="00477F"/>
                </a:solidFill>
                <a:latin typeface="Averta Std CY" panose="00000500000000000000" pitchFamily="50" charset="0"/>
              </a:rPr>
              <a:t>, xây dựng dựa trên các lời gọi hệ thống, cung cấp giao diện dễ sử dụng hơn và thường bổ sung các tính năng tiện lợi, phổ biến nhất là GNU C library (glibc).</a:t>
            </a:r>
          </a:p>
          <a:p>
            <a:pPr marL="285750" indent="-285750" algn="just">
              <a:lnSpc>
                <a:spcPct val="150000"/>
              </a:lnSpc>
              <a:buFont typeface="Arial" panose="020B0604020202020204" pitchFamily="34" charset="0"/>
              <a:buChar char="•"/>
            </a:pPr>
            <a:r>
              <a:rPr lang="vi-VN" dirty="0">
                <a:solidFill>
                  <a:srgbClr val="00477F"/>
                </a:solidFill>
                <a:latin typeface="Averta Std CY" panose="00000500000000000000" pitchFamily="50" charset="0"/>
              </a:rPr>
              <a:t>Các hàm thư viện giúp lập trình viên trừu tượng hóa nhiều chi tiết phức tạp khi sử dụng trực tiếp lời gọi hệ thống.</a:t>
            </a:r>
          </a:p>
          <a:p>
            <a:pPr marL="285750" indent="-285750" algn="just">
              <a:lnSpc>
                <a:spcPct val="150000"/>
              </a:lnSpc>
              <a:buFont typeface="Arial" panose="020B0604020202020204" pitchFamily="34" charset="0"/>
              <a:buChar char="•"/>
            </a:pPr>
            <a:r>
              <a:rPr lang="vi-VN" dirty="0">
                <a:solidFill>
                  <a:srgbClr val="00477F"/>
                </a:solidFill>
                <a:latin typeface="Averta Std CY" panose="00000500000000000000" pitchFamily="50" charset="0"/>
              </a:rPr>
              <a:t>Ví dụ: printf(), scanf(), fopen(), fclose()</a:t>
            </a:r>
            <a:endParaRPr lang="en-US" dirty="0">
              <a:solidFill>
                <a:srgbClr val="00477F"/>
              </a:solidFill>
              <a:latin typeface="Averta Std CY" panose="00000500000000000000" pitchFamily="50" charset="0"/>
            </a:endParaRPr>
          </a:p>
        </p:txBody>
      </p:sp>
      <p:pic>
        <p:nvPicPr>
          <p:cNvPr id="6146" name="Picture 2" descr="GNU C Library – Wikipedia tiếng Việt">
            <a:extLst>
              <a:ext uri="{FF2B5EF4-FFF2-40B4-BE49-F238E27FC236}">
                <a16:creationId xmlns:a16="http://schemas.microsoft.com/office/drawing/2014/main" id="{E9CD6C7C-7341-BE2F-FF25-D1654C7145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11462" y="2411319"/>
            <a:ext cx="4059313" cy="30444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39203933"/>
      </p:ext>
    </p:extLst>
  </p:cSld>
  <p:clrMapOvr>
    <a:masterClrMapping/>
  </p:clrMapOvr>
  <p:transition spd="slow">
    <p:push dir="u"/>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3561CF-9024-43A7-77B0-ABD75C6AC5A8}"/>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BC2DA24D-694C-81FA-D700-DCD5ACA3EE29}"/>
              </a:ext>
            </a:extLst>
          </p:cNvPr>
          <p:cNvSpPr txBox="1"/>
          <p:nvPr/>
        </p:nvSpPr>
        <p:spPr>
          <a:xfrm>
            <a:off x="2390229" y="1588133"/>
            <a:ext cx="184731" cy="458331"/>
          </a:xfrm>
          <a:prstGeom prst="rect">
            <a:avLst/>
          </a:prstGeom>
          <a:noFill/>
        </p:spPr>
        <p:txBody>
          <a:bodyPr wrap="none" rtlCol="0">
            <a:spAutoFit/>
          </a:bodyPr>
          <a:lstStyle/>
          <a:p>
            <a:pPr algn="just">
              <a:lnSpc>
                <a:spcPct val="150000"/>
              </a:lnSpc>
            </a:pPr>
            <a:endParaRPr lang="en-US" dirty="0">
              <a:latin typeface="Averta CY" panose="00000500000000000000" pitchFamily="50" charset="0"/>
            </a:endParaRPr>
          </a:p>
        </p:txBody>
      </p:sp>
      <p:sp>
        <p:nvSpPr>
          <p:cNvPr id="3" name="TextBox 2">
            <a:extLst>
              <a:ext uri="{FF2B5EF4-FFF2-40B4-BE49-F238E27FC236}">
                <a16:creationId xmlns:a16="http://schemas.microsoft.com/office/drawing/2014/main" id="{15931A79-B65F-2824-B710-8CD13B0D3BF0}"/>
              </a:ext>
            </a:extLst>
          </p:cNvPr>
          <p:cNvSpPr txBox="1"/>
          <p:nvPr/>
        </p:nvSpPr>
        <p:spPr>
          <a:xfrm>
            <a:off x="420424" y="2343408"/>
            <a:ext cx="5239594" cy="1289327"/>
          </a:xfrm>
          <a:prstGeom prst="rect">
            <a:avLst/>
          </a:prstGeom>
          <a:noFill/>
        </p:spPr>
        <p:txBody>
          <a:bodyPr wrap="square">
            <a:spAutoFit/>
          </a:bodyPr>
          <a:lstStyle/>
          <a:p>
            <a:pPr marL="285750" indent="-285750" algn="just">
              <a:lnSpc>
                <a:spcPct val="150000"/>
              </a:lnSpc>
              <a:buFont typeface="Wingdings" panose="05000000000000000000" pitchFamily="2" charset="2"/>
              <a:buChar char="q"/>
            </a:pPr>
            <a:r>
              <a:rPr lang="vi-VN" dirty="0">
                <a:solidFill>
                  <a:srgbClr val="00477F"/>
                </a:solidFill>
                <a:latin typeface="Averta Std CY" panose="00000500000000000000" pitchFamily="50" charset="0"/>
              </a:rPr>
              <a:t>Hàm </a:t>
            </a:r>
            <a:r>
              <a:rPr lang="vi-VN" dirty="0">
                <a:solidFill>
                  <a:srgbClr val="00477F"/>
                </a:solidFill>
                <a:latin typeface="Averta Std CY Bold" panose="00000800000000000000" pitchFamily="50" charset="0"/>
              </a:rPr>
              <a:t>printf(): </a:t>
            </a:r>
          </a:p>
          <a:p>
            <a:pPr algn="just">
              <a:lnSpc>
                <a:spcPct val="150000"/>
              </a:lnSpc>
            </a:pPr>
            <a:r>
              <a:rPr lang="vi-VN" dirty="0">
                <a:solidFill>
                  <a:srgbClr val="00477F"/>
                </a:solidFill>
                <a:latin typeface="Averta Std CY Bold" panose="00000800000000000000" pitchFamily="50" charset="0"/>
              </a:rPr>
              <a:t>     </a:t>
            </a:r>
            <a:r>
              <a:rPr lang="vi-VN" dirty="0">
                <a:solidFill>
                  <a:srgbClr val="00477F"/>
                </a:solidFill>
                <a:latin typeface="Averta Std CY" panose="00000500000000000000" pitchFamily="50" charset="0"/>
              </a:rPr>
              <a:t>Định dạng và in dữ liệu ra màn hình (stdout)    </a:t>
            </a:r>
          </a:p>
          <a:p>
            <a:pPr algn="just">
              <a:lnSpc>
                <a:spcPct val="150000"/>
              </a:lnSpc>
            </a:pPr>
            <a:r>
              <a:rPr lang="vi-VN" dirty="0">
                <a:solidFill>
                  <a:srgbClr val="00477F"/>
                </a:solidFill>
                <a:latin typeface="Averta Std CY Bold" panose="00000800000000000000" pitchFamily="50" charset="0"/>
              </a:rPr>
              <a:t> </a:t>
            </a:r>
            <a:endParaRPr lang="en-US" dirty="0">
              <a:solidFill>
                <a:srgbClr val="00477F"/>
              </a:solidFill>
              <a:latin typeface="Averta Std CY Bold" panose="00000800000000000000" pitchFamily="50" charset="0"/>
            </a:endParaRPr>
          </a:p>
        </p:txBody>
      </p:sp>
      <p:sp>
        <p:nvSpPr>
          <p:cNvPr id="5" name="Rectangle: Rounded Corners 4">
            <a:extLst>
              <a:ext uri="{FF2B5EF4-FFF2-40B4-BE49-F238E27FC236}">
                <a16:creationId xmlns:a16="http://schemas.microsoft.com/office/drawing/2014/main" id="{0540FDC8-EACB-7BB6-8039-AC796EDDBB26}"/>
              </a:ext>
            </a:extLst>
          </p:cNvPr>
          <p:cNvSpPr/>
          <p:nvPr/>
        </p:nvSpPr>
        <p:spPr>
          <a:xfrm>
            <a:off x="521382" y="1417726"/>
            <a:ext cx="4664076" cy="662020"/>
          </a:xfrm>
          <a:prstGeom prst="roundRect">
            <a:avLst>
              <a:gd name="adj" fmla="val 50000"/>
            </a:avLst>
          </a:prstGeom>
          <a:solidFill>
            <a:srgbClr val="0263B9"/>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latin typeface="Averta CY Semibold" panose="00000700000000000000" pitchFamily="50" charset="0"/>
              </a:rPr>
              <a:t>MỘT SỐ LỆNH GNU C LIBRARY</a:t>
            </a:r>
            <a:endParaRPr lang="en-US" dirty="0">
              <a:latin typeface="Averta CY Semibold" panose="00000700000000000000" pitchFamily="50" charset="0"/>
            </a:endParaRPr>
          </a:p>
        </p:txBody>
      </p:sp>
      <p:sp>
        <p:nvSpPr>
          <p:cNvPr id="10" name="Rectangle 9">
            <a:extLst>
              <a:ext uri="{FF2B5EF4-FFF2-40B4-BE49-F238E27FC236}">
                <a16:creationId xmlns:a16="http://schemas.microsoft.com/office/drawing/2014/main" id="{E451B212-CB9C-8D27-3111-5E3DC95AE8A0}"/>
              </a:ext>
            </a:extLst>
          </p:cNvPr>
          <p:cNvSpPr/>
          <p:nvPr/>
        </p:nvSpPr>
        <p:spPr>
          <a:xfrm>
            <a:off x="775630" y="3243896"/>
            <a:ext cx="4652894" cy="662020"/>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r>
              <a:rPr lang="vi-VN">
                <a:solidFill>
                  <a:schemeClr val="bg1"/>
                </a:solidFill>
                <a:latin typeface="+mj-lt"/>
              </a:rPr>
              <a:t>int printf(const char *format, ...);</a:t>
            </a:r>
            <a:endParaRPr lang="vi-VN" dirty="0">
              <a:solidFill>
                <a:schemeClr val="bg1"/>
              </a:solidFill>
              <a:latin typeface="+mj-lt"/>
            </a:endParaRPr>
          </a:p>
        </p:txBody>
      </p:sp>
      <p:sp>
        <p:nvSpPr>
          <p:cNvPr id="13" name="TextBox 12">
            <a:extLst>
              <a:ext uri="{FF2B5EF4-FFF2-40B4-BE49-F238E27FC236}">
                <a16:creationId xmlns:a16="http://schemas.microsoft.com/office/drawing/2014/main" id="{DE3D3639-101F-EB7A-8BF7-4DB240813016}"/>
              </a:ext>
            </a:extLst>
          </p:cNvPr>
          <p:cNvSpPr txBox="1"/>
          <p:nvPr/>
        </p:nvSpPr>
        <p:spPr>
          <a:xfrm>
            <a:off x="420423" y="4008366"/>
            <a:ext cx="5008101" cy="873829"/>
          </a:xfrm>
          <a:prstGeom prst="rect">
            <a:avLst/>
          </a:prstGeom>
          <a:noFill/>
        </p:spPr>
        <p:txBody>
          <a:bodyPr wrap="square">
            <a:spAutoFit/>
          </a:bodyPr>
          <a:lstStyle/>
          <a:p>
            <a:pPr marL="285750" indent="-285750" algn="just">
              <a:lnSpc>
                <a:spcPct val="150000"/>
              </a:lnSpc>
              <a:buFont typeface="Wingdings" panose="05000000000000000000" pitchFamily="2" charset="2"/>
              <a:buChar char="q"/>
            </a:pPr>
            <a:r>
              <a:rPr lang="vi-VN" dirty="0">
                <a:solidFill>
                  <a:srgbClr val="00477F"/>
                </a:solidFill>
                <a:latin typeface="Averta Std CY" panose="00000500000000000000" pitchFamily="50" charset="0"/>
              </a:rPr>
              <a:t>Hàm </a:t>
            </a:r>
            <a:r>
              <a:rPr lang="vi-VN" dirty="0">
                <a:solidFill>
                  <a:srgbClr val="00477F"/>
                </a:solidFill>
                <a:latin typeface="Averta Std CY Bold" panose="00000800000000000000" pitchFamily="50" charset="0"/>
              </a:rPr>
              <a:t>scanf(): </a:t>
            </a:r>
          </a:p>
          <a:p>
            <a:pPr algn="just">
              <a:lnSpc>
                <a:spcPct val="150000"/>
              </a:lnSpc>
            </a:pPr>
            <a:r>
              <a:rPr lang="vi-VN" dirty="0">
                <a:solidFill>
                  <a:srgbClr val="00477F"/>
                </a:solidFill>
                <a:latin typeface="Averta Std CY Bold" panose="00000800000000000000" pitchFamily="50" charset="0"/>
              </a:rPr>
              <a:t>     </a:t>
            </a:r>
            <a:r>
              <a:rPr lang="vi-VN" dirty="0">
                <a:solidFill>
                  <a:srgbClr val="00477F"/>
                </a:solidFill>
                <a:latin typeface="Averta Std CY" panose="00000500000000000000" pitchFamily="50" charset="0"/>
              </a:rPr>
              <a:t>Đọc dữ liệu từ bàn phím (stdin).</a:t>
            </a:r>
          </a:p>
        </p:txBody>
      </p:sp>
      <p:sp>
        <p:nvSpPr>
          <p:cNvPr id="14" name="Rectangle 13">
            <a:extLst>
              <a:ext uri="{FF2B5EF4-FFF2-40B4-BE49-F238E27FC236}">
                <a16:creationId xmlns:a16="http://schemas.microsoft.com/office/drawing/2014/main" id="{A63ECCAB-618D-DF56-E320-32DB2B65324F}"/>
              </a:ext>
            </a:extLst>
          </p:cNvPr>
          <p:cNvSpPr/>
          <p:nvPr/>
        </p:nvSpPr>
        <p:spPr>
          <a:xfrm>
            <a:off x="775630" y="4963449"/>
            <a:ext cx="4652894" cy="662020"/>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r>
              <a:rPr lang="fr-FR" dirty="0" err="1">
                <a:solidFill>
                  <a:schemeClr val="bg1"/>
                </a:solidFill>
                <a:latin typeface="+mj-lt"/>
              </a:rPr>
              <a:t>int</a:t>
            </a:r>
            <a:r>
              <a:rPr lang="fr-FR" dirty="0">
                <a:solidFill>
                  <a:schemeClr val="bg1"/>
                </a:solidFill>
                <a:latin typeface="+mj-lt"/>
              </a:rPr>
              <a:t> </a:t>
            </a:r>
            <a:r>
              <a:rPr lang="fr-FR" dirty="0" err="1">
                <a:solidFill>
                  <a:schemeClr val="bg1"/>
                </a:solidFill>
                <a:latin typeface="+mj-lt"/>
              </a:rPr>
              <a:t>scanf</a:t>
            </a:r>
            <a:r>
              <a:rPr lang="fr-FR" dirty="0">
                <a:solidFill>
                  <a:schemeClr val="bg1"/>
                </a:solidFill>
                <a:latin typeface="+mj-lt"/>
              </a:rPr>
              <a:t>(</a:t>
            </a:r>
            <a:r>
              <a:rPr lang="fr-FR" dirty="0" err="1">
                <a:solidFill>
                  <a:schemeClr val="bg1"/>
                </a:solidFill>
                <a:latin typeface="+mj-lt"/>
              </a:rPr>
              <a:t>const</a:t>
            </a:r>
            <a:r>
              <a:rPr lang="fr-FR" dirty="0">
                <a:solidFill>
                  <a:schemeClr val="bg1"/>
                </a:solidFill>
                <a:latin typeface="+mj-lt"/>
              </a:rPr>
              <a:t> char *format, ...);</a:t>
            </a:r>
            <a:endParaRPr lang="vi-VN" dirty="0">
              <a:solidFill>
                <a:schemeClr val="bg1"/>
              </a:solidFill>
              <a:latin typeface="+mj-lt"/>
            </a:endParaRPr>
          </a:p>
        </p:txBody>
      </p:sp>
      <p:sp>
        <p:nvSpPr>
          <p:cNvPr id="17" name="TextBox 16">
            <a:extLst>
              <a:ext uri="{FF2B5EF4-FFF2-40B4-BE49-F238E27FC236}">
                <a16:creationId xmlns:a16="http://schemas.microsoft.com/office/drawing/2014/main" id="{E02B76D6-3176-8458-5CC0-2BA419D8BCA1}"/>
              </a:ext>
            </a:extLst>
          </p:cNvPr>
          <p:cNvSpPr txBox="1"/>
          <p:nvPr/>
        </p:nvSpPr>
        <p:spPr>
          <a:xfrm>
            <a:off x="6014726" y="2331833"/>
            <a:ext cx="5239594" cy="873829"/>
          </a:xfrm>
          <a:prstGeom prst="rect">
            <a:avLst/>
          </a:prstGeom>
          <a:noFill/>
        </p:spPr>
        <p:txBody>
          <a:bodyPr wrap="square">
            <a:spAutoFit/>
          </a:bodyPr>
          <a:lstStyle/>
          <a:p>
            <a:pPr marL="285750" indent="-285750" algn="just">
              <a:lnSpc>
                <a:spcPct val="150000"/>
              </a:lnSpc>
              <a:buFont typeface="Wingdings" panose="05000000000000000000" pitchFamily="2" charset="2"/>
              <a:buChar char="q"/>
            </a:pPr>
            <a:r>
              <a:rPr lang="vi-VN" dirty="0">
                <a:solidFill>
                  <a:srgbClr val="00477F"/>
                </a:solidFill>
                <a:latin typeface="Averta Std CY" panose="00000500000000000000" pitchFamily="50" charset="0"/>
              </a:rPr>
              <a:t>Hàm </a:t>
            </a:r>
            <a:r>
              <a:rPr lang="vi-VN" dirty="0">
                <a:solidFill>
                  <a:srgbClr val="00477F"/>
                </a:solidFill>
                <a:latin typeface="Averta Std CY Bold" panose="00000800000000000000" pitchFamily="50" charset="0"/>
              </a:rPr>
              <a:t>fopen(): </a:t>
            </a:r>
          </a:p>
          <a:p>
            <a:pPr algn="just">
              <a:lnSpc>
                <a:spcPct val="150000"/>
              </a:lnSpc>
            </a:pPr>
            <a:r>
              <a:rPr lang="vi-VN" dirty="0">
                <a:solidFill>
                  <a:srgbClr val="00477F"/>
                </a:solidFill>
                <a:latin typeface="Averta Std CY" panose="00000500000000000000" pitchFamily="50" charset="0"/>
              </a:rPr>
              <a:t>     Mở một tệp với chế độ xác định (r, w, a). </a:t>
            </a:r>
            <a:endParaRPr lang="en-US" dirty="0">
              <a:solidFill>
                <a:srgbClr val="00477F"/>
              </a:solidFill>
              <a:latin typeface="Averta Std CY" panose="00000500000000000000" pitchFamily="50" charset="0"/>
            </a:endParaRPr>
          </a:p>
        </p:txBody>
      </p:sp>
      <p:sp>
        <p:nvSpPr>
          <p:cNvPr id="18" name="Rectangle 17">
            <a:extLst>
              <a:ext uri="{FF2B5EF4-FFF2-40B4-BE49-F238E27FC236}">
                <a16:creationId xmlns:a16="http://schemas.microsoft.com/office/drawing/2014/main" id="{8C9D0420-E2BD-5360-6B7A-F20FEA1F3F9B}"/>
              </a:ext>
            </a:extLst>
          </p:cNvPr>
          <p:cNvSpPr/>
          <p:nvPr/>
        </p:nvSpPr>
        <p:spPr>
          <a:xfrm>
            <a:off x="6061524" y="3232321"/>
            <a:ext cx="5887656" cy="662020"/>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r>
              <a:rPr lang="fr-FR" dirty="0">
                <a:solidFill>
                  <a:schemeClr val="bg1"/>
                </a:solidFill>
                <a:latin typeface="+mj-lt"/>
              </a:rPr>
              <a:t>FILE *</a:t>
            </a:r>
            <a:r>
              <a:rPr lang="fr-FR" dirty="0" err="1">
                <a:solidFill>
                  <a:schemeClr val="bg1"/>
                </a:solidFill>
                <a:latin typeface="+mj-lt"/>
              </a:rPr>
              <a:t>fopen</a:t>
            </a:r>
            <a:r>
              <a:rPr lang="fr-FR" dirty="0">
                <a:solidFill>
                  <a:schemeClr val="bg1"/>
                </a:solidFill>
                <a:latin typeface="+mj-lt"/>
              </a:rPr>
              <a:t>(</a:t>
            </a:r>
            <a:r>
              <a:rPr lang="fr-FR" dirty="0" err="1">
                <a:solidFill>
                  <a:schemeClr val="bg1"/>
                </a:solidFill>
                <a:latin typeface="+mj-lt"/>
              </a:rPr>
              <a:t>const</a:t>
            </a:r>
            <a:r>
              <a:rPr lang="fr-FR" dirty="0">
                <a:solidFill>
                  <a:schemeClr val="bg1"/>
                </a:solidFill>
                <a:latin typeface="+mj-lt"/>
              </a:rPr>
              <a:t> char *</a:t>
            </a:r>
            <a:r>
              <a:rPr lang="fr-FR" dirty="0" err="1">
                <a:solidFill>
                  <a:schemeClr val="bg1"/>
                </a:solidFill>
                <a:latin typeface="+mj-lt"/>
              </a:rPr>
              <a:t>filename</a:t>
            </a:r>
            <a:r>
              <a:rPr lang="fr-FR" dirty="0">
                <a:solidFill>
                  <a:schemeClr val="bg1"/>
                </a:solidFill>
                <a:latin typeface="+mj-lt"/>
              </a:rPr>
              <a:t>, </a:t>
            </a:r>
            <a:r>
              <a:rPr lang="fr-FR" dirty="0" err="1">
                <a:solidFill>
                  <a:schemeClr val="bg1"/>
                </a:solidFill>
                <a:latin typeface="+mj-lt"/>
              </a:rPr>
              <a:t>const</a:t>
            </a:r>
            <a:r>
              <a:rPr lang="fr-FR" dirty="0">
                <a:solidFill>
                  <a:schemeClr val="bg1"/>
                </a:solidFill>
                <a:latin typeface="+mj-lt"/>
              </a:rPr>
              <a:t> char *mode);</a:t>
            </a:r>
            <a:endParaRPr lang="vi-VN" dirty="0">
              <a:solidFill>
                <a:schemeClr val="bg1"/>
              </a:solidFill>
              <a:latin typeface="+mj-lt"/>
            </a:endParaRPr>
          </a:p>
        </p:txBody>
      </p:sp>
      <p:sp>
        <p:nvSpPr>
          <p:cNvPr id="19" name="TextBox 18">
            <a:extLst>
              <a:ext uri="{FF2B5EF4-FFF2-40B4-BE49-F238E27FC236}">
                <a16:creationId xmlns:a16="http://schemas.microsoft.com/office/drawing/2014/main" id="{BA38BD84-1094-5823-ADB2-F95AE1407395}"/>
              </a:ext>
            </a:extLst>
          </p:cNvPr>
          <p:cNvSpPr txBox="1"/>
          <p:nvPr/>
        </p:nvSpPr>
        <p:spPr>
          <a:xfrm>
            <a:off x="6014726" y="4008366"/>
            <a:ext cx="5008101" cy="873829"/>
          </a:xfrm>
          <a:prstGeom prst="rect">
            <a:avLst/>
          </a:prstGeom>
          <a:noFill/>
        </p:spPr>
        <p:txBody>
          <a:bodyPr wrap="square">
            <a:spAutoFit/>
          </a:bodyPr>
          <a:lstStyle/>
          <a:p>
            <a:pPr marL="285750" indent="-285750" algn="just">
              <a:lnSpc>
                <a:spcPct val="150000"/>
              </a:lnSpc>
              <a:buFont typeface="Wingdings" panose="05000000000000000000" pitchFamily="2" charset="2"/>
              <a:buChar char="q"/>
            </a:pPr>
            <a:r>
              <a:rPr lang="vi-VN" dirty="0">
                <a:solidFill>
                  <a:srgbClr val="00477F"/>
                </a:solidFill>
                <a:latin typeface="Averta Std CY" panose="00000500000000000000" pitchFamily="50" charset="0"/>
              </a:rPr>
              <a:t>Hàm </a:t>
            </a:r>
            <a:r>
              <a:rPr lang="vi-VN" dirty="0">
                <a:solidFill>
                  <a:srgbClr val="00477F"/>
                </a:solidFill>
                <a:latin typeface="Averta Std CY Bold" panose="00000800000000000000" pitchFamily="50" charset="0"/>
              </a:rPr>
              <a:t>fclose(): </a:t>
            </a:r>
          </a:p>
          <a:p>
            <a:pPr algn="just">
              <a:lnSpc>
                <a:spcPct val="150000"/>
              </a:lnSpc>
            </a:pPr>
            <a:r>
              <a:rPr lang="vi-VN" dirty="0">
                <a:solidFill>
                  <a:srgbClr val="00477F"/>
                </a:solidFill>
                <a:latin typeface="Averta Std CY Bold" panose="00000800000000000000" pitchFamily="50" charset="0"/>
              </a:rPr>
              <a:t>     </a:t>
            </a:r>
            <a:r>
              <a:rPr lang="vi-VN" dirty="0">
                <a:solidFill>
                  <a:srgbClr val="00477F"/>
                </a:solidFill>
                <a:latin typeface="Averta Std CY" panose="00000500000000000000" pitchFamily="50" charset="0"/>
              </a:rPr>
              <a:t>Đóng một tệp đã mở</a:t>
            </a:r>
          </a:p>
        </p:txBody>
      </p:sp>
      <p:sp>
        <p:nvSpPr>
          <p:cNvPr id="20" name="Rectangle 19">
            <a:extLst>
              <a:ext uri="{FF2B5EF4-FFF2-40B4-BE49-F238E27FC236}">
                <a16:creationId xmlns:a16="http://schemas.microsoft.com/office/drawing/2014/main" id="{FFD15F51-54B5-1D2D-EDB5-5F2E6E801DA6}"/>
              </a:ext>
            </a:extLst>
          </p:cNvPr>
          <p:cNvSpPr/>
          <p:nvPr/>
        </p:nvSpPr>
        <p:spPr>
          <a:xfrm>
            <a:off x="6369933" y="4963449"/>
            <a:ext cx="4652894" cy="662020"/>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r>
              <a:rPr lang="vi-VN">
                <a:solidFill>
                  <a:schemeClr val="bg1"/>
                </a:solidFill>
                <a:latin typeface="+mj-lt"/>
              </a:rPr>
              <a:t>int fclose(FILE *stream);</a:t>
            </a:r>
            <a:endParaRPr lang="vi-VN" dirty="0">
              <a:solidFill>
                <a:schemeClr val="bg1"/>
              </a:solidFill>
              <a:latin typeface="+mj-lt"/>
            </a:endParaRPr>
          </a:p>
        </p:txBody>
      </p:sp>
    </p:spTree>
    <p:extLst>
      <p:ext uri="{BB962C8B-B14F-4D97-AF65-F5344CB8AC3E}">
        <p14:creationId xmlns:p14="http://schemas.microsoft.com/office/powerpoint/2010/main" val="3904201581"/>
      </p:ext>
    </p:extLst>
  </p:cSld>
  <p:clrMapOvr>
    <a:masterClrMapping/>
  </p:clrMapOvr>
  <p:transition spd="slow">
    <p:push dir="u"/>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56EF8A-E7F0-0DB8-58EE-A934D318BF30}"/>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16D43AB5-7626-35B7-73BC-7D8AA64AF6B7}"/>
              </a:ext>
            </a:extLst>
          </p:cNvPr>
          <p:cNvSpPr txBox="1"/>
          <p:nvPr/>
        </p:nvSpPr>
        <p:spPr>
          <a:xfrm>
            <a:off x="2390229" y="2079746"/>
            <a:ext cx="184731" cy="458331"/>
          </a:xfrm>
          <a:prstGeom prst="rect">
            <a:avLst/>
          </a:prstGeom>
          <a:noFill/>
        </p:spPr>
        <p:txBody>
          <a:bodyPr wrap="none" rtlCol="0">
            <a:spAutoFit/>
          </a:bodyPr>
          <a:lstStyle/>
          <a:p>
            <a:pPr algn="just">
              <a:lnSpc>
                <a:spcPct val="150000"/>
              </a:lnSpc>
            </a:pPr>
            <a:endParaRPr lang="en-US" dirty="0">
              <a:latin typeface="Averta CY" panose="00000500000000000000" pitchFamily="50" charset="0"/>
            </a:endParaRPr>
          </a:p>
        </p:txBody>
      </p:sp>
      <p:sp>
        <p:nvSpPr>
          <p:cNvPr id="2" name="Rectangle: Rounded Corners 1">
            <a:extLst>
              <a:ext uri="{FF2B5EF4-FFF2-40B4-BE49-F238E27FC236}">
                <a16:creationId xmlns:a16="http://schemas.microsoft.com/office/drawing/2014/main" id="{CB9C8D71-5296-3D03-02A3-D85A37EA489E}"/>
              </a:ext>
            </a:extLst>
          </p:cNvPr>
          <p:cNvSpPr/>
          <p:nvPr/>
        </p:nvSpPr>
        <p:spPr>
          <a:xfrm>
            <a:off x="521381" y="1417726"/>
            <a:ext cx="3268659" cy="662020"/>
          </a:xfrm>
          <a:prstGeom prst="roundRect">
            <a:avLst>
              <a:gd name="adj" fmla="val 50000"/>
            </a:avLst>
          </a:prstGeom>
          <a:solidFill>
            <a:srgbClr val="0263B9"/>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latin typeface="Averta CY Semibold" panose="00000700000000000000" pitchFamily="50" charset="0"/>
              </a:rPr>
              <a:t>THƯ MỤC TRÊN LINUX</a:t>
            </a:r>
            <a:endParaRPr lang="en-US" dirty="0">
              <a:latin typeface="Averta CY Semibold" panose="00000700000000000000" pitchFamily="50" charset="0"/>
            </a:endParaRPr>
          </a:p>
        </p:txBody>
      </p:sp>
      <p:sp>
        <p:nvSpPr>
          <p:cNvPr id="5" name="TextBox 4">
            <a:extLst>
              <a:ext uri="{FF2B5EF4-FFF2-40B4-BE49-F238E27FC236}">
                <a16:creationId xmlns:a16="http://schemas.microsoft.com/office/drawing/2014/main" id="{9E95BCED-500B-6394-EB77-78B77DBCD05F}"/>
              </a:ext>
            </a:extLst>
          </p:cNvPr>
          <p:cNvSpPr txBox="1"/>
          <p:nvPr/>
        </p:nvSpPr>
        <p:spPr>
          <a:xfrm>
            <a:off x="521381" y="2607768"/>
            <a:ext cx="4976594" cy="2535822"/>
          </a:xfrm>
          <a:prstGeom prst="rect">
            <a:avLst/>
          </a:prstGeom>
          <a:noFill/>
        </p:spPr>
        <p:txBody>
          <a:bodyPr wrap="square">
            <a:spAutoFit/>
          </a:bodyPr>
          <a:lstStyle/>
          <a:p>
            <a:pPr marL="285750" indent="-285750">
              <a:lnSpc>
                <a:spcPct val="150000"/>
              </a:lnSpc>
              <a:buFont typeface="Arial" panose="020B0604020202020204" pitchFamily="34" charset="0"/>
              <a:buChar char="•"/>
            </a:pPr>
            <a:r>
              <a:rPr lang="vi-VN" dirty="0">
                <a:solidFill>
                  <a:srgbClr val="00477F"/>
                </a:solidFill>
                <a:latin typeface="Averta Std CY" panose="00000500000000000000" pitchFamily="50" charset="0"/>
              </a:rPr>
              <a:t>Trong Linux, </a:t>
            </a:r>
            <a:r>
              <a:rPr lang="vi-VN" dirty="0">
                <a:solidFill>
                  <a:srgbClr val="00477F"/>
                </a:solidFill>
                <a:latin typeface="Averta Std CY Bold" panose="00000800000000000000" pitchFamily="50" charset="0"/>
              </a:rPr>
              <a:t>thư mục </a:t>
            </a:r>
            <a:r>
              <a:rPr lang="vi-VN" dirty="0">
                <a:solidFill>
                  <a:srgbClr val="00477F"/>
                </a:solidFill>
                <a:latin typeface="Averta Std CY" panose="00000500000000000000" pitchFamily="50" charset="0"/>
              </a:rPr>
              <a:t>cũng là một </a:t>
            </a:r>
            <a:r>
              <a:rPr lang="vi-VN" dirty="0">
                <a:solidFill>
                  <a:srgbClr val="00477F"/>
                </a:solidFill>
                <a:latin typeface="Averta Std CY Bold" panose="00000800000000000000" pitchFamily="50" charset="0"/>
              </a:rPr>
              <a:t>loại tệp đặc biệt</a:t>
            </a:r>
            <a:r>
              <a:rPr lang="vi-VN" dirty="0">
                <a:solidFill>
                  <a:srgbClr val="00477F"/>
                </a:solidFill>
                <a:latin typeface="Averta Std CY" panose="00000500000000000000" pitchFamily="50" charset="0"/>
              </a:rPr>
              <a:t>, chứa danh sách các tệp hoặc thư mục con bên trong.</a:t>
            </a:r>
          </a:p>
          <a:p>
            <a:pPr marL="285750" indent="-285750">
              <a:lnSpc>
                <a:spcPct val="150000"/>
              </a:lnSpc>
              <a:buFont typeface="Arial" panose="020B0604020202020204" pitchFamily="34" charset="0"/>
              <a:buChar char="•"/>
            </a:pPr>
            <a:r>
              <a:rPr lang="vi-VN" dirty="0">
                <a:solidFill>
                  <a:srgbClr val="00477F"/>
                </a:solidFill>
                <a:latin typeface="Averta Std CY" panose="00000500000000000000" pitchFamily="50" charset="0"/>
              </a:rPr>
              <a:t>Để thao tác với thư mục, hệ thống cung cấp một số hàm cơ bản và cấu trúc dữ liệu </a:t>
            </a:r>
            <a:r>
              <a:rPr lang="vi-VN" dirty="0">
                <a:solidFill>
                  <a:srgbClr val="00477F"/>
                </a:solidFill>
                <a:latin typeface="+mj-lt"/>
              </a:rPr>
              <a:t>struct dirent</a:t>
            </a:r>
            <a:r>
              <a:rPr lang="vi-VN" dirty="0">
                <a:solidFill>
                  <a:srgbClr val="00477F"/>
                </a:solidFill>
                <a:latin typeface="Averta Std CY" panose="00000500000000000000" pitchFamily="50" charset="0"/>
              </a:rPr>
              <a:t>.</a:t>
            </a:r>
            <a:endParaRPr lang="en-US" dirty="0">
              <a:solidFill>
                <a:srgbClr val="00477F"/>
              </a:solidFill>
              <a:latin typeface="Averta Std CY" panose="00000500000000000000" pitchFamily="50" charset="0"/>
            </a:endParaRPr>
          </a:p>
        </p:txBody>
      </p:sp>
      <p:sp>
        <p:nvSpPr>
          <p:cNvPr id="13" name="Rectangle: Rounded Corners 12">
            <a:extLst>
              <a:ext uri="{FF2B5EF4-FFF2-40B4-BE49-F238E27FC236}">
                <a16:creationId xmlns:a16="http://schemas.microsoft.com/office/drawing/2014/main" id="{9DFF51BB-8CAA-426C-AF8C-92F6E9463A4A}"/>
              </a:ext>
            </a:extLst>
          </p:cNvPr>
          <p:cNvSpPr/>
          <p:nvPr/>
        </p:nvSpPr>
        <p:spPr>
          <a:xfrm>
            <a:off x="1777548" y="5347279"/>
            <a:ext cx="2407699" cy="648667"/>
          </a:xfrm>
          <a:prstGeom prst="roundRect">
            <a:avLst>
              <a:gd name="adj" fmla="val 47564"/>
            </a:avLst>
          </a:prstGeom>
          <a:solidFill>
            <a:srgbClr val="00B0F0"/>
          </a:solidFill>
          <a:ln w="28575">
            <a:solidFill>
              <a:srgbClr val="00B0F0"/>
            </a:solidFill>
          </a:ln>
        </p:spPr>
        <p:style>
          <a:lnRef idx="2">
            <a:schemeClr val="accent4"/>
          </a:lnRef>
          <a:fillRef idx="1">
            <a:schemeClr val="lt1"/>
          </a:fillRef>
          <a:effectRef idx="0">
            <a:schemeClr val="accent4"/>
          </a:effectRef>
          <a:fontRef idx="minor">
            <a:schemeClr val="dk1"/>
          </a:fontRef>
        </p:style>
        <p:txBody>
          <a:bodyPr rtlCol="0" anchor="ctr"/>
          <a:lstStyle/>
          <a:p>
            <a:pPr algn="ctr"/>
            <a:r>
              <a:rPr lang="vi-VN" dirty="0">
                <a:solidFill>
                  <a:schemeClr val="bg1"/>
                </a:solidFill>
                <a:latin typeface="Averta Std CY Bold" panose="00000800000000000000" pitchFamily="50" charset="0"/>
              </a:rPr>
              <a:t>Regular file</a:t>
            </a:r>
          </a:p>
        </p:txBody>
      </p:sp>
      <p:sp>
        <p:nvSpPr>
          <p:cNvPr id="14" name="Rectangle: Rounded Corners 13">
            <a:extLst>
              <a:ext uri="{FF2B5EF4-FFF2-40B4-BE49-F238E27FC236}">
                <a16:creationId xmlns:a16="http://schemas.microsoft.com/office/drawing/2014/main" id="{C3FCF4D5-BF4D-D390-D346-70AA951B4268}"/>
              </a:ext>
            </a:extLst>
          </p:cNvPr>
          <p:cNvSpPr/>
          <p:nvPr/>
        </p:nvSpPr>
        <p:spPr>
          <a:xfrm>
            <a:off x="4700661" y="5347278"/>
            <a:ext cx="2407699" cy="648667"/>
          </a:xfrm>
          <a:prstGeom prst="roundRect">
            <a:avLst>
              <a:gd name="adj" fmla="val 47564"/>
            </a:avLst>
          </a:prstGeom>
          <a:solidFill>
            <a:schemeClr val="accent6">
              <a:lumMod val="60000"/>
              <a:lumOff val="40000"/>
            </a:schemeClr>
          </a:solidFill>
          <a:ln w="28575">
            <a:solidFill>
              <a:schemeClr val="accent6">
                <a:lumMod val="60000"/>
                <a:lumOff val="40000"/>
              </a:schemeClr>
            </a:solidFill>
          </a:ln>
        </p:spPr>
        <p:style>
          <a:lnRef idx="2">
            <a:schemeClr val="accent4"/>
          </a:lnRef>
          <a:fillRef idx="1">
            <a:schemeClr val="lt1"/>
          </a:fillRef>
          <a:effectRef idx="0">
            <a:schemeClr val="accent4"/>
          </a:effectRef>
          <a:fontRef idx="minor">
            <a:schemeClr val="dk1"/>
          </a:fontRef>
        </p:style>
        <p:txBody>
          <a:bodyPr rtlCol="0" anchor="ctr"/>
          <a:lstStyle/>
          <a:p>
            <a:pPr algn="ctr"/>
            <a:r>
              <a:rPr lang="vi-VN" dirty="0">
                <a:solidFill>
                  <a:schemeClr val="bg1"/>
                </a:solidFill>
                <a:latin typeface="Averta Std CY Bold" panose="00000800000000000000" pitchFamily="50" charset="0"/>
              </a:rPr>
              <a:t>Directory</a:t>
            </a:r>
          </a:p>
        </p:txBody>
      </p:sp>
      <p:sp>
        <p:nvSpPr>
          <p:cNvPr id="15" name="Rectangle: Rounded Corners 14">
            <a:extLst>
              <a:ext uri="{FF2B5EF4-FFF2-40B4-BE49-F238E27FC236}">
                <a16:creationId xmlns:a16="http://schemas.microsoft.com/office/drawing/2014/main" id="{D7B57B82-7618-63DA-D57A-A93A2B431DF6}"/>
              </a:ext>
            </a:extLst>
          </p:cNvPr>
          <p:cNvSpPr/>
          <p:nvPr/>
        </p:nvSpPr>
        <p:spPr>
          <a:xfrm>
            <a:off x="7623774" y="5347277"/>
            <a:ext cx="2407699" cy="648667"/>
          </a:xfrm>
          <a:prstGeom prst="roundRect">
            <a:avLst>
              <a:gd name="adj" fmla="val 47564"/>
            </a:avLst>
          </a:prstGeom>
          <a:solidFill>
            <a:srgbClr val="00B0F0"/>
          </a:solidFill>
          <a:ln w="28575">
            <a:solidFill>
              <a:srgbClr val="00B0F0"/>
            </a:solidFill>
          </a:ln>
        </p:spPr>
        <p:style>
          <a:lnRef idx="2">
            <a:schemeClr val="accent4"/>
          </a:lnRef>
          <a:fillRef idx="1">
            <a:schemeClr val="lt1"/>
          </a:fillRef>
          <a:effectRef idx="0">
            <a:schemeClr val="accent4"/>
          </a:effectRef>
          <a:fontRef idx="minor">
            <a:schemeClr val="dk1"/>
          </a:fontRef>
        </p:style>
        <p:txBody>
          <a:bodyPr rtlCol="0" anchor="ctr"/>
          <a:lstStyle/>
          <a:p>
            <a:pPr algn="ctr"/>
            <a:r>
              <a:rPr lang="vi-VN" dirty="0">
                <a:solidFill>
                  <a:schemeClr val="bg1"/>
                </a:solidFill>
                <a:latin typeface="Averta Std CY Bold" panose="00000800000000000000" pitchFamily="50" charset="0"/>
              </a:rPr>
              <a:t>Special file</a:t>
            </a:r>
          </a:p>
        </p:txBody>
      </p:sp>
      <p:pic>
        <p:nvPicPr>
          <p:cNvPr id="8194" name="Picture 2" descr="Chapter 5 Files and Directories Source: Robbins and Robbins, UNIX Systems  Programming, Prentice Hall, ppt download">
            <a:extLst>
              <a:ext uri="{FF2B5EF4-FFF2-40B4-BE49-F238E27FC236}">
                <a16:creationId xmlns:a16="http://schemas.microsoft.com/office/drawing/2014/main" id="{C5BA562C-3942-A752-CDDE-25CD905E5E8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38358" b="28941"/>
          <a:stretch/>
        </p:blipFill>
        <p:spPr bwMode="auto">
          <a:xfrm>
            <a:off x="5444909" y="2928395"/>
            <a:ext cx="6560102" cy="16088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5497810"/>
      </p:ext>
    </p:extLst>
  </p:cSld>
  <p:clrMapOvr>
    <a:masterClrMapping/>
  </p:clrMapOvr>
  <p:transition spd="slow">
    <p:push dir="u"/>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423856-2A24-0D90-6B80-C03074077259}"/>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C501DFCC-B64A-6751-911C-F48222F624D1}"/>
              </a:ext>
            </a:extLst>
          </p:cNvPr>
          <p:cNvSpPr txBox="1"/>
          <p:nvPr/>
        </p:nvSpPr>
        <p:spPr>
          <a:xfrm>
            <a:off x="2390229" y="1588133"/>
            <a:ext cx="184731" cy="458331"/>
          </a:xfrm>
          <a:prstGeom prst="rect">
            <a:avLst/>
          </a:prstGeom>
          <a:noFill/>
        </p:spPr>
        <p:txBody>
          <a:bodyPr wrap="none" rtlCol="0">
            <a:spAutoFit/>
          </a:bodyPr>
          <a:lstStyle/>
          <a:p>
            <a:pPr algn="just">
              <a:lnSpc>
                <a:spcPct val="150000"/>
              </a:lnSpc>
            </a:pPr>
            <a:endParaRPr lang="en-US" dirty="0">
              <a:latin typeface="Averta CY" panose="00000500000000000000" pitchFamily="50" charset="0"/>
            </a:endParaRPr>
          </a:p>
        </p:txBody>
      </p:sp>
      <p:sp>
        <p:nvSpPr>
          <p:cNvPr id="3" name="TextBox 2">
            <a:extLst>
              <a:ext uri="{FF2B5EF4-FFF2-40B4-BE49-F238E27FC236}">
                <a16:creationId xmlns:a16="http://schemas.microsoft.com/office/drawing/2014/main" id="{B957081B-5779-A787-9E41-9CA7556CE2F8}"/>
              </a:ext>
            </a:extLst>
          </p:cNvPr>
          <p:cNvSpPr txBox="1"/>
          <p:nvPr/>
        </p:nvSpPr>
        <p:spPr>
          <a:xfrm>
            <a:off x="524598" y="2250153"/>
            <a:ext cx="4100723" cy="458331"/>
          </a:xfrm>
          <a:prstGeom prst="rect">
            <a:avLst/>
          </a:prstGeom>
          <a:noFill/>
        </p:spPr>
        <p:txBody>
          <a:bodyPr wrap="square">
            <a:spAutoFit/>
          </a:bodyPr>
          <a:lstStyle/>
          <a:p>
            <a:pPr marL="285750" indent="-285750" algn="just">
              <a:lnSpc>
                <a:spcPct val="150000"/>
              </a:lnSpc>
              <a:buFont typeface="Wingdings" panose="05000000000000000000" pitchFamily="2" charset="2"/>
              <a:buChar char="q"/>
            </a:pPr>
            <a:r>
              <a:rPr lang="vi-VN" dirty="0">
                <a:solidFill>
                  <a:srgbClr val="00477F"/>
                </a:solidFill>
                <a:latin typeface="Averta Std CY" panose="00000500000000000000" pitchFamily="50" charset="0"/>
              </a:rPr>
              <a:t>Lệnh </a:t>
            </a:r>
            <a:r>
              <a:rPr lang="vi-VN" dirty="0">
                <a:solidFill>
                  <a:srgbClr val="00477F"/>
                </a:solidFill>
                <a:latin typeface="Averta Std CY Bold" panose="00000800000000000000" pitchFamily="50" charset="0"/>
              </a:rPr>
              <a:t>opendir()</a:t>
            </a:r>
            <a:endParaRPr lang="en-US" dirty="0">
              <a:solidFill>
                <a:srgbClr val="00477F"/>
              </a:solidFill>
              <a:latin typeface="Averta Std CY Bold" panose="00000800000000000000" pitchFamily="50" charset="0"/>
            </a:endParaRPr>
          </a:p>
        </p:txBody>
      </p:sp>
      <p:sp>
        <p:nvSpPr>
          <p:cNvPr id="4" name="Rectangle 3">
            <a:extLst>
              <a:ext uri="{FF2B5EF4-FFF2-40B4-BE49-F238E27FC236}">
                <a16:creationId xmlns:a16="http://schemas.microsoft.com/office/drawing/2014/main" id="{7695669C-E349-184C-4375-7EBD416D46F3}"/>
              </a:ext>
            </a:extLst>
          </p:cNvPr>
          <p:cNvSpPr/>
          <p:nvPr/>
        </p:nvSpPr>
        <p:spPr>
          <a:xfrm>
            <a:off x="2749313" y="3880041"/>
            <a:ext cx="7210898" cy="662020"/>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r>
              <a:rPr lang="vi-VN">
                <a:solidFill>
                  <a:schemeClr val="bg1"/>
                </a:solidFill>
                <a:latin typeface="+mj-lt"/>
              </a:rPr>
              <a:t>DIR *opendir(const char *dirpath);</a:t>
            </a:r>
            <a:endParaRPr lang="vi-VN" dirty="0">
              <a:solidFill>
                <a:schemeClr val="bg1"/>
              </a:solidFill>
              <a:latin typeface="+mj-lt"/>
            </a:endParaRPr>
          </a:p>
        </p:txBody>
      </p:sp>
      <p:sp>
        <p:nvSpPr>
          <p:cNvPr id="7" name="TextBox 6">
            <a:extLst>
              <a:ext uri="{FF2B5EF4-FFF2-40B4-BE49-F238E27FC236}">
                <a16:creationId xmlns:a16="http://schemas.microsoft.com/office/drawing/2014/main" id="{2ACC94E4-5349-0A37-90B7-2D91809127A9}"/>
              </a:ext>
            </a:extLst>
          </p:cNvPr>
          <p:cNvSpPr txBox="1"/>
          <p:nvPr/>
        </p:nvSpPr>
        <p:spPr>
          <a:xfrm>
            <a:off x="833898" y="2708484"/>
            <a:ext cx="11041728" cy="873829"/>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vi-VN" dirty="0">
                <a:solidFill>
                  <a:srgbClr val="00477F"/>
                </a:solidFill>
                <a:latin typeface="Averta Std CY" panose="00000500000000000000" pitchFamily="50" charset="0"/>
              </a:rPr>
              <a:t>opendir() mở một thư mục và trả về một con trỏ </a:t>
            </a:r>
            <a:r>
              <a:rPr lang="vi-VN" dirty="0">
                <a:solidFill>
                  <a:srgbClr val="00477F"/>
                </a:solidFill>
                <a:latin typeface="Averta Std CY Bold" panose="00000800000000000000" pitchFamily="50" charset="0"/>
              </a:rPr>
              <a:t>DIR*</a:t>
            </a:r>
            <a:r>
              <a:rPr lang="vi-VN" dirty="0">
                <a:solidFill>
                  <a:srgbClr val="00477F"/>
                </a:solidFill>
                <a:latin typeface="Averta Std CY" panose="00000500000000000000" pitchFamily="50" charset="0"/>
              </a:rPr>
              <a:t>, dùng để thao tác với thư mục.</a:t>
            </a:r>
          </a:p>
          <a:p>
            <a:pPr marL="285750" indent="-285750" algn="just">
              <a:lnSpc>
                <a:spcPct val="150000"/>
              </a:lnSpc>
              <a:buFont typeface="Arial" panose="020B0604020202020204" pitchFamily="34" charset="0"/>
              <a:buChar char="•"/>
            </a:pPr>
            <a:r>
              <a:rPr lang="vi-VN" dirty="0">
                <a:solidFill>
                  <a:srgbClr val="00477F"/>
                </a:solidFill>
                <a:latin typeface="Averta Std CY" panose="00000500000000000000" pitchFamily="50" charset="0"/>
              </a:rPr>
              <a:t>Nếu thất bại, nó trả về NULL và đặt giá trị lỗi trong errno.</a:t>
            </a:r>
            <a:endParaRPr lang="en-US" dirty="0">
              <a:solidFill>
                <a:srgbClr val="00477F"/>
              </a:solidFill>
              <a:latin typeface="Averta Std CY" panose="00000500000000000000" pitchFamily="50" charset="0"/>
            </a:endParaRPr>
          </a:p>
        </p:txBody>
      </p:sp>
      <p:sp>
        <p:nvSpPr>
          <p:cNvPr id="2" name="Rectangle: Rounded Corners 1">
            <a:extLst>
              <a:ext uri="{FF2B5EF4-FFF2-40B4-BE49-F238E27FC236}">
                <a16:creationId xmlns:a16="http://schemas.microsoft.com/office/drawing/2014/main" id="{D1598969-9848-A0DD-09BF-F32B3E8444E4}"/>
              </a:ext>
            </a:extLst>
          </p:cNvPr>
          <p:cNvSpPr/>
          <p:nvPr/>
        </p:nvSpPr>
        <p:spPr>
          <a:xfrm>
            <a:off x="521382" y="1417726"/>
            <a:ext cx="4664076" cy="662020"/>
          </a:xfrm>
          <a:prstGeom prst="roundRect">
            <a:avLst>
              <a:gd name="adj" fmla="val 50000"/>
            </a:avLst>
          </a:prstGeom>
          <a:solidFill>
            <a:srgbClr val="0263B9"/>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latin typeface="Averta CY Semibold" panose="00000700000000000000" pitchFamily="50" charset="0"/>
              </a:rPr>
              <a:t>SYSTEM CALL CƠ BẢN THƯ MỤC</a:t>
            </a:r>
            <a:endParaRPr lang="en-US" dirty="0">
              <a:latin typeface="Averta CY Semibold" panose="00000700000000000000" pitchFamily="50" charset="0"/>
            </a:endParaRPr>
          </a:p>
        </p:txBody>
      </p:sp>
    </p:spTree>
    <p:extLst>
      <p:ext uri="{BB962C8B-B14F-4D97-AF65-F5344CB8AC3E}">
        <p14:creationId xmlns:p14="http://schemas.microsoft.com/office/powerpoint/2010/main" val="3305316124"/>
      </p:ext>
    </p:extLst>
  </p:cSld>
  <p:clrMapOvr>
    <a:masterClrMapping/>
  </p:clrMapOvr>
  <p:transition spd="slow">
    <p:push dir="u"/>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4382EE-D92D-F6FE-E58C-CC5BD5B7C710}"/>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FDB4AE8E-92E7-D287-9639-E5F021B253F8}"/>
              </a:ext>
            </a:extLst>
          </p:cNvPr>
          <p:cNvSpPr txBox="1"/>
          <p:nvPr/>
        </p:nvSpPr>
        <p:spPr>
          <a:xfrm>
            <a:off x="2390229" y="1588133"/>
            <a:ext cx="184731" cy="458331"/>
          </a:xfrm>
          <a:prstGeom prst="rect">
            <a:avLst/>
          </a:prstGeom>
          <a:noFill/>
        </p:spPr>
        <p:txBody>
          <a:bodyPr wrap="none" rtlCol="0">
            <a:spAutoFit/>
          </a:bodyPr>
          <a:lstStyle/>
          <a:p>
            <a:pPr algn="just">
              <a:lnSpc>
                <a:spcPct val="150000"/>
              </a:lnSpc>
            </a:pPr>
            <a:endParaRPr lang="en-US" dirty="0">
              <a:latin typeface="Averta CY" panose="00000500000000000000" pitchFamily="50" charset="0"/>
            </a:endParaRPr>
          </a:p>
        </p:txBody>
      </p:sp>
      <p:sp>
        <p:nvSpPr>
          <p:cNvPr id="3" name="TextBox 2">
            <a:extLst>
              <a:ext uri="{FF2B5EF4-FFF2-40B4-BE49-F238E27FC236}">
                <a16:creationId xmlns:a16="http://schemas.microsoft.com/office/drawing/2014/main" id="{9B443FEE-08A5-B914-0404-F59E5FB4D64C}"/>
              </a:ext>
            </a:extLst>
          </p:cNvPr>
          <p:cNvSpPr txBox="1"/>
          <p:nvPr/>
        </p:nvSpPr>
        <p:spPr>
          <a:xfrm>
            <a:off x="524598" y="2250153"/>
            <a:ext cx="4100723" cy="458331"/>
          </a:xfrm>
          <a:prstGeom prst="rect">
            <a:avLst/>
          </a:prstGeom>
          <a:noFill/>
        </p:spPr>
        <p:txBody>
          <a:bodyPr wrap="square">
            <a:spAutoFit/>
          </a:bodyPr>
          <a:lstStyle/>
          <a:p>
            <a:pPr marL="285750" indent="-285750" algn="just">
              <a:lnSpc>
                <a:spcPct val="150000"/>
              </a:lnSpc>
              <a:buFont typeface="Wingdings" panose="05000000000000000000" pitchFamily="2" charset="2"/>
              <a:buChar char="q"/>
            </a:pPr>
            <a:r>
              <a:rPr lang="vi-VN" dirty="0">
                <a:solidFill>
                  <a:srgbClr val="00477F"/>
                </a:solidFill>
                <a:latin typeface="Averta Std CY" panose="00000500000000000000" pitchFamily="50" charset="0"/>
              </a:rPr>
              <a:t>Lệnh </a:t>
            </a:r>
            <a:r>
              <a:rPr lang="vi-VN" dirty="0">
                <a:solidFill>
                  <a:srgbClr val="00477F"/>
                </a:solidFill>
                <a:latin typeface="Averta Std CY Bold" panose="00000800000000000000" pitchFamily="50" charset="0"/>
              </a:rPr>
              <a:t>readdir()</a:t>
            </a:r>
            <a:endParaRPr lang="en-US" dirty="0">
              <a:solidFill>
                <a:srgbClr val="00477F"/>
              </a:solidFill>
              <a:latin typeface="Averta Std CY Bold" panose="00000800000000000000" pitchFamily="50" charset="0"/>
            </a:endParaRPr>
          </a:p>
        </p:txBody>
      </p:sp>
      <p:sp>
        <p:nvSpPr>
          <p:cNvPr id="4" name="Rectangle 3">
            <a:extLst>
              <a:ext uri="{FF2B5EF4-FFF2-40B4-BE49-F238E27FC236}">
                <a16:creationId xmlns:a16="http://schemas.microsoft.com/office/drawing/2014/main" id="{F8097382-CB52-7DFC-F8AD-28E94D464769}"/>
              </a:ext>
            </a:extLst>
          </p:cNvPr>
          <p:cNvSpPr/>
          <p:nvPr/>
        </p:nvSpPr>
        <p:spPr>
          <a:xfrm>
            <a:off x="2749313" y="3645385"/>
            <a:ext cx="7210898" cy="662020"/>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r>
              <a:rPr lang="vi-VN" dirty="0">
                <a:solidFill>
                  <a:schemeClr val="bg1"/>
                </a:solidFill>
                <a:latin typeface="+mj-lt"/>
              </a:rPr>
              <a:t>struct dirent *readdir(DIR *dirp);</a:t>
            </a:r>
          </a:p>
        </p:txBody>
      </p:sp>
      <p:sp>
        <p:nvSpPr>
          <p:cNvPr id="7" name="TextBox 6">
            <a:extLst>
              <a:ext uri="{FF2B5EF4-FFF2-40B4-BE49-F238E27FC236}">
                <a16:creationId xmlns:a16="http://schemas.microsoft.com/office/drawing/2014/main" id="{4EFFA863-4E8F-00A1-85A0-0B75A1882141}"/>
              </a:ext>
            </a:extLst>
          </p:cNvPr>
          <p:cNvSpPr txBox="1"/>
          <p:nvPr/>
        </p:nvSpPr>
        <p:spPr>
          <a:xfrm>
            <a:off x="833898" y="2708484"/>
            <a:ext cx="8608789" cy="2535822"/>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vi-VN" dirty="0">
                <a:solidFill>
                  <a:srgbClr val="00477F"/>
                </a:solidFill>
                <a:latin typeface="Averta Std CY" panose="00000500000000000000" pitchFamily="50" charset="0"/>
              </a:rPr>
              <a:t>readdir() đọc từng mục trong thư mục đã mở.</a:t>
            </a:r>
          </a:p>
          <a:p>
            <a:pPr marL="285750" indent="-285750" algn="just">
              <a:lnSpc>
                <a:spcPct val="150000"/>
              </a:lnSpc>
              <a:buFont typeface="Arial" panose="020B0604020202020204" pitchFamily="34" charset="0"/>
              <a:buChar char="•"/>
            </a:pPr>
            <a:r>
              <a:rPr lang="vi-VN" dirty="0">
                <a:solidFill>
                  <a:srgbClr val="00477F"/>
                </a:solidFill>
                <a:latin typeface="Averta Std CY" panose="00000500000000000000" pitchFamily="50" charset="0"/>
              </a:rPr>
              <a:t>Trả về một con trỏ struct dirent *, chứa thông tin về tệp/thư mục bên trong.</a:t>
            </a:r>
          </a:p>
          <a:p>
            <a:pPr marL="285750" indent="-285750" algn="just">
              <a:lnSpc>
                <a:spcPct val="150000"/>
              </a:lnSpc>
              <a:buFont typeface="Arial" panose="020B0604020202020204" pitchFamily="34" charset="0"/>
              <a:buChar char="•"/>
            </a:pPr>
            <a:endParaRPr lang="vi-VN" dirty="0">
              <a:solidFill>
                <a:srgbClr val="00477F"/>
              </a:solidFill>
              <a:latin typeface="Averta Std CY" panose="00000500000000000000" pitchFamily="50" charset="0"/>
            </a:endParaRPr>
          </a:p>
          <a:p>
            <a:pPr algn="just">
              <a:lnSpc>
                <a:spcPct val="150000"/>
              </a:lnSpc>
            </a:pPr>
            <a:endParaRPr lang="vi-VN" dirty="0">
              <a:solidFill>
                <a:srgbClr val="00477F"/>
              </a:solidFill>
              <a:latin typeface="Averta Std CY" panose="00000500000000000000" pitchFamily="50" charset="0"/>
            </a:endParaRPr>
          </a:p>
          <a:p>
            <a:pPr marL="285750" indent="-285750" algn="just">
              <a:lnSpc>
                <a:spcPct val="150000"/>
              </a:lnSpc>
              <a:buFont typeface="Arial" panose="020B0604020202020204" pitchFamily="34" charset="0"/>
              <a:buChar char="•"/>
            </a:pPr>
            <a:r>
              <a:rPr lang="vi-VN" dirty="0">
                <a:solidFill>
                  <a:srgbClr val="00477F"/>
                </a:solidFill>
                <a:latin typeface="Averta Std CY" panose="00000500000000000000" pitchFamily="50" charset="0"/>
              </a:rPr>
              <a:t>Nếu còn dữ liệu, trả về con trỏ dirent chứa thông tin tệp/thư mục.</a:t>
            </a:r>
          </a:p>
          <a:p>
            <a:pPr marL="285750" indent="-285750" algn="just">
              <a:lnSpc>
                <a:spcPct val="150000"/>
              </a:lnSpc>
              <a:buFont typeface="Arial" panose="020B0604020202020204" pitchFamily="34" charset="0"/>
              <a:buChar char="•"/>
            </a:pPr>
            <a:r>
              <a:rPr lang="vi-VN" dirty="0">
                <a:solidFill>
                  <a:srgbClr val="00477F"/>
                </a:solidFill>
                <a:latin typeface="Averta Std CY" panose="00000500000000000000" pitchFamily="50" charset="0"/>
              </a:rPr>
              <a:t>Nếu đọc hết thư mục hoặc lỗi xảy ra, trả về NULL.</a:t>
            </a:r>
            <a:endParaRPr lang="en-US" dirty="0">
              <a:solidFill>
                <a:srgbClr val="00477F"/>
              </a:solidFill>
              <a:latin typeface="Averta Std CY" panose="00000500000000000000" pitchFamily="50" charset="0"/>
            </a:endParaRPr>
          </a:p>
        </p:txBody>
      </p:sp>
      <p:sp>
        <p:nvSpPr>
          <p:cNvPr id="2" name="Rectangle: Rounded Corners 1">
            <a:extLst>
              <a:ext uri="{FF2B5EF4-FFF2-40B4-BE49-F238E27FC236}">
                <a16:creationId xmlns:a16="http://schemas.microsoft.com/office/drawing/2014/main" id="{590FE99D-33B3-D56E-36A0-B48E54FB7DF4}"/>
              </a:ext>
            </a:extLst>
          </p:cNvPr>
          <p:cNvSpPr/>
          <p:nvPr/>
        </p:nvSpPr>
        <p:spPr>
          <a:xfrm>
            <a:off x="521382" y="1417726"/>
            <a:ext cx="4664076" cy="662020"/>
          </a:xfrm>
          <a:prstGeom prst="roundRect">
            <a:avLst>
              <a:gd name="adj" fmla="val 50000"/>
            </a:avLst>
          </a:prstGeom>
          <a:solidFill>
            <a:srgbClr val="0263B9"/>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latin typeface="Averta CY Semibold" panose="00000700000000000000" pitchFamily="50" charset="0"/>
              </a:rPr>
              <a:t>SYSTEM CALL CƠ BẢN THƯ MỤC</a:t>
            </a:r>
            <a:endParaRPr lang="en-US" dirty="0">
              <a:latin typeface="Averta CY Semibold" panose="00000700000000000000" pitchFamily="50" charset="0"/>
            </a:endParaRPr>
          </a:p>
        </p:txBody>
      </p:sp>
      <p:pic>
        <p:nvPicPr>
          <p:cNvPr id="8" name="Picture 7">
            <a:extLst>
              <a:ext uri="{FF2B5EF4-FFF2-40B4-BE49-F238E27FC236}">
                <a16:creationId xmlns:a16="http://schemas.microsoft.com/office/drawing/2014/main" id="{33D6B52B-8BBC-365F-BBCA-88A9DCE495E8}"/>
              </a:ext>
            </a:extLst>
          </p:cNvPr>
          <p:cNvPicPr>
            <a:picLocks noChangeAspect="1"/>
          </p:cNvPicPr>
          <p:nvPr/>
        </p:nvPicPr>
        <p:blipFill>
          <a:blip r:embed="rId3"/>
          <a:stretch>
            <a:fillRect/>
          </a:stretch>
        </p:blipFill>
        <p:spPr>
          <a:xfrm>
            <a:off x="5901078" y="1274722"/>
            <a:ext cx="5511352" cy="976389"/>
          </a:xfrm>
          <a:prstGeom prst="rect">
            <a:avLst/>
          </a:prstGeom>
        </p:spPr>
      </p:pic>
    </p:spTree>
    <p:extLst>
      <p:ext uri="{BB962C8B-B14F-4D97-AF65-F5344CB8AC3E}">
        <p14:creationId xmlns:p14="http://schemas.microsoft.com/office/powerpoint/2010/main" val="2783813413"/>
      </p:ext>
    </p:extLst>
  </p:cSld>
  <p:clrMapOvr>
    <a:masterClrMapping/>
  </p:clrMapOvr>
  <p:transition spd="slow">
    <p:push dir="u"/>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8DC353-F93C-3107-3170-36EB50234FBE}"/>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A6C00825-5096-8E38-F4AF-F8676F3EF683}"/>
              </a:ext>
            </a:extLst>
          </p:cNvPr>
          <p:cNvSpPr txBox="1"/>
          <p:nvPr/>
        </p:nvSpPr>
        <p:spPr>
          <a:xfrm>
            <a:off x="2390229" y="1588133"/>
            <a:ext cx="184731" cy="458331"/>
          </a:xfrm>
          <a:prstGeom prst="rect">
            <a:avLst/>
          </a:prstGeom>
          <a:noFill/>
        </p:spPr>
        <p:txBody>
          <a:bodyPr wrap="none" rtlCol="0">
            <a:spAutoFit/>
          </a:bodyPr>
          <a:lstStyle/>
          <a:p>
            <a:pPr algn="just">
              <a:lnSpc>
                <a:spcPct val="150000"/>
              </a:lnSpc>
            </a:pPr>
            <a:endParaRPr lang="en-US" dirty="0">
              <a:latin typeface="Averta CY" panose="00000500000000000000" pitchFamily="50" charset="0"/>
            </a:endParaRPr>
          </a:p>
        </p:txBody>
      </p:sp>
      <p:sp>
        <p:nvSpPr>
          <p:cNvPr id="3" name="TextBox 2">
            <a:extLst>
              <a:ext uri="{FF2B5EF4-FFF2-40B4-BE49-F238E27FC236}">
                <a16:creationId xmlns:a16="http://schemas.microsoft.com/office/drawing/2014/main" id="{4485D701-BA13-5F59-67D3-85C2C77925DB}"/>
              </a:ext>
            </a:extLst>
          </p:cNvPr>
          <p:cNvSpPr txBox="1"/>
          <p:nvPr/>
        </p:nvSpPr>
        <p:spPr>
          <a:xfrm>
            <a:off x="524598" y="2250153"/>
            <a:ext cx="4100723" cy="458331"/>
          </a:xfrm>
          <a:prstGeom prst="rect">
            <a:avLst/>
          </a:prstGeom>
          <a:noFill/>
        </p:spPr>
        <p:txBody>
          <a:bodyPr wrap="square">
            <a:spAutoFit/>
          </a:bodyPr>
          <a:lstStyle/>
          <a:p>
            <a:pPr marL="285750" indent="-285750" algn="just">
              <a:lnSpc>
                <a:spcPct val="150000"/>
              </a:lnSpc>
              <a:buFont typeface="Wingdings" panose="05000000000000000000" pitchFamily="2" charset="2"/>
              <a:buChar char="q"/>
            </a:pPr>
            <a:r>
              <a:rPr lang="vi-VN" dirty="0">
                <a:solidFill>
                  <a:srgbClr val="00477F"/>
                </a:solidFill>
                <a:latin typeface="Averta Std CY" panose="00000500000000000000" pitchFamily="50" charset="0"/>
              </a:rPr>
              <a:t>Lệnh </a:t>
            </a:r>
            <a:r>
              <a:rPr lang="vi-VN" dirty="0">
                <a:solidFill>
                  <a:srgbClr val="00477F"/>
                </a:solidFill>
                <a:latin typeface="Averta Std CY Bold" panose="00000800000000000000" pitchFamily="50" charset="0"/>
              </a:rPr>
              <a:t>closedir()</a:t>
            </a:r>
            <a:endParaRPr lang="en-US" dirty="0">
              <a:solidFill>
                <a:srgbClr val="00477F"/>
              </a:solidFill>
              <a:latin typeface="Averta Std CY Bold" panose="00000800000000000000" pitchFamily="50" charset="0"/>
            </a:endParaRPr>
          </a:p>
        </p:txBody>
      </p:sp>
      <p:sp>
        <p:nvSpPr>
          <p:cNvPr id="4" name="Rectangle 3">
            <a:extLst>
              <a:ext uri="{FF2B5EF4-FFF2-40B4-BE49-F238E27FC236}">
                <a16:creationId xmlns:a16="http://schemas.microsoft.com/office/drawing/2014/main" id="{CBE6CB30-4452-8B4A-FD51-CE88F77D66BD}"/>
              </a:ext>
            </a:extLst>
          </p:cNvPr>
          <p:cNvSpPr/>
          <p:nvPr/>
        </p:nvSpPr>
        <p:spPr>
          <a:xfrm>
            <a:off x="2760888" y="2777688"/>
            <a:ext cx="7210898" cy="662020"/>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r>
              <a:rPr lang="vi-VN" dirty="0">
                <a:solidFill>
                  <a:schemeClr val="bg1"/>
                </a:solidFill>
                <a:latin typeface="+mj-lt"/>
              </a:rPr>
              <a:t>int closedir(DIR *dirp);</a:t>
            </a:r>
          </a:p>
        </p:txBody>
      </p:sp>
      <p:sp>
        <p:nvSpPr>
          <p:cNvPr id="7" name="TextBox 6">
            <a:extLst>
              <a:ext uri="{FF2B5EF4-FFF2-40B4-BE49-F238E27FC236}">
                <a16:creationId xmlns:a16="http://schemas.microsoft.com/office/drawing/2014/main" id="{946EEE2D-51CA-D090-026A-6D1D35116C09}"/>
              </a:ext>
            </a:extLst>
          </p:cNvPr>
          <p:cNvSpPr txBox="1"/>
          <p:nvPr/>
        </p:nvSpPr>
        <p:spPr>
          <a:xfrm>
            <a:off x="824425" y="3638260"/>
            <a:ext cx="10543150" cy="1289327"/>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vi-VN" dirty="0">
                <a:solidFill>
                  <a:srgbClr val="00477F"/>
                </a:solidFill>
                <a:latin typeface="Averta Std CY" panose="00000500000000000000" pitchFamily="50" charset="0"/>
              </a:rPr>
              <a:t>closedir() đóng thư mục đã mở để giải phóng tài nguyên hệ thống.</a:t>
            </a:r>
          </a:p>
          <a:p>
            <a:pPr marL="285750" indent="-285750" algn="just">
              <a:lnSpc>
                <a:spcPct val="150000"/>
              </a:lnSpc>
              <a:buFont typeface="Arial" panose="020B0604020202020204" pitchFamily="34" charset="0"/>
              <a:buChar char="•"/>
            </a:pPr>
            <a:r>
              <a:rPr lang="vi-VN" dirty="0">
                <a:solidFill>
                  <a:srgbClr val="00477F"/>
                </a:solidFill>
                <a:latin typeface="Averta Std CY" panose="00000500000000000000" pitchFamily="50" charset="0"/>
              </a:rPr>
              <a:t>Trả về 0 nếu thành công, -1 nếu thất bại.</a:t>
            </a:r>
          </a:p>
          <a:p>
            <a:pPr marL="285750" indent="-285750" algn="just">
              <a:lnSpc>
                <a:spcPct val="150000"/>
              </a:lnSpc>
              <a:buFont typeface="Arial" panose="020B0604020202020204" pitchFamily="34" charset="0"/>
              <a:buChar char="•"/>
            </a:pPr>
            <a:r>
              <a:rPr lang="vi-VN" dirty="0">
                <a:solidFill>
                  <a:srgbClr val="00477F"/>
                </a:solidFill>
                <a:latin typeface="Averta Std CY Bold" panose="00000800000000000000" pitchFamily="50" charset="0"/>
              </a:rPr>
              <a:t>Lưu ý: </a:t>
            </a:r>
            <a:r>
              <a:rPr lang="vi-VN" dirty="0">
                <a:solidFill>
                  <a:srgbClr val="00477F"/>
                </a:solidFill>
                <a:latin typeface="Averta Std CY" panose="00000500000000000000" pitchFamily="50" charset="0"/>
              </a:rPr>
              <a:t>Luôn gọi closedir() sau khi mở thư mục bằng opendir() để tránh rò rỉ tài nguyên.</a:t>
            </a:r>
          </a:p>
        </p:txBody>
      </p:sp>
      <p:sp>
        <p:nvSpPr>
          <p:cNvPr id="2" name="Rectangle: Rounded Corners 1">
            <a:extLst>
              <a:ext uri="{FF2B5EF4-FFF2-40B4-BE49-F238E27FC236}">
                <a16:creationId xmlns:a16="http://schemas.microsoft.com/office/drawing/2014/main" id="{669C2A14-3A90-5D56-424D-9097A0E14D23}"/>
              </a:ext>
            </a:extLst>
          </p:cNvPr>
          <p:cNvSpPr/>
          <p:nvPr/>
        </p:nvSpPr>
        <p:spPr>
          <a:xfrm>
            <a:off x="521382" y="1417726"/>
            <a:ext cx="4664076" cy="662020"/>
          </a:xfrm>
          <a:prstGeom prst="roundRect">
            <a:avLst>
              <a:gd name="adj" fmla="val 50000"/>
            </a:avLst>
          </a:prstGeom>
          <a:solidFill>
            <a:srgbClr val="0263B9"/>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latin typeface="Averta CY Semibold" panose="00000700000000000000" pitchFamily="50" charset="0"/>
              </a:rPr>
              <a:t>SYSTEM CALL CƠ BẢN THƯ MỤC</a:t>
            </a:r>
            <a:endParaRPr lang="en-US" dirty="0">
              <a:latin typeface="Averta CY Semibold" panose="00000700000000000000" pitchFamily="50" charset="0"/>
            </a:endParaRPr>
          </a:p>
        </p:txBody>
      </p:sp>
    </p:spTree>
    <p:extLst>
      <p:ext uri="{BB962C8B-B14F-4D97-AF65-F5344CB8AC3E}">
        <p14:creationId xmlns:p14="http://schemas.microsoft.com/office/powerpoint/2010/main" val="4105520512"/>
      </p:ext>
    </p:extLst>
  </p:cSld>
  <p:clrMapOvr>
    <a:masterClrMapping/>
  </p:clrMapOvr>
  <p:transition spd="slow">
    <p:push dir="u"/>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D25327-FD24-E849-EBCA-285068929A57}"/>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E3A7EC86-B9CC-0738-6AB5-E10FF1EB9E73}"/>
              </a:ext>
            </a:extLst>
          </p:cNvPr>
          <p:cNvSpPr txBox="1"/>
          <p:nvPr/>
        </p:nvSpPr>
        <p:spPr>
          <a:xfrm>
            <a:off x="2390229" y="1588133"/>
            <a:ext cx="184731" cy="458331"/>
          </a:xfrm>
          <a:prstGeom prst="rect">
            <a:avLst/>
          </a:prstGeom>
          <a:noFill/>
        </p:spPr>
        <p:txBody>
          <a:bodyPr wrap="none" rtlCol="0">
            <a:spAutoFit/>
          </a:bodyPr>
          <a:lstStyle/>
          <a:p>
            <a:pPr algn="just">
              <a:lnSpc>
                <a:spcPct val="150000"/>
              </a:lnSpc>
            </a:pPr>
            <a:endParaRPr lang="en-US" dirty="0">
              <a:latin typeface="Averta CY" panose="00000500000000000000" pitchFamily="50" charset="0"/>
            </a:endParaRPr>
          </a:p>
        </p:txBody>
      </p:sp>
      <p:sp>
        <p:nvSpPr>
          <p:cNvPr id="3" name="TextBox 2">
            <a:extLst>
              <a:ext uri="{FF2B5EF4-FFF2-40B4-BE49-F238E27FC236}">
                <a16:creationId xmlns:a16="http://schemas.microsoft.com/office/drawing/2014/main" id="{B994803F-A24E-F921-9C49-94550158C955}"/>
              </a:ext>
            </a:extLst>
          </p:cNvPr>
          <p:cNvSpPr txBox="1"/>
          <p:nvPr/>
        </p:nvSpPr>
        <p:spPr>
          <a:xfrm>
            <a:off x="524598" y="2250153"/>
            <a:ext cx="4100723" cy="458331"/>
          </a:xfrm>
          <a:prstGeom prst="rect">
            <a:avLst/>
          </a:prstGeom>
          <a:noFill/>
        </p:spPr>
        <p:txBody>
          <a:bodyPr wrap="square">
            <a:spAutoFit/>
          </a:bodyPr>
          <a:lstStyle/>
          <a:p>
            <a:pPr marL="285750" indent="-285750" algn="just">
              <a:lnSpc>
                <a:spcPct val="150000"/>
              </a:lnSpc>
              <a:buFont typeface="Wingdings" panose="05000000000000000000" pitchFamily="2" charset="2"/>
              <a:buChar char="q"/>
            </a:pPr>
            <a:r>
              <a:rPr lang="vi-VN" dirty="0">
                <a:solidFill>
                  <a:srgbClr val="00477F"/>
                </a:solidFill>
                <a:latin typeface="Averta Std CY" panose="00000500000000000000" pitchFamily="50" charset="0"/>
              </a:rPr>
              <a:t>Lệnh </a:t>
            </a:r>
            <a:r>
              <a:rPr lang="vi-VN" dirty="0">
                <a:solidFill>
                  <a:srgbClr val="00477F"/>
                </a:solidFill>
                <a:latin typeface="Averta Std CY Bold" panose="00000800000000000000" pitchFamily="50" charset="0"/>
              </a:rPr>
              <a:t>mkdir()</a:t>
            </a:r>
            <a:endParaRPr lang="en-US" dirty="0">
              <a:solidFill>
                <a:srgbClr val="00477F"/>
              </a:solidFill>
              <a:latin typeface="Averta Std CY Bold" panose="00000800000000000000" pitchFamily="50" charset="0"/>
            </a:endParaRPr>
          </a:p>
        </p:txBody>
      </p:sp>
      <p:sp>
        <p:nvSpPr>
          <p:cNvPr id="4" name="Rectangle 3">
            <a:extLst>
              <a:ext uri="{FF2B5EF4-FFF2-40B4-BE49-F238E27FC236}">
                <a16:creationId xmlns:a16="http://schemas.microsoft.com/office/drawing/2014/main" id="{4039FF26-2ACD-A091-778C-0CCF611E001E}"/>
              </a:ext>
            </a:extLst>
          </p:cNvPr>
          <p:cNvSpPr/>
          <p:nvPr/>
        </p:nvSpPr>
        <p:spPr>
          <a:xfrm>
            <a:off x="2760888" y="2777688"/>
            <a:ext cx="7210898" cy="662020"/>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r>
              <a:rPr lang="fr-FR" dirty="0" err="1">
                <a:solidFill>
                  <a:schemeClr val="bg1"/>
                </a:solidFill>
                <a:latin typeface="+mj-lt"/>
              </a:rPr>
              <a:t>int</a:t>
            </a:r>
            <a:r>
              <a:rPr lang="fr-FR" dirty="0">
                <a:solidFill>
                  <a:schemeClr val="bg1"/>
                </a:solidFill>
                <a:latin typeface="+mj-lt"/>
              </a:rPr>
              <a:t> </a:t>
            </a:r>
            <a:r>
              <a:rPr lang="fr-FR" dirty="0" err="1">
                <a:solidFill>
                  <a:schemeClr val="bg1"/>
                </a:solidFill>
                <a:latin typeface="+mj-lt"/>
              </a:rPr>
              <a:t>mkdir</a:t>
            </a:r>
            <a:r>
              <a:rPr lang="fr-FR" dirty="0">
                <a:solidFill>
                  <a:schemeClr val="bg1"/>
                </a:solidFill>
                <a:latin typeface="+mj-lt"/>
              </a:rPr>
              <a:t>(</a:t>
            </a:r>
            <a:r>
              <a:rPr lang="fr-FR" dirty="0" err="1">
                <a:solidFill>
                  <a:schemeClr val="bg1"/>
                </a:solidFill>
                <a:latin typeface="+mj-lt"/>
              </a:rPr>
              <a:t>const</a:t>
            </a:r>
            <a:r>
              <a:rPr lang="fr-FR" dirty="0">
                <a:solidFill>
                  <a:schemeClr val="bg1"/>
                </a:solidFill>
                <a:latin typeface="+mj-lt"/>
              </a:rPr>
              <a:t> char *</a:t>
            </a:r>
            <a:r>
              <a:rPr lang="fr-FR" dirty="0" err="1">
                <a:solidFill>
                  <a:schemeClr val="bg1"/>
                </a:solidFill>
                <a:latin typeface="+mj-lt"/>
              </a:rPr>
              <a:t>pathname</a:t>
            </a:r>
            <a:r>
              <a:rPr lang="fr-FR" dirty="0">
                <a:solidFill>
                  <a:schemeClr val="bg1"/>
                </a:solidFill>
                <a:latin typeface="+mj-lt"/>
              </a:rPr>
              <a:t>, </a:t>
            </a:r>
            <a:r>
              <a:rPr lang="fr-FR" dirty="0" err="1">
                <a:solidFill>
                  <a:schemeClr val="bg1"/>
                </a:solidFill>
                <a:latin typeface="+mj-lt"/>
              </a:rPr>
              <a:t>mode_t</a:t>
            </a:r>
            <a:r>
              <a:rPr lang="fr-FR" dirty="0">
                <a:solidFill>
                  <a:schemeClr val="bg1"/>
                </a:solidFill>
                <a:latin typeface="+mj-lt"/>
              </a:rPr>
              <a:t> mode);</a:t>
            </a:r>
            <a:endParaRPr lang="vi-VN" dirty="0">
              <a:solidFill>
                <a:schemeClr val="bg1"/>
              </a:solidFill>
              <a:latin typeface="+mj-lt"/>
            </a:endParaRPr>
          </a:p>
        </p:txBody>
      </p:sp>
      <p:sp>
        <p:nvSpPr>
          <p:cNvPr id="7" name="TextBox 6">
            <a:extLst>
              <a:ext uri="{FF2B5EF4-FFF2-40B4-BE49-F238E27FC236}">
                <a16:creationId xmlns:a16="http://schemas.microsoft.com/office/drawing/2014/main" id="{7BB45743-236C-79FA-A50D-9635CE0A1AF9}"/>
              </a:ext>
            </a:extLst>
          </p:cNvPr>
          <p:cNvSpPr txBox="1"/>
          <p:nvPr/>
        </p:nvSpPr>
        <p:spPr>
          <a:xfrm>
            <a:off x="824425" y="3638260"/>
            <a:ext cx="10543150" cy="1704826"/>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vi-VN" dirty="0">
                <a:solidFill>
                  <a:srgbClr val="00477F"/>
                </a:solidFill>
                <a:latin typeface="Averta Std CY Bold" panose="00000800000000000000" pitchFamily="50" charset="0"/>
              </a:rPr>
              <a:t>mkdir() </a:t>
            </a:r>
            <a:r>
              <a:rPr lang="vi-VN" dirty="0">
                <a:solidFill>
                  <a:srgbClr val="00477F"/>
                </a:solidFill>
                <a:latin typeface="Averta Std CY" panose="00000500000000000000" pitchFamily="50" charset="0"/>
              </a:rPr>
              <a:t>tạo thư mục mới với quyền truy cập được chỉ định.</a:t>
            </a:r>
          </a:p>
          <a:p>
            <a:pPr marL="285750" indent="-285750" algn="just">
              <a:lnSpc>
                <a:spcPct val="150000"/>
              </a:lnSpc>
              <a:buFont typeface="Arial" panose="020B0604020202020204" pitchFamily="34" charset="0"/>
              <a:buChar char="•"/>
            </a:pPr>
            <a:r>
              <a:rPr lang="vi-VN" dirty="0">
                <a:solidFill>
                  <a:srgbClr val="00477F"/>
                </a:solidFill>
                <a:latin typeface="Averta Std CY Bold" panose="00000800000000000000" pitchFamily="50" charset="0"/>
              </a:rPr>
              <a:t>pathname</a:t>
            </a:r>
            <a:r>
              <a:rPr lang="vi-VN" dirty="0">
                <a:solidFill>
                  <a:srgbClr val="00477F"/>
                </a:solidFill>
                <a:latin typeface="Averta Std CY" panose="00000500000000000000" pitchFamily="50" charset="0"/>
              </a:rPr>
              <a:t>: Đường dẫn thư mục cần tạo.</a:t>
            </a:r>
          </a:p>
          <a:p>
            <a:pPr marL="285750" indent="-285750" algn="just">
              <a:lnSpc>
                <a:spcPct val="150000"/>
              </a:lnSpc>
              <a:buFont typeface="Arial" panose="020B0604020202020204" pitchFamily="34" charset="0"/>
              <a:buChar char="•"/>
            </a:pPr>
            <a:r>
              <a:rPr lang="vi-VN" dirty="0">
                <a:solidFill>
                  <a:srgbClr val="00477F"/>
                </a:solidFill>
                <a:latin typeface="Averta Std CY Bold" panose="00000800000000000000" pitchFamily="50" charset="0"/>
              </a:rPr>
              <a:t>mode</a:t>
            </a:r>
            <a:r>
              <a:rPr lang="vi-VN" dirty="0">
                <a:solidFill>
                  <a:srgbClr val="00477F"/>
                </a:solidFill>
                <a:latin typeface="Averta Std CY" panose="00000500000000000000" pitchFamily="50" charset="0"/>
              </a:rPr>
              <a:t>: Quyền truy cập thư mục </a:t>
            </a:r>
          </a:p>
          <a:p>
            <a:pPr algn="just">
              <a:lnSpc>
                <a:spcPct val="150000"/>
              </a:lnSpc>
            </a:pPr>
            <a:r>
              <a:rPr lang="vi-VN" dirty="0">
                <a:solidFill>
                  <a:srgbClr val="00477F"/>
                </a:solidFill>
                <a:latin typeface="Averta Std CY" panose="00000500000000000000" pitchFamily="50" charset="0"/>
              </a:rPr>
              <a:t>(ví dụ: 0755 – chủ sở hữu có quyền đọc/ghi/thực thi, nhóm/người khác chỉ có quyền đọc/thực thi).</a:t>
            </a:r>
          </a:p>
        </p:txBody>
      </p:sp>
      <p:sp>
        <p:nvSpPr>
          <p:cNvPr id="2" name="Rectangle: Rounded Corners 1">
            <a:extLst>
              <a:ext uri="{FF2B5EF4-FFF2-40B4-BE49-F238E27FC236}">
                <a16:creationId xmlns:a16="http://schemas.microsoft.com/office/drawing/2014/main" id="{955BC17B-F2B1-C5B3-1C0A-F6D55C6CA5CF}"/>
              </a:ext>
            </a:extLst>
          </p:cNvPr>
          <p:cNvSpPr/>
          <p:nvPr/>
        </p:nvSpPr>
        <p:spPr>
          <a:xfrm>
            <a:off x="521382" y="1417726"/>
            <a:ext cx="4664076" cy="662020"/>
          </a:xfrm>
          <a:prstGeom prst="roundRect">
            <a:avLst>
              <a:gd name="adj" fmla="val 50000"/>
            </a:avLst>
          </a:prstGeom>
          <a:solidFill>
            <a:srgbClr val="0263B9"/>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latin typeface="Averta CY Semibold" panose="00000700000000000000" pitchFamily="50" charset="0"/>
              </a:rPr>
              <a:t>SYSTEM CALL CƠ BẢN THƯ MỤC</a:t>
            </a:r>
            <a:endParaRPr lang="en-US" dirty="0">
              <a:latin typeface="Averta CY Semibold" panose="00000700000000000000" pitchFamily="50" charset="0"/>
            </a:endParaRPr>
          </a:p>
        </p:txBody>
      </p:sp>
    </p:spTree>
    <p:extLst>
      <p:ext uri="{BB962C8B-B14F-4D97-AF65-F5344CB8AC3E}">
        <p14:creationId xmlns:p14="http://schemas.microsoft.com/office/powerpoint/2010/main" val="2250637381"/>
      </p:ext>
    </p:extLst>
  </p:cSld>
  <p:clrMapOvr>
    <a:masterClrMapping/>
  </p:clrMapOvr>
  <p:transition spd="slow">
    <p:push dir="u"/>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Custom 7">
      <a:majorFont>
        <a:latin typeface="Averta CY Bold"/>
        <a:ea typeface=""/>
        <a:cs typeface=""/>
      </a:majorFont>
      <a:minorFont>
        <a:latin typeface="Averta CY Thi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5316</TotalTime>
  <Words>1903</Words>
  <Application>Microsoft Office PowerPoint</Application>
  <PresentationFormat>Widescreen</PresentationFormat>
  <Paragraphs>198</Paragraphs>
  <Slides>26</Slides>
  <Notes>26</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26</vt:i4>
      </vt:variant>
    </vt:vector>
  </HeadingPairs>
  <TitlesOfParts>
    <vt:vector size="36" baseType="lpstr">
      <vt:lpstr>Averta Std CY Bold</vt:lpstr>
      <vt:lpstr>Aptos</vt:lpstr>
      <vt:lpstr>Averta CY Bold</vt:lpstr>
      <vt:lpstr>Averta CY Semibold</vt:lpstr>
      <vt:lpstr>Averta Std CY Extrabold</vt:lpstr>
      <vt:lpstr>Wingdings</vt:lpstr>
      <vt:lpstr>Averta Std CY</vt:lpstr>
      <vt:lpstr>Averta CY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Minh Đình</dc:creator>
  <cp:lastModifiedBy>Minh Đình</cp:lastModifiedBy>
  <cp:revision>42</cp:revision>
  <dcterms:created xsi:type="dcterms:W3CDTF">2024-05-21T15:04:40Z</dcterms:created>
  <dcterms:modified xsi:type="dcterms:W3CDTF">2025-02-24T02:53:58Z</dcterms:modified>
</cp:coreProperties>
</file>