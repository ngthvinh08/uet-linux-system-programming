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1"/>
  </p:notesMasterIdLst>
  <p:handoutMasterIdLst>
    <p:handoutMasterId r:id="rId32"/>
  </p:handoutMasterIdLst>
  <p:sldIdLst>
    <p:sldId id="256" r:id="rId2"/>
    <p:sldId id="340" r:id="rId3"/>
    <p:sldId id="375" r:id="rId4"/>
    <p:sldId id="389" r:id="rId5"/>
    <p:sldId id="390" r:id="rId6"/>
    <p:sldId id="374" r:id="rId7"/>
    <p:sldId id="377" r:id="rId8"/>
    <p:sldId id="392" r:id="rId9"/>
    <p:sldId id="391" r:id="rId10"/>
    <p:sldId id="393" r:id="rId11"/>
    <p:sldId id="394" r:id="rId12"/>
    <p:sldId id="395" r:id="rId13"/>
    <p:sldId id="396" r:id="rId14"/>
    <p:sldId id="397" r:id="rId15"/>
    <p:sldId id="398" r:id="rId16"/>
    <p:sldId id="399" r:id="rId17"/>
    <p:sldId id="400" r:id="rId18"/>
    <p:sldId id="401" r:id="rId19"/>
    <p:sldId id="402" r:id="rId20"/>
    <p:sldId id="403" r:id="rId21"/>
    <p:sldId id="405" r:id="rId22"/>
    <p:sldId id="404" r:id="rId23"/>
    <p:sldId id="406" r:id="rId24"/>
    <p:sldId id="407" r:id="rId25"/>
    <p:sldId id="408" r:id="rId26"/>
    <p:sldId id="409" r:id="rId27"/>
    <p:sldId id="410" r:id="rId28"/>
    <p:sldId id="411" r:id="rId29"/>
    <p:sldId id="412" r:id="rId30"/>
  </p:sldIdLst>
  <p:sldSz cx="12192000" cy="6858000"/>
  <p:notesSz cx="6858000" cy="9144000"/>
  <p:embeddedFontLst>
    <p:embeddedFont>
      <p:font typeface="Averta CY" panose="00000500000000000000" pitchFamily="50" charset="0"/>
      <p:regular r:id="rId33"/>
      <p:italic r:id="rId34"/>
    </p:embeddedFont>
    <p:embeddedFont>
      <p:font typeface="Averta CY Bold" panose="00000800000000000000" pitchFamily="50" charset="0"/>
      <p:bold r:id="rId35"/>
      <p:boldItalic r:id="rId36"/>
    </p:embeddedFont>
    <p:embeddedFont>
      <p:font typeface="Averta CY Semibold" panose="00000700000000000000" pitchFamily="50" charset="0"/>
      <p:bold r:id="rId37"/>
      <p:boldItalic r:id="rId38"/>
    </p:embeddedFont>
    <p:embeddedFont>
      <p:font typeface="Averta Std CY" panose="00000500000000000000" pitchFamily="50" charset="0"/>
      <p:regular r:id="rId39"/>
      <p:italic r:id="rId40"/>
    </p:embeddedFont>
    <p:embeddedFont>
      <p:font typeface="Averta Std CY Bold" panose="00000800000000000000" pitchFamily="50" charset="0"/>
      <p:bold r:id="rId41"/>
      <p:bold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77F"/>
    <a:srgbClr val="FFFFFF"/>
    <a:srgbClr val="0263B9"/>
    <a:srgbClr val="E9E9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8F655E-3315-4369-908C-D48D733BCB09}" v="103" dt="2025-03-09T17:21:47.5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81981" autoAdjust="0"/>
  </p:normalViewPr>
  <p:slideViewPr>
    <p:cSldViewPr snapToGrid="0">
      <p:cViewPr varScale="1">
        <p:scale>
          <a:sx n="64" d="100"/>
          <a:sy n="64" d="100"/>
        </p:scale>
        <p:origin x="1579" y="62"/>
      </p:cViewPr>
      <p:guideLst/>
    </p:cSldViewPr>
  </p:slideViewPr>
  <p:notesTextViewPr>
    <p:cViewPr>
      <p:scale>
        <a:sx n="3" d="2"/>
        <a:sy n="3" d="2"/>
      </p:scale>
      <p:origin x="0" y="0"/>
    </p:cViewPr>
  </p:notesTextViewPr>
  <p:notesViewPr>
    <p:cSldViewPr snapToGrid="0">
      <p:cViewPr varScale="1">
        <p:scale>
          <a:sx n="59" d="100"/>
          <a:sy n="59" d="100"/>
        </p:scale>
        <p:origin x="3298" y="8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9.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 Đình" userId="836bd1e508d52677" providerId="LiveId" clId="{468F655E-3315-4369-908C-D48D733BCB09}"/>
    <pc:docChg chg="undo custSel addSld delSld modSld sldOrd">
      <pc:chgData name="Minh Đình" userId="836bd1e508d52677" providerId="LiveId" clId="{468F655E-3315-4369-908C-D48D733BCB09}" dt="2025-03-10T02:58:08.884" v="1849" actId="6549"/>
      <pc:docMkLst>
        <pc:docMk/>
      </pc:docMkLst>
      <pc:sldChg chg="modSp mod">
        <pc:chgData name="Minh Đình" userId="836bd1e508d52677" providerId="LiveId" clId="{468F655E-3315-4369-908C-D48D733BCB09}" dt="2025-03-10T01:55:07.400" v="1838" actId="20577"/>
        <pc:sldMkLst>
          <pc:docMk/>
          <pc:sldMk cId="345753689" sldId="256"/>
        </pc:sldMkLst>
        <pc:spChg chg="mod">
          <ac:chgData name="Minh Đình" userId="836bd1e508d52677" providerId="LiveId" clId="{468F655E-3315-4369-908C-D48D733BCB09}" dt="2025-03-10T01:55:07.400" v="1838" actId="20577"/>
          <ac:spMkLst>
            <pc:docMk/>
            <pc:sldMk cId="345753689" sldId="256"/>
            <ac:spMk id="4" creationId="{DB3A15CA-E8F9-8934-82F2-7178AD31101E}"/>
          </ac:spMkLst>
        </pc:spChg>
      </pc:sldChg>
      <pc:sldChg chg="addSp delSp modSp mod modNotesTx">
        <pc:chgData name="Minh Đình" userId="836bd1e508d52677" providerId="LiveId" clId="{468F655E-3315-4369-908C-D48D733BCB09}" dt="2025-03-10T02:57:33.340" v="1839" actId="20577"/>
        <pc:sldMkLst>
          <pc:docMk/>
          <pc:sldMk cId="2354964483" sldId="340"/>
        </pc:sldMkLst>
        <pc:spChg chg="mod">
          <ac:chgData name="Minh Đình" userId="836bd1e508d52677" providerId="LiveId" clId="{468F655E-3315-4369-908C-D48D733BCB09}" dt="2025-03-09T14:31:44.802" v="26" actId="20577"/>
          <ac:spMkLst>
            <pc:docMk/>
            <pc:sldMk cId="2354964483" sldId="340"/>
            <ac:spMk id="2" creationId="{0AAA35CF-EE04-3072-2794-8E37FEDF4650}"/>
          </ac:spMkLst>
        </pc:spChg>
        <pc:spChg chg="del">
          <ac:chgData name="Minh Đình" userId="836bd1e508d52677" providerId="LiveId" clId="{468F655E-3315-4369-908C-D48D733BCB09}" dt="2025-03-09T14:33:34.757" v="32" actId="478"/>
          <ac:spMkLst>
            <pc:docMk/>
            <pc:sldMk cId="2354964483" sldId="340"/>
            <ac:spMk id="4" creationId="{E3829F7B-724C-1192-FB78-003F2CFA2B5E}"/>
          </ac:spMkLst>
        </pc:spChg>
        <pc:spChg chg="mod">
          <ac:chgData name="Minh Đình" userId="836bd1e508d52677" providerId="LiveId" clId="{468F655E-3315-4369-908C-D48D733BCB09}" dt="2025-03-09T14:34:39.278" v="42" actId="20577"/>
          <ac:spMkLst>
            <pc:docMk/>
            <pc:sldMk cId="2354964483" sldId="340"/>
            <ac:spMk id="10" creationId="{CEF5A8A1-15AE-04A6-E970-7C3A3F4E15CA}"/>
          </ac:spMkLst>
        </pc:spChg>
        <pc:spChg chg="del">
          <ac:chgData name="Minh Đình" userId="836bd1e508d52677" providerId="LiveId" clId="{468F655E-3315-4369-908C-D48D733BCB09}" dt="2025-03-09T14:33:33.223" v="31" actId="478"/>
          <ac:spMkLst>
            <pc:docMk/>
            <pc:sldMk cId="2354964483" sldId="340"/>
            <ac:spMk id="11" creationId="{57170CE4-8147-FEE5-C1C2-CC30CE63866F}"/>
          </ac:spMkLst>
        </pc:spChg>
        <pc:picChg chg="add mod modCrop">
          <ac:chgData name="Minh Đình" userId="836bd1e508d52677" providerId="LiveId" clId="{468F655E-3315-4369-908C-D48D733BCB09}" dt="2025-03-09T14:33:38.266" v="33" actId="1076"/>
          <ac:picMkLst>
            <pc:docMk/>
            <pc:sldMk cId="2354964483" sldId="340"/>
            <ac:picMk id="3" creationId="{8777A4C9-AF4B-823A-DBEB-AE68F31210F8}"/>
          </ac:picMkLst>
        </pc:picChg>
        <pc:picChg chg="del">
          <ac:chgData name="Minh Đình" userId="836bd1e508d52677" providerId="LiveId" clId="{468F655E-3315-4369-908C-D48D733BCB09}" dt="2025-03-09T14:26:34.323" v="10" actId="478"/>
          <ac:picMkLst>
            <pc:docMk/>
            <pc:sldMk cId="2354964483" sldId="340"/>
            <ac:picMk id="12" creationId="{6C61AC8B-06F9-6160-AC9F-001A3E9C7FF8}"/>
          </ac:picMkLst>
        </pc:picChg>
        <pc:picChg chg="del">
          <ac:chgData name="Minh Đình" userId="836bd1e508d52677" providerId="LiveId" clId="{468F655E-3315-4369-908C-D48D733BCB09}" dt="2025-03-09T14:26:37.101" v="11" actId="478"/>
          <ac:picMkLst>
            <pc:docMk/>
            <pc:sldMk cId="2354964483" sldId="340"/>
            <ac:picMk id="13" creationId="{B39C34D1-491B-FEB9-9AA0-F36038E30A09}"/>
          </ac:picMkLst>
        </pc:picChg>
      </pc:sldChg>
      <pc:sldChg chg="del">
        <pc:chgData name="Minh Đình" userId="836bd1e508d52677" providerId="LiveId" clId="{468F655E-3315-4369-908C-D48D733BCB09}" dt="2025-03-09T15:05:16.283" v="357" actId="47"/>
        <pc:sldMkLst>
          <pc:docMk/>
          <pc:sldMk cId="1772134238" sldId="341"/>
        </pc:sldMkLst>
      </pc:sldChg>
      <pc:sldChg chg="del">
        <pc:chgData name="Minh Đình" userId="836bd1e508d52677" providerId="LiveId" clId="{468F655E-3315-4369-908C-D48D733BCB09}" dt="2025-03-09T15:05:16.752" v="358" actId="47"/>
        <pc:sldMkLst>
          <pc:docMk/>
          <pc:sldMk cId="47521917" sldId="368"/>
        </pc:sldMkLst>
      </pc:sldChg>
      <pc:sldChg chg="del">
        <pc:chgData name="Minh Đình" userId="836bd1e508d52677" providerId="LiveId" clId="{468F655E-3315-4369-908C-D48D733BCB09}" dt="2025-03-09T15:05:16.941" v="359" actId="47"/>
        <pc:sldMkLst>
          <pc:docMk/>
          <pc:sldMk cId="1450605718" sldId="369"/>
        </pc:sldMkLst>
      </pc:sldChg>
      <pc:sldChg chg="del">
        <pc:chgData name="Minh Đình" userId="836bd1e508d52677" providerId="LiveId" clId="{468F655E-3315-4369-908C-D48D733BCB09}" dt="2025-03-09T15:05:17.164" v="360" actId="47"/>
        <pc:sldMkLst>
          <pc:docMk/>
          <pc:sldMk cId="183769797" sldId="370"/>
        </pc:sldMkLst>
      </pc:sldChg>
      <pc:sldChg chg="del">
        <pc:chgData name="Minh Đình" userId="836bd1e508d52677" providerId="LiveId" clId="{468F655E-3315-4369-908C-D48D733BCB09}" dt="2025-03-09T15:05:17.477" v="361" actId="47"/>
        <pc:sldMkLst>
          <pc:docMk/>
          <pc:sldMk cId="2447001071" sldId="371"/>
        </pc:sldMkLst>
      </pc:sldChg>
      <pc:sldChg chg="del">
        <pc:chgData name="Minh Đình" userId="836bd1e508d52677" providerId="LiveId" clId="{468F655E-3315-4369-908C-D48D733BCB09}" dt="2025-03-09T15:05:17.584" v="362" actId="47"/>
        <pc:sldMkLst>
          <pc:docMk/>
          <pc:sldMk cId="1368633705" sldId="372"/>
        </pc:sldMkLst>
      </pc:sldChg>
      <pc:sldChg chg="del">
        <pc:chgData name="Minh Đình" userId="836bd1e508d52677" providerId="LiveId" clId="{468F655E-3315-4369-908C-D48D733BCB09}" dt="2025-03-09T15:05:17.769" v="363" actId="47"/>
        <pc:sldMkLst>
          <pc:docMk/>
          <pc:sldMk cId="700550381" sldId="373"/>
        </pc:sldMkLst>
      </pc:sldChg>
      <pc:sldChg chg="modSp add del mod">
        <pc:chgData name="Minh Đình" userId="836bd1e508d52677" providerId="LiveId" clId="{468F655E-3315-4369-908C-D48D733BCB09}" dt="2025-03-09T14:58:45.308" v="238"/>
        <pc:sldMkLst>
          <pc:docMk/>
          <pc:sldMk cId="854266647" sldId="374"/>
        </pc:sldMkLst>
        <pc:spChg chg="mod">
          <ac:chgData name="Minh Đình" userId="836bd1e508d52677" providerId="LiveId" clId="{468F655E-3315-4369-908C-D48D733BCB09}" dt="2025-03-09T14:58:45.308" v="238"/>
          <ac:spMkLst>
            <pc:docMk/>
            <pc:sldMk cId="854266647" sldId="374"/>
            <ac:spMk id="3" creationId="{197977B1-4144-965E-C46B-0FB3B93282A0}"/>
          </ac:spMkLst>
        </pc:spChg>
      </pc:sldChg>
      <pc:sldChg chg="addSp delSp modSp mod">
        <pc:chgData name="Minh Đình" userId="836bd1e508d52677" providerId="LiveId" clId="{468F655E-3315-4369-908C-D48D733BCB09}" dt="2025-03-09T17:21:46.247" v="1835"/>
        <pc:sldMkLst>
          <pc:docMk/>
          <pc:sldMk cId="1738058566" sldId="375"/>
        </pc:sldMkLst>
        <pc:spChg chg="mod">
          <ac:chgData name="Minh Đình" userId="836bd1e508d52677" providerId="LiveId" clId="{468F655E-3315-4369-908C-D48D733BCB09}" dt="2025-03-09T14:48:26.450" v="160" actId="20577"/>
          <ac:spMkLst>
            <pc:docMk/>
            <pc:sldMk cId="1738058566" sldId="375"/>
            <ac:spMk id="2" creationId="{A69A4DA7-AA3B-9E60-BEA3-7E5DAA1883D5}"/>
          </ac:spMkLst>
        </pc:spChg>
        <pc:spChg chg="add mod">
          <ac:chgData name="Minh Đình" userId="836bd1e508d52677" providerId="LiveId" clId="{468F655E-3315-4369-908C-D48D733BCB09}" dt="2025-03-09T14:49:40.260" v="172" actId="1076"/>
          <ac:spMkLst>
            <pc:docMk/>
            <pc:sldMk cId="1738058566" sldId="375"/>
            <ac:spMk id="4" creationId="{16270806-11BC-C0D5-4336-4D6BB9E782EC}"/>
          </ac:spMkLst>
        </pc:spChg>
        <pc:graphicFrameChg chg="del">
          <ac:chgData name="Minh Đình" userId="836bd1e508d52677" providerId="LiveId" clId="{468F655E-3315-4369-908C-D48D733BCB09}" dt="2025-03-09T14:48:26.937" v="161" actId="478"/>
          <ac:graphicFrameMkLst>
            <pc:docMk/>
            <pc:sldMk cId="1738058566" sldId="375"/>
            <ac:graphicFrameMk id="3" creationId="{8B490CD0-DCFC-0BAD-01CE-8C75B7C542A0}"/>
          </ac:graphicFrameMkLst>
        </pc:graphicFrameChg>
        <pc:picChg chg="add mod">
          <ac:chgData name="Minh Đình" userId="836bd1e508d52677" providerId="LiveId" clId="{468F655E-3315-4369-908C-D48D733BCB09}" dt="2025-03-09T17:21:46.247" v="1835"/>
          <ac:picMkLst>
            <pc:docMk/>
            <pc:sldMk cId="1738058566" sldId="375"/>
            <ac:picMk id="5" creationId="{48F16550-20E9-9C6D-8578-5F80A24310C2}"/>
          </ac:picMkLst>
        </pc:picChg>
      </pc:sldChg>
      <pc:sldChg chg="del">
        <pc:chgData name="Minh Đình" userId="836bd1e508d52677" providerId="LiveId" clId="{468F655E-3315-4369-908C-D48D733BCB09}" dt="2025-03-09T14:53:02.567" v="185" actId="47"/>
        <pc:sldMkLst>
          <pc:docMk/>
          <pc:sldMk cId="1107718113" sldId="376"/>
        </pc:sldMkLst>
      </pc:sldChg>
      <pc:sldChg chg="addSp modSp add del mod modNotesTx">
        <pc:chgData name="Minh Đình" userId="836bd1e508d52677" providerId="LiveId" clId="{468F655E-3315-4369-908C-D48D733BCB09}" dt="2025-03-10T02:57:42.742" v="1840" actId="20577"/>
        <pc:sldMkLst>
          <pc:docMk/>
          <pc:sldMk cId="387862811" sldId="377"/>
        </pc:sldMkLst>
        <pc:spChg chg="mod">
          <ac:chgData name="Minh Đình" userId="836bd1e508d52677" providerId="LiveId" clId="{468F655E-3315-4369-908C-D48D733BCB09}" dt="2025-03-09T14:58:55.335" v="273"/>
          <ac:spMkLst>
            <pc:docMk/>
            <pc:sldMk cId="387862811" sldId="377"/>
            <ac:spMk id="2" creationId="{54B3439E-497B-5FE1-AD34-2B3846CE2838}"/>
          </ac:spMkLst>
        </pc:spChg>
        <pc:spChg chg="add mod">
          <ac:chgData name="Minh Đình" userId="836bd1e508d52677" providerId="LiveId" clId="{468F655E-3315-4369-908C-D48D733BCB09}" dt="2025-03-09T15:02:14.817" v="355" actId="20577"/>
          <ac:spMkLst>
            <pc:docMk/>
            <pc:sldMk cId="387862811" sldId="377"/>
            <ac:spMk id="3" creationId="{62A8D4FB-7DF0-3790-B843-EFBEFB6BD759}"/>
          </ac:spMkLst>
        </pc:spChg>
        <pc:spChg chg="mod">
          <ac:chgData name="Minh Đình" userId="836bd1e508d52677" providerId="LiveId" clId="{468F655E-3315-4369-908C-D48D733BCB09}" dt="2025-03-09T15:02:11.027" v="353" actId="1076"/>
          <ac:spMkLst>
            <pc:docMk/>
            <pc:sldMk cId="387862811" sldId="377"/>
            <ac:spMk id="5" creationId="{1C5747B2-8CC5-9E72-E1B4-7AD6ADFFDD21}"/>
          </ac:spMkLst>
        </pc:spChg>
        <pc:spChg chg="mod">
          <ac:chgData name="Minh Đình" userId="836bd1e508d52677" providerId="LiveId" clId="{468F655E-3315-4369-908C-D48D733BCB09}" dt="2025-03-09T14:59:31.557" v="278" actId="2711"/>
          <ac:spMkLst>
            <pc:docMk/>
            <pc:sldMk cId="387862811" sldId="377"/>
            <ac:spMk id="8" creationId="{E49BA7F0-43B9-B16F-533D-FF1CDC2197B9}"/>
          </ac:spMkLst>
        </pc:spChg>
        <pc:spChg chg="mod">
          <ac:chgData name="Minh Đình" userId="836bd1e508d52677" providerId="LiveId" clId="{468F655E-3315-4369-908C-D48D733BCB09}" dt="2025-03-09T14:59:51.207" v="320" actId="20577"/>
          <ac:spMkLst>
            <pc:docMk/>
            <pc:sldMk cId="387862811" sldId="377"/>
            <ac:spMk id="10" creationId="{E8028FB2-B364-F3F0-F523-E23A84A42143}"/>
          </ac:spMkLst>
        </pc:spChg>
      </pc:sldChg>
      <pc:sldChg chg="del">
        <pc:chgData name="Minh Đình" userId="836bd1e508d52677" providerId="LiveId" clId="{468F655E-3315-4369-908C-D48D733BCB09}" dt="2025-03-09T15:05:15.467" v="356" actId="47"/>
        <pc:sldMkLst>
          <pc:docMk/>
          <pc:sldMk cId="2286214966" sldId="378"/>
        </pc:sldMkLst>
      </pc:sldChg>
      <pc:sldChg chg="del">
        <pc:chgData name="Minh Đình" userId="836bd1e508d52677" providerId="LiveId" clId="{468F655E-3315-4369-908C-D48D733BCB09}" dt="2025-03-09T15:05:17.921" v="364" actId="47"/>
        <pc:sldMkLst>
          <pc:docMk/>
          <pc:sldMk cId="462821449" sldId="379"/>
        </pc:sldMkLst>
      </pc:sldChg>
      <pc:sldChg chg="del">
        <pc:chgData name="Minh Đình" userId="836bd1e508d52677" providerId="LiveId" clId="{468F655E-3315-4369-908C-D48D733BCB09}" dt="2025-03-09T15:05:18.021" v="365" actId="47"/>
        <pc:sldMkLst>
          <pc:docMk/>
          <pc:sldMk cId="181938697" sldId="380"/>
        </pc:sldMkLst>
      </pc:sldChg>
      <pc:sldChg chg="del">
        <pc:chgData name="Minh Đình" userId="836bd1e508d52677" providerId="LiveId" clId="{468F655E-3315-4369-908C-D48D733BCB09}" dt="2025-03-09T15:05:18.776" v="366" actId="47"/>
        <pc:sldMkLst>
          <pc:docMk/>
          <pc:sldMk cId="3135278998" sldId="381"/>
        </pc:sldMkLst>
      </pc:sldChg>
      <pc:sldChg chg="del">
        <pc:chgData name="Minh Đình" userId="836bd1e508d52677" providerId="LiveId" clId="{468F655E-3315-4369-908C-D48D733BCB09}" dt="2025-03-09T15:05:19.168" v="367" actId="47"/>
        <pc:sldMkLst>
          <pc:docMk/>
          <pc:sldMk cId="1999630149" sldId="382"/>
        </pc:sldMkLst>
      </pc:sldChg>
      <pc:sldChg chg="del">
        <pc:chgData name="Minh Đình" userId="836bd1e508d52677" providerId="LiveId" clId="{468F655E-3315-4369-908C-D48D733BCB09}" dt="2025-03-09T15:05:19.520" v="368" actId="47"/>
        <pc:sldMkLst>
          <pc:docMk/>
          <pc:sldMk cId="141990240" sldId="383"/>
        </pc:sldMkLst>
      </pc:sldChg>
      <pc:sldChg chg="del">
        <pc:chgData name="Minh Đình" userId="836bd1e508d52677" providerId="LiveId" clId="{468F655E-3315-4369-908C-D48D733BCB09}" dt="2025-03-09T15:05:19.707" v="369" actId="47"/>
        <pc:sldMkLst>
          <pc:docMk/>
          <pc:sldMk cId="2644314936" sldId="384"/>
        </pc:sldMkLst>
      </pc:sldChg>
      <pc:sldChg chg="del">
        <pc:chgData name="Minh Đình" userId="836bd1e508d52677" providerId="LiveId" clId="{468F655E-3315-4369-908C-D48D733BCB09}" dt="2025-03-09T15:05:20.128" v="370" actId="47"/>
        <pc:sldMkLst>
          <pc:docMk/>
          <pc:sldMk cId="2800536516" sldId="385"/>
        </pc:sldMkLst>
      </pc:sldChg>
      <pc:sldChg chg="del">
        <pc:chgData name="Minh Đình" userId="836bd1e508d52677" providerId="LiveId" clId="{468F655E-3315-4369-908C-D48D733BCB09}" dt="2025-03-09T15:05:20.460" v="371" actId="47"/>
        <pc:sldMkLst>
          <pc:docMk/>
          <pc:sldMk cId="3270912619" sldId="386"/>
        </pc:sldMkLst>
      </pc:sldChg>
      <pc:sldChg chg="del">
        <pc:chgData name="Minh Đình" userId="836bd1e508d52677" providerId="LiveId" clId="{468F655E-3315-4369-908C-D48D733BCB09}" dt="2025-03-09T15:05:21.041" v="372" actId="47"/>
        <pc:sldMkLst>
          <pc:docMk/>
          <pc:sldMk cId="3795350928" sldId="387"/>
        </pc:sldMkLst>
      </pc:sldChg>
      <pc:sldChg chg="del">
        <pc:chgData name="Minh Đình" userId="836bd1e508d52677" providerId="LiveId" clId="{468F655E-3315-4369-908C-D48D733BCB09}" dt="2025-03-09T15:05:21.553" v="373" actId="47"/>
        <pc:sldMkLst>
          <pc:docMk/>
          <pc:sldMk cId="3617816281" sldId="388"/>
        </pc:sldMkLst>
      </pc:sldChg>
      <pc:sldChg chg="addSp modSp add mod">
        <pc:chgData name="Minh Đình" userId="836bd1e508d52677" providerId="LiveId" clId="{468F655E-3315-4369-908C-D48D733BCB09}" dt="2025-03-09T17:21:47.584" v="1836"/>
        <pc:sldMkLst>
          <pc:docMk/>
          <pc:sldMk cId="1165256582" sldId="389"/>
        </pc:sldMkLst>
        <pc:spChg chg="mod">
          <ac:chgData name="Minh Đình" userId="836bd1e508d52677" providerId="LiveId" clId="{468F655E-3315-4369-908C-D48D733BCB09}" dt="2025-03-09T14:52:07.916" v="184" actId="2711"/>
          <ac:spMkLst>
            <pc:docMk/>
            <pc:sldMk cId="1165256582" sldId="389"/>
            <ac:spMk id="4" creationId="{52F7FC08-BF82-851B-B651-627FA4090440}"/>
          </ac:spMkLst>
        </pc:spChg>
        <pc:picChg chg="add mod">
          <ac:chgData name="Minh Đình" userId="836bd1e508d52677" providerId="LiveId" clId="{468F655E-3315-4369-908C-D48D733BCB09}" dt="2025-03-09T17:21:47.584" v="1836"/>
          <ac:picMkLst>
            <pc:docMk/>
            <pc:sldMk cId="1165256582" sldId="389"/>
            <ac:picMk id="3" creationId="{9C7364CD-18AF-355D-695E-F4557FB64FAD}"/>
          </ac:picMkLst>
        </pc:picChg>
      </pc:sldChg>
      <pc:sldChg chg="modSp add mod">
        <pc:chgData name="Minh Đình" userId="836bd1e508d52677" providerId="LiveId" clId="{468F655E-3315-4369-908C-D48D733BCB09}" dt="2025-03-09T14:54:39.143" v="225" actId="1076"/>
        <pc:sldMkLst>
          <pc:docMk/>
          <pc:sldMk cId="2364905848" sldId="390"/>
        </pc:sldMkLst>
        <pc:spChg chg="mod">
          <ac:chgData name="Minh Đình" userId="836bd1e508d52677" providerId="LiveId" clId="{468F655E-3315-4369-908C-D48D733BCB09}" dt="2025-03-09T14:53:21.502" v="205" actId="20577"/>
          <ac:spMkLst>
            <pc:docMk/>
            <pc:sldMk cId="2364905848" sldId="390"/>
            <ac:spMk id="2" creationId="{26491FDC-8AED-51ED-4D90-10EBE7894E54}"/>
          </ac:spMkLst>
        </pc:spChg>
        <pc:spChg chg="mod">
          <ac:chgData name="Minh Đình" userId="836bd1e508d52677" providerId="LiveId" clId="{468F655E-3315-4369-908C-D48D733BCB09}" dt="2025-03-09T14:54:39.143" v="225" actId="1076"/>
          <ac:spMkLst>
            <pc:docMk/>
            <pc:sldMk cId="2364905848" sldId="390"/>
            <ac:spMk id="4" creationId="{70E63962-2A16-8C74-79E4-31D7972673EF}"/>
          </ac:spMkLst>
        </pc:spChg>
      </pc:sldChg>
      <pc:sldChg chg="addSp delSp modSp add mod modNotesTx">
        <pc:chgData name="Minh Đình" userId="836bd1e508d52677" providerId="LiveId" clId="{468F655E-3315-4369-908C-D48D733BCB09}" dt="2025-03-09T15:18:15.866" v="477" actId="1036"/>
        <pc:sldMkLst>
          <pc:docMk/>
          <pc:sldMk cId="3924985375" sldId="391"/>
        </pc:sldMkLst>
        <pc:spChg chg="mod">
          <ac:chgData name="Minh Đình" userId="836bd1e508d52677" providerId="LiveId" clId="{468F655E-3315-4369-908C-D48D733BCB09}" dt="2025-03-09T15:05:35.709" v="399" actId="20577"/>
          <ac:spMkLst>
            <pc:docMk/>
            <pc:sldMk cId="3924985375" sldId="391"/>
            <ac:spMk id="2" creationId="{4CB870F2-D4D2-E430-168F-A976EBB4477E}"/>
          </ac:spMkLst>
        </pc:spChg>
        <pc:spChg chg="del">
          <ac:chgData name="Minh Đình" userId="836bd1e508d52677" providerId="LiveId" clId="{468F655E-3315-4369-908C-D48D733BCB09}" dt="2025-03-09T15:06:47.164" v="417" actId="478"/>
          <ac:spMkLst>
            <pc:docMk/>
            <pc:sldMk cId="3924985375" sldId="391"/>
            <ac:spMk id="3" creationId="{ADF5B18F-F7A7-EC51-2F46-51BA7BF1F1C2}"/>
          </ac:spMkLst>
        </pc:spChg>
        <pc:spChg chg="add mod">
          <ac:chgData name="Minh Đình" userId="836bd1e508d52677" providerId="LiveId" clId="{468F655E-3315-4369-908C-D48D733BCB09}" dt="2025-03-09T15:18:15.866" v="477" actId="1036"/>
          <ac:spMkLst>
            <pc:docMk/>
            <pc:sldMk cId="3924985375" sldId="391"/>
            <ac:spMk id="4" creationId="{DD5FC972-95CA-C7EF-5FF2-6C12AA49685B}"/>
          </ac:spMkLst>
        </pc:spChg>
        <pc:spChg chg="del">
          <ac:chgData name="Minh Đình" userId="836bd1e508d52677" providerId="LiveId" clId="{468F655E-3315-4369-908C-D48D733BCB09}" dt="2025-03-09T15:06:08.869" v="402" actId="478"/>
          <ac:spMkLst>
            <pc:docMk/>
            <pc:sldMk cId="3924985375" sldId="391"/>
            <ac:spMk id="5" creationId="{89500E8A-5D27-A22F-AE75-CFF379CC2FE1}"/>
          </ac:spMkLst>
        </pc:spChg>
        <pc:spChg chg="mod">
          <ac:chgData name="Minh Đình" userId="836bd1e508d52677" providerId="LiveId" clId="{468F655E-3315-4369-908C-D48D733BCB09}" dt="2025-03-09T15:16:22.060" v="471" actId="14100"/>
          <ac:spMkLst>
            <pc:docMk/>
            <pc:sldMk cId="3924985375" sldId="391"/>
            <ac:spMk id="8" creationId="{7DF72287-4800-CA49-7C3B-D98E74BBD050}"/>
          </ac:spMkLst>
        </pc:spChg>
        <pc:spChg chg="mod">
          <ac:chgData name="Minh Đình" userId="836bd1e508d52677" providerId="LiveId" clId="{468F655E-3315-4369-908C-D48D733BCB09}" dt="2025-03-09T15:07:23.891" v="437"/>
          <ac:spMkLst>
            <pc:docMk/>
            <pc:sldMk cId="3924985375" sldId="391"/>
            <ac:spMk id="10" creationId="{B30A4C54-6879-1877-D55D-9BEB7DB55953}"/>
          </ac:spMkLst>
        </pc:spChg>
      </pc:sldChg>
      <pc:sldChg chg="add ord">
        <pc:chgData name="Minh Đình" userId="836bd1e508d52677" providerId="LiveId" clId="{468F655E-3315-4369-908C-D48D733BCB09}" dt="2025-03-09T15:16:32.693" v="473"/>
        <pc:sldMkLst>
          <pc:docMk/>
          <pc:sldMk cId="2586532290" sldId="392"/>
        </pc:sldMkLst>
      </pc:sldChg>
      <pc:sldChg chg="delSp modSp add mod">
        <pc:chgData name="Minh Đình" userId="836bd1e508d52677" providerId="LiveId" clId="{468F655E-3315-4369-908C-D48D733BCB09}" dt="2025-03-09T15:25:31.195" v="599" actId="20577"/>
        <pc:sldMkLst>
          <pc:docMk/>
          <pc:sldMk cId="2138791924" sldId="393"/>
        </pc:sldMkLst>
        <pc:spChg chg="mod">
          <ac:chgData name="Minh Đình" userId="836bd1e508d52677" providerId="LiveId" clId="{468F655E-3315-4369-908C-D48D733BCB09}" dt="2025-03-09T15:19:06.020" v="505"/>
          <ac:spMkLst>
            <pc:docMk/>
            <pc:sldMk cId="2138791924" sldId="393"/>
            <ac:spMk id="2" creationId="{E7F3684D-D99E-EA40-B96F-B876219E3B0A}"/>
          </ac:spMkLst>
        </pc:spChg>
        <pc:spChg chg="del mod">
          <ac:chgData name="Minh Đình" userId="836bd1e508d52677" providerId="LiveId" clId="{468F655E-3315-4369-908C-D48D733BCB09}" dt="2025-03-09T15:24:21.309" v="584" actId="478"/>
          <ac:spMkLst>
            <pc:docMk/>
            <pc:sldMk cId="2138791924" sldId="393"/>
            <ac:spMk id="4" creationId="{B7334D30-8F06-AC1E-6CEA-68260FA9942E}"/>
          </ac:spMkLst>
        </pc:spChg>
        <pc:spChg chg="mod">
          <ac:chgData name="Minh Đình" userId="836bd1e508d52677" providerId="LiveId" clId="{468F655E-3315-4369-908C-D48D733BCB09}" dt="2025-03-09T15:25:31.195" v="599" actId="20577"/>
          <ac:spMkLst>
            <pc:docMk/>
            <pc:sldMk cId="2138791924" sldId="393"/>
            <ac:spMk id="8" creationId="{BA0882C5-C6AB-40F2-BCCA-D09D96FEA51E}"/>
          </ac:spMkLst>
        </pc:spChg>
        <pc:spChg chg="mod">
          <ac:chgData name="Minh Đình" userId="836bd1e508d52677" providerId="LiveId" clId="{468F655E-3315-4369-908C-D48D733BCB09}" dt="2025-03-09T15:24:20.239" v="583" actId="20577"/>
          <ac:spMkLst>
            <pc:docMk/>
            <pc:sldMk cId="2138791924" sldId="393"/>
            <ac:spMk id="10" creationId="{13462357-3F0F-E888-713F-2D64240DE4CC}"/>
          </ac:spMkLst>
        </pc:spChg>
      </pc:sldChg>
      <pc:sldChg chg="addSp modSp add mod modNotesTx">
        <pc:chgData name="Minh Đình" userId="836bd1e508d52677" providerId="LiveId" clId="{468F655E-3315-4369-908C-D48D733BCB09}" dt="2025-03-10T02:57:48.178" v="1841" actId="20577"/>
        <pc:sldMkLst>
          <pc:docMk/>
          <pc:sldMk cId="3672842417" sldId="394"/>
        </pc:sldMkLst>
        <pc:spChg chg="add mod">
          <ac:chgData name="Minh Đình" userId="836bd1e508d52677" providerId="LiveId" clId="{468F655E-3315-4369-908C-D48D733BCB09}" dt="2025-03-09T15:32:50.479" v="647" actId="1076"/>
          <ac:spMkLst>
            <pc:docMk/>
            <pc:sldMk cId="3672842417" sldId="394"/>
            <ac:spMk id="3" creationId="{31735AC3-5F43-A538-0B16-23B98C05FD52}"/>
          </ac:spMkLst>
        </pc:spChg>
        <pc:spChg chg="add mod">
          <ac:chgData name="Minh Đình" userId="836bd1e508d52677" providerId="LiveId" clId="{468F655E-3315-4369-908C-D48D733BCB09}" dt="2025-03-09T15:37:05.172" v="664" actId="1076"/>
          <ac:spMkLst>
            <pc:docMk/>
            <pc:sldMk cId="3672842417" sldId="394"/>
            <ac:spMk id="4" creationId="{260611A0-E8D2-93D0-C56F-C50FA5EBE40E}"/>
          </ac:spMkLst>
        </pc:spChg>
        <pc:spChg chg="mod">
          <ac:chgData name="Minh Đình" userId="836bd1e508d52677" providerId="LiveId" clId="{468F655E-3315-4369-908C-D48D733BCB09}" dt="2025-03-09T15:32:20.395" v="641" actId="2711"/>
          <ac:spMkLst>
            <pc:docMk/>
            <pc:sldMk cId="3672842417" sldId="394"/>
            <ac:spMk id="8" creationId="{BD65ACCF-38D0-F32D-59B3-A6DDC2FBE3A5}"/>
          </ac:spMkLst>
        </pc:spChg>
        <pc:spChg chg="mod">
          <ac:chgData name="Minh Đình" userId="836bd1e508d52677" providerId="LiveId" clId="{468F655E-3315-4369-908C-D48D733BCB09}" dt="2025-03-09T15:32:08.583" v="637" actId="20577"/>
          <ac:spMkLst>
            <pc:docMk/>
            <pc:sldMk cId="3672842417" sldId="394"/>
            <ac:spMk id="10" creationId="{352B465C-7EC1-A8E3-01B0-9A65BFCD799A}"/>
          </ac:spMkLst>
        </pc:spChg>
      </pc:sldChg>
      <pc:sldChg chg="modSp add mod modNotesTx">
        <pc:chgData name="Minh Đình" userId="836bd1e508d52677" providerId="LiveId" clId="{468F655E-3315-4369-908C-D48D733BCB09}" dt="2025-03-10T02:57:50.232" v="1842" actId="20577"/>
        <pc:sldMkLst>
          <pc:docMk/>
          <pc:sldMk cId="890854541" sldId="395"/>
        </pc:sldMkLst>
        <pc:spChg chg="mod">
          <ac:chgData name="Minh Đình" userId="836bd1e508d52677" providerId="LiveId" clId="{468F655E-3315-4369-908C-D48D733BCB09}" dt="2025-03-09T15:58:39.445" v="727" actId="14100"/>
          <ac:spMkLst>
            <pc:docMk/>
            <pc:sldMk cId="890854541" sldId="395"/>
            <ac:spMk id="2" creationId="{5CE3EDD8-7B40-45E5-CF33-C0F4E75CD15A}"/>
          </ac:spMkLst>
        </pc:spChg>
        <pc:spChg chg="mod">
          <ac:chgData name="Minh Đình" userId="836bd1e508d52677" providerId="LiveId" clId="{468F655E-3315-4369-908C-D48D733BCB09}" dt="2025-03-09T16:01:32.148" v="796" actId="1076"/>
          <ac:spMkLst>
            <pc:docMk/>
            <pc:sldMk cId="890854541" sldId="395"/>
            <ac:spMk id="3" creationId="{343EE180-6B41-ACA9-087C-7AA5D97758B5}"/>
          </ac:spMkLst>
        </pc:spChg>
        <pc:spChg chg="mod">
          <ac:chgData name="Minh Đình" userId="836bd1e508d52677" providerId="LiveId" clId="{468F655E-3315-4369-908C-D48D733BCB09}" dt="2025-03-09T16:01:58.038" v="801" actId="2711"/>
          <ac:spMkLst>
            <pc:docMk/>
            <pc:sldMk cId="890854541" sldId="395"/>
            <ac:spMk id="4" creationId="{F2ED818E-2CB8-091E-916A-79ED15EC991B}"/>
          </ac:spMkLst>
        </pc:spChg>
        <pc:spChg chg="mod">
          <ac:chgData name="Minh Đình" userId="836bd1e508d52677" providerId="LiveId" clId="{468F655E-3315-4369-908C-D48D733BCB09}" dt="2025-03-09T16:01:29.013" v="795" actId="1076"/>
          <ac:spMkLst>
            <pc:docMk/>
            <pc:sldMk cId="890854541" sldId="395"/>
            <ac:spMk id="8" creationId="{3F3654C5-1D9D-174F-EE61-D58226484B60}"/>
          </ac:spMkLst>
        </pc:spChg>
        <pc:spChg chg="mod">
          <ac:chgData name="Minh Đình" userId="836bd1e508d52677" providerId="LiveId" clId="{468F655E-3315-4369-908C-D48D733BCB09}" dt="2025-03-09T15:59:32.510" v="779" actId="2711"/>
          <ac:spMkLst>
            <pc:docMk/>
            <pc:sldMk cId="890854541" sldId="395"/>
            <ac:spMk id="10" creationId="{9C4106CC-BA73-706C-FEE5-C5E352ED6EFF}"/>
          </ac:spMkLst>
        </pc:spChg>
      </pc:sldChg>
      <pc:sldChg chg="addSp delSp modSp add mod modNotesTx">
        <pc:chgData name="Minh Đình" userId="836bd1e508d52677" providerId="LiveId" clId="{468F655E-3315-4369-908C-D48D733BCB09}" dt="2025-03-10T02:57:53.792" v="1844" actId="20577"/>
        <pc:sldMkLst>
          <pc:docMk/>
          <pc:sldMk cId="2519318980" sldId="396"/>
        </pc:sldMkLst>
        <pc:spChg chg="del">
          <ac:chgData name="Minh Đình" userId="836bd1e508d52677" providerId="LiveId" clId="{468F655E-3315-4369-908C-D48D733BCB09}" dt="2025-03-09T16:03:36.548" v="807" actId="478"/>
          <ac:spMkLst>
            <pc:docMk/>
            <pc:sldMk cId="2519318980" sldId="396"/>
            <ac:spMk id="3" creationId="{ECB4FB7E-5755-E455-73D3-B8C54E5C8B8E}"/>
          </ac:spMkLst>
        </pc:spChg>
        <pc:spChg chg="del mod">
          <ac:chgData name="Minh Đình" userId="836bd1e508d52677" providerId="LiveId" clId="{468F655E-3315-4369-908C-D48D733BCB09}" dt="2025-03-09T16:04:04.454" v="844" actId="478"/>
          <ac:spMkLst>
            <pc:docMk/>
            <pc:sldMk cId="2519318980" sldId="396"/>
            <ac:spMk id="4" creationId="{D86998C0-9C04-7CC1-CD35-15FC935BBDE0}"/>
          </ac:spMkLst>
        </pc:spChg>
        <pc:spChg chg="del">
          <ac:chgData name="Minh Đình" userId="836bd1e508d52677" providerId="LiveId" clId="{468F655E-3315-4369-908C-D48D733BCB09}" dt="2025-03-09T16:03:33.691" v="806" actId="478"/>
          <ac:spMkLst>
            <pc:docMk/>
            <pc:sldMk cId="2519318980" sldId="396"/>
            <ac:spMk id="8" creationId="{90537B90-D2F0-2954-0F20-BE26E54F7CB5}"/>
          </ac:spMkLst>
        </pc:spChg>
        <pc:spChg chg="mod">
          <ac:chgData name="Minh Đình" userId="836bd1e508d52677" providerId="LiveId" clId="{468F655E-3315-4369-908C-D48D733BCB09}" dt="2025-03-09T16:03:56.912" v="842" actId="2711"/>
          <ac:spMkLst>
            <pc:docMk/>
            <pc:sldMk cId="2519318980" sldId="396"/>
            <ac:spMk id="10" creationId="{49CA67CB-0FF9-63B3-9C04-F91576040A15}"/>
          </ac:spMkLst>
        </pc:spChg>
        <pc:graphicFrameChg chg="add mod modGraphic">
          <ac:chgData name="Minh Đình" userId="836bd1e508d52677" providerId="LiveId" clId="{468F655E-3315-4369-908C-D48D733BCB09}" dt="2025-03-09T16:12:51.004" v="957" actId="1076"/>
          <ac:graphicFrameMkLst>
            <pc:docMk/>
            <pc:sldMk cId="2519318980" sldId="396"/>
            <ac:graphicFrameMk id="5" creationId="{7FF91EB9-C146-C710-F320-41F2437B37A1}"/>
          </ac:graphicFrameMkLst>
        </pc:graphicFrameChg>
      </pc:sldChg>
      <pc:sldChg chg="addSp delSp modSp add mod ord modNotesTx">
        <pc:chgData name="Minh Đình" userId="836bd1e508d52677" providerId="LiveId" clId="{468F655E-3315-4369-908C-D48D733BCB09}" dt="2025-03-10T02:57:57.256" v="1845" actId="20577"/>
        <pc:sldMkLst>
          <pc:docMk/>
          <pc:sldMk cId="1268282878" sldId="397"/>
        </pc:sldMkLst>
        <pc:spChg chg="mod">
          <ac:chgData name="Minh Đình" userId="836bd1e508d52677" providerId="LiveId" clId="{468F655E-3315-4369-908C-D48D733BCB09}" dt="2025-03-09T16:14:58.498" v="1005" actId="20577"/>
          <ac:spMkLst>
            <pc:docMk/>
            <pc:sldMk cId="1268282878" sldId="397"/>
            <ac:spMk id="2" creationId="{25FD5D43-B792-4341-5526-284838A42593}"/>
          </ac:spMkLst>
        </pc:spChg>
        <pc:spChg chg="mod">
          <ac:chgData name="Minh Đình" userId="836bd1e508d52677" providerId="LiveId" clId="{468F655E-3315-4369-908C-D48D733BCB09}" dt="2025-03-09T16:16:37.641" v="1026" actId="1076"/>
          <ac:spMkLst>
            <pc:docMk/>
            <pc:sldMk cId="1268282878" sldId="397"/>
            <ac:spMk id="3" creationId="{3D5706BF-E1DF-2958-F7C9-BDCC08E31BD8}"/>
          </ac:spMkLst>
        </pc:spChg>
        <pc:spChg chg="del">
          <ac:chgData name="Minh Đình" userId="836bd1e508d52677" providerId="LiveId" clId="{468F655E-3315-4369-908C-D48D733BCB09}" dt="2025-03-09T16:15:55.610" v="1010" actId="478"/>
          <ac:spMkLst>
            <pc:docMk/>
            <pc:sldMk cId="1268282878" sldId="397"/>
            <ac:spMk id="4" creationId="{9CFE4C84-7F0B-FF2F-C788-5030F55290A6}"/>
          </ac:spMkLst>
        </pc:spChg>
        <pc:spChg chg="add mod">
          <ac:chgData name="Minh Đình" userId="836bd1e508d52677" providerId="LiveId" clId="{468F655E-3315-4369-908C-D48D733BCB09}" dt="2025-03-09T16:17:12.730" v="1040" actId="14100"/>
          <ac:spMkLst>
            <pc:docMk/>
            <pc:sldMk cId="1268282878" sldId="397"/>
            <ac:spMk id="5" creationId="{50E55AEC-6FB1-1715-3F5C-8DCA9C36AC5D}"/>
          </ac:spMkLst>
        </pc:spChg>
        <pc:spChg chg="mod">
          <ac:chgData name="Minh Đình" userId="836bd1e508d52677" providerId="LiveId" clId="{468F655E-3315-4369-908C-D48D733BCB09}" dt="2025-03-09T16:17:10.181" v="1039" actId="14100"/>
          <ac:spMkLst>
            <pc:docMk/>
            <pc:sldMk cId="1268282878" sldId="397"/>
            <ac:spMk id="8" creationId="{7A0AD39E-E979-7DC6-A6BB-7204526DC338}"/>
          </ac:spMkLst>
        </pc:spChg>
        <pc:spChg chg="mod">
          <ac:chgData name="Minh Đình" userId="836bd1e508d52677" providerId="LiveId" clId="{468F655E-3315-4369-908C-D48D733BCB09}" dt="2025-03-09T16:17:22.202" v="1059" actId="20577"/>
          <ac:spMkLst>
            <pc:docMk/>
            <pc:sldMk cId="1268282878" sldId="397"/>
            <ac:spMk id="10" creationId="{20601749-6FE8-B31C-7EC7-FA59E86D5A5A}"/>
          </ac:spMkLst>
        </pc:spChg>
      </pc:sldChg>
      <pc:sldChg chg="modSp add mod">
        <pc:chgData name="Minh Đình" userId="836bd1e508d52677" providerId="LiveId" clId="{468F655E-3315-4369-908C-D48D733BCB09}" dt="2025-03-09T16:45:38.756" v="1129"/>
        <pc:sldMkLst>
          <pc:docMk/>
          <pc:sldMk cId="3409875009" sldId="398"/>
        </pc:sldMkLst>
        <pc:spChg chg="mod">
          <ac:chgData name="Minh Đình" userId="836bd1e508d52677" providerId="LiveId" clId="{468F655E-3315-4369-908C-D48D733BCB09}" dt="2025-03-09T16:45:38.756" v="1129"/>
          <ac:spMkLst>
            <pc:docMk/>
            <pc:sldMk cId="3409875009" sldId="398"/>
            <ac:spMk id="2" creationId="{1275E132-BAE5-20BE-EECD-45BEF1851320}"/>
          </ac:spMkLst>
        </pc:spChg>
        <pc:spChg chg="mod">
          <ac:chgData name="Minh Đình" userId="836bd1e508d52677" providerId="LiveId" clId="{468F655E-3315-4369-908C-D48D733BCB09}" dt="2025-03-09T16:45:34.960" v="1121" actId="20577"/>
          <ac:spMkLst>
            <pc:docMk/>
            <pc:sldMk cId="3409875009" sldId="398"/>
            <ac:spMk id="3" creationId="{7F47EE85-447F-A98D-3851-19B4468022E3}"/>
          </ac:spMkLst>
        </pc:spChg>
      </pc:sldChg>
      <pc:sldChg chg="addSp delSp modSp add mod modNotesTx">
        <pc:chgData name="Minh Đình" userId="836bd1e508d52677" providerId="LiveId" clId="{468F655E-3315-4369-908C-D48D733BCB09}" dt="2025-03-09T16:49:36.328" v="1177"/>
        <pc:sldMkLst>
          <pc:docMk/>
          <pc:sldMk cId="2892415116" sldId="399"/>
        </pc:sldMkLst>
        <pc:spChg chg="mod">
          <ac:chgData name="Minh Đình" userId="836bd1e508d52677" providerId="LiveId" clId="{468F655E-3315-4369-908C-D48D733BCB09}" dt="2025-03-09T16:49:36.328" v="1177"/>
          <ac:spMkLst>
            <pc:docMk/>
            <pc:sldMk cId="2892415116" sldId="399"/>
            <ac:spMk id="2" creationId="{D1A15C51-FEF1-C2F0-7553-DDD4F4214732}"/>
          </ac:spMkLst>
        </pc:spChg>
        <pc:spChg chg="mod">
          <ac:chgData name="Minh Đình" userId="836bd1e508d52677" providerId="LiveId" clId="{468F655E-3315-4369-908C-D48D733BCB09}" dt="2025-03-09T16:47:59.759" v="1150" actId="1076"/>
          <ac:spMkLst>
            <pc:docMk/>
            <pc:sldMk cId="2892415116" sldId="399"/>
            <ac:spMk id="10" creationId="{57BE04A4-CA46-3B94-1205-D221CDE7AC4E}"/>
          </ac:spMkLst>
        </pc:spChg>
        <pc:picChg chg="del">
          <ac:chgData name="Minh Đình" userId="836bd1e508d52677" providerId="LiveId" clId="{468F655E-3315-4369-908C-D48D733BCB09}" dt="2025-03-09T16:47:03.939" v="1132" actId="478"/>
          <ac:picMkLst>
            <pc:docMk/>
            <pc:sldMk cId="2892415116" sldId="399"/>
            <ac:picMk id="3" creationId="{7DB2B83F-1403-971C-FBC5-922E619DFA03}"/>
          </ac:picMkLst>
        </pc:picChg>
        <pc:picChg chg="add mod">
          <ac:chgData name="Minh Đình" userId="836bd1e508d52677" providerId="LiveId" clId="{468F655E-3315-4369-908C-D48D733BCB09}" dt="2025-03-09T16:47:11.753" v="1136" actId="1076"/>
          <ac:picMkLst>
            <pc:docMk/>
            <pc:sldMk cId="2892415116" sldId="399"/>
            <ac:picMk id="1026" creationId="{A4612E24-40CE-B419-5396-E4F7731C8147}"/>
          </ac:picMkLst>
        </pc:picChg>
      </pc:sldChg>
      <pc:sldChg chg="modSp add mod">
        <pc:chgData name="Minh Đình" userId="836bd1e508d52677" providerId="LiveId" clId="{468F655E-3315-4369-908C-D48D733BCB09}" dt="2025-03-09T16:49:40.373" v="1185"/>
        <pc:sldMkLst>
          <pc:docMk/>
          <pc:sldMk cId="2126078221" sldId="400"/>
        </pc:sldMkLst>
        <pc:spChg chg="mod">
          <ac:chgData name="Minh Đình" userId="836bd1e508d52677" providerId="LiveId" clId="{468F655E-3315-4369-908C-D48D733BCB09}" dt="2025-03-09T16:49:40.373" v="1185"/>
          <ac:spMkLst>
            <pc:docMk/>
            <pc:sldMk cId="2126078221" sldId="400"/>
            <ac:spMk id="2" creationId="{36D92177-7221-EA6D-E8AC-32168C218B40}"/>
          </ac:spMkLst>
        </pc:spChg>
        <pc:spChg chg="mod">
          <ac:chgData name="Minh Đình" userId="836bd1e508d52677" providerId="LiveId" clId="{468F655E-3315-4369-908C-D48D733BCB09}" dt="2025-03-09T16:48:54.297" v="1167" actId="12"/>
          <ac:spMkLst>
            <pc:docMk/>
            <pc:sldMk cId="2126078221" sldId="400"/>
            <ac:spMk id="10" creationId="{C394DB2C-86E8-486A-2419-04F9121CB4B0}"/>
          </ac:spMkLst>
        </pc:spChg>
        <pc:picChg chg="mod">
          <ac:chgData name="Minh Đình" userId="836bd1e508d52677" providerId="LiveId" clId="{468F655E-3315-4369-908C-D48D733BCB09}" dt="2025-03-09T16:48:57.308" v="1169" actId="1076"/>
          <ac:picMkLst>
            <pc:docMk/>
            <pc:sldMk cId="2126078221" sldId="400"/>
            <ac:picMk id="1026" creationId="{6C1F0D9E-A7E0-B698-1E27-47D8ED29FC72}"/>
          </ac:picMkLst>
        </pc:picChg>
      </pc:sldChg>
      <pc:sldChg chg="addSp delSp modSp add mod">
        <pc:chgData name="Minh Đình" userId="836bd1e508d52677" providerId="LiveId" clId="{468F655E-3315-4369-908C-D48D733BCB09}" dt="2025-03-09T16:51:45.348" v="1264" actId="1076"/>
        <pc:sldMkLst>
          <pc:docMk/>
          <pc:sldMk cId="2589492700" sldId="401"/>
        </pc:sldMkLst>
        <pc:spChg chg="mod">
          <ac:chgData name="Minh Đình" userId="836bd1e508d52677" providerId="LiveId" clId="{468F655E-3315-4369-908C-D48D733BCB09}" dt="2025-03-09T16:49:45.816" v="1200" actId="20577"/>
          <ac:spMkLst>
            <pc:docMk/>
            <pc:sldMk cId="2589492700" sldId="401"/>
            <ac:spMk id="2" creationId="{6B695D94-2967-0448-270A-F605CDA71FD3}"/>
          </ac:spMkLst>
        </pc:spChg>
        <pc:spChg chg="add mod">
          <ac:chgData name="Minh Đình" userId="836bd1e508d52677" providerId="LiveId" clId="{468F655E-3315-4369-908C-D48D733BCB09}" dt="2025-03-09T16:51:10.615" v="1252" actId="12"/>
          <ac:spMkLst>
            <pc:docMk/>
            <pc:sldMk cId="2589492700" sldId="401"/>
            <ac:spMk id="3" creationId="{BA463947-F405-F5CF-20B5-64AD8F8AA9C3}"/>
          </ac:spMkLst>
        </pc:spChg>
        <pc:spChg chg="add del mod">
          <ac:chgData name="Minh Đình" userId="836bd1e508d52677" providerId="LiveId" clId="{468F655E-3315-4369-908C-D48D733BCB09}" dt="2025-03-09T16:51:18.726" v="1255" actId="478"/>
          <ac:spMkLst>
            <pc:docMk/>
            <pc:sldMk cId="2589492700" sldId="401"/>
            <ac:spMk id="5" creationId="{0737A472-8034-20FA-9DEF-3E3BE76F1F95}"/>
          </ac:spMkLst>
        </pc:spChg>
        <pc:spChg chg="add mod">
          <ac:chgData name="Minh Đình" userId="836bd1e508d52677" providerId="LiveId" clId="{468F655E-3315-4369-908C-D48D733BCB09}" dt="2025-03-09T16:51:45.348" v="1264" actId="1076"/>
          <ac:spMkLst>
            <pc:docMk/>
            <pc:sldMk cId="2589492700" sldId="401"/>
            <ac:spMk id="7" creationId="{DB5503F7-7B90-7B4C-B755-DE2BC9830A2A}"/>
          </ac:spMkLst>
        </pc:spChg>
        <pc:spChg chg="mod">
          <ac:chgData name="Minh Đình" userId="836bd1e508d52677" providerId="LiveId" clId="{468F655E-3315-4369-908C-D48D733BCB09}" dt="2025-03-09T16:50:09.266" v="1207" actId="2711"/>
          <ac:spMkLst>
            <pc:docMk/>
            <pc:sldMk cId="2589492700" sldId="401"/>
            <ac:spMk id="10" creationId="{6FEA3494-E428-A604-69B9-212FA26EB0C0}"/>
          </ac:spMkLst>
        </pc:spChg>
        <pc:picChg chg="del">
          <ac:chgData name="Minh Đình" userId="836bd1e508d52677" providerId="LiveId" clId="{468F655E-3315-4369-908C-D48D733BCB09}" dt="2025-03-09T16:49:48.353" v="1201" actId="478"/>
          <ac:picMkLst>
            <pc:docMk/>
            <pc:sldMk cId="2589492700" sldId="401"/>
            <ac:picMk id="1026" creationId="{7C9BEE27-3F03-BB98-7443-A716A705BF90}"/>
          </ac:picMkLst>
        </pc:picChg>
      </pc:sldChg>
      <pc:sldChg chg="addSp delSp modSp add mod">
        <pc:chgData name="Minh Đình" userId="836bd1e508d52677" providerId="LiveId" clId="{468F655E-3315-4369-908C-D48D733BCB09}" dt="2025-03-09T16:53:43.139" v="1313" actId="1076"/>
        <pc:sldMkLst>
          <pc:docMk/>
          <pc:sldMk cId="21471803" sldId="402"/>
        </pc:sldMkLst>
        <pc:spChg chg="mod">
          <ac:chgData name="Minh Đình" userId="836bd1e508d52677" providerId="LiveId" clId="{468F655E-3315-4369-908C-D48D733BCB09}" dt="2025-03-09T16:52:47.736" v="1297" actId="1036"/>
          <ac:spMkLst>
            <pc:docMk/>
            <pc:sldMk cId="21471803" sldId="402"/>
            <ac:spMk id="3" creationId="{C70680E1-CDB3-0ACB-A084-26544CADFCA5}"/>
          </ac:spMkLst>
        </pc:spChg>
        <pc:spChg chg="add mod">
          <ac:chgData name="Minh Đình" userId="836bd1e508d52677" providerId="LiveId" clId="{468F655E-3315-4369-908C-D48D733BCB09}" dt="2025-03-09T16:53:43.139" v="1313" actId="1076"/>
          <ac:spMkLst>
            <pc:docMk/>
            <pc:sldMk cId="21471803" sldId="402"/>
            <ac:spMk id="4" creationId="{7127B352-346F-3EFC-C191-F99F0C351641}"/>
          </ac:spMkLst>
        </pc:spChg>
        <pc:spChg chg="mod">
          <ac:chgData name="Minh Đình" userId="836bd1e508d52677" providerId="LiveId" clId="{468F655E-3315-4369-908C-D48D733BCB09}" dt="2025-03-09T16:52:52.502" v="1301" actId="1036"/>
          <ac:spMkLst>
            <pc:docMk/>
            <pc:sldMk cId="21471803" sldId="402"/>
            <ac:spMk id="7" creationId="{00D4FA0F-BE89-0D25-824C-7D79EE99DEEB}"/>
          </ac:spMkLst>
        </pc:spChg>
        <pc:spChg chg="del">
          <ac:chgData name="Minh Đình" userId="836bd1e508d52677" providerId="LiveId" clId="{468F655E-3315-4369-908C-D48D733BCB09}" dt="2025-03-09T16:51:50.571" v="1266" actId="478"/>
          <ac:spMkLst>
            <pc:docMk/>
            <pc:sldMk cId="21471803" sldId="402"/>
            <ac:spMk id="10" creationId="{5A84A55C-DCE0-AC94-CEA8-DB5C22A48A71}"/>
          </ac:spMkLst>
        </pc:spChg>
      </pc:sldChg>
      <pc:sldChg chg="delSp modSp add mod">
        <pc:chgData name="Minh Đình" userId="836bd1e508d52677" providerId="LiveId" clId="{468F655E-3315-4369-908C-D48D733BCB09}" dt="2025-03-09T16:56:43.845" v="1431" actId="1076"/>
        <pc:sldMkLst>
          <pc:docMk/>
          <pc:sldMk cId="4077254030" sldId="403"/>
        </pc:sldMkLst>
        <pc:spChg chg="mod">
          <ac:chgData name="Minh Đình" userId="836bd1e508d52677" providerId="LiveId" clId="{468F655E-3315-4369-908C-D48D733BCB09}" dt="2025-03-09T16:54:08.560" v="1340" actId="20577"/>
          <ac:spMkLst>
            <pc:docMk/>
            <pc:sldMk cId="4077254030" sldId="403"/>
            <ac:spMk id="2" creationId="{01203D51-66E4-9BC7-5135-2F9E4D8C4688}"/>
          </ac:spMkLst>
        </pc:spChg>
        <pc:spChg chg="mod">
          <ac:chgData name="Minh Đình" userId="836bd1e508d52677" providerId="LiveId" clId="{468F655E-3315-4369-908C-D48D733BCB09}" dt="2025-03-09T16:56:40.459" v="1430" actId="6549"/>
          <ac:spMkLst>
            <pc:docMk/>
            <pc:sldMk cId="4077254030" sldId="403"/>
            <ac:spMk id="3" creationId="{AC518E6A-1D03-C7E2-3AA3-4BF7D7057DB7}"/>
          </ac:spMkLst>
        </pc:spChg>
        <pc:spChg chg="del">
          <ac:chgData name="Minh Đình" userId="836bd1e508d52677" providerId="LiveId" clId="{468F655E-3315-4369-908C-D48D733BCB09}" dt="2025-03-09T16:55:34.056" v="1396" actId="478"/>
          <ac:spMkLst>
            <pc:docMk/>
            <pc:sldMk cId="4077254030" sldId="403"/>
            <ac:spMk id="4" creationId="{194AD1F3-0913-71DA-87E9-201C1B579769}"/>
          </ac:spMkLst>
        </pc:spChg>
        <pc:spChg chg="mod">
          <ac:chgData name="Minh Đình" userId="836bd1e508d52677" providerId="LiveId" clId="{468F655E-3315-4369-908C-D48D733BCB09}" dt="2025-03-09T16:56:43.845" v="1431" actId="1076"/>
          <ac:spMkLst>
            <pc:docMk/>
            <pc:sldMk cId="4077254030" sldId="403"/>
            <ac:spMk id="7" creationId="{E2C5A6DB-65D9-EEB5-266D-A0C42CB35834}"/>
          </ac:spMkLst>
        </pc:spChg>
      </pc:sldChg>
      <pc:sldChg chg="addSp modSp add mod">
        <pc:chgData name="Minh Đình" userId="836bd1e508d52677" providerId="LiveId" clId="{468F655E-3315-4369-908C-D48D733BCB09}" dt="2025-03-09T16:59:15.764" v="1475" actId="1076"/>
        <pc:sldMkLst>
          <pc:docMk/>
          <pc:sldMk cId="607297172" sldId="404"/>
        </pc:sldMkLst>
        <pc:spChg chg="mod">
          <ac:chgData name="Minh Đình" userId="836bd1e508d52677" providerId="LiveId" clId="{468F655E-3315-4369-908C-D48D733BCB09}" dt="2025-03-09T16:59:15.764" v="1475" actId="1076"/>
          <ac:spMkLst>
            <pc:docMk/>
            <pc:sldMk cId="607297172" sldId="404"/>
            <ac:spMk id="3" creationId="{E844C9A9-AB9D-E559-7025-399DBF6FAE42}"/>
          </ac:spMkLst>
        </pc:spChg>
        <pc:spChg chg="add">
          <ac:chgData name="Minh Đình" userId="836bd1e508d52677" providerId="LiveId" clId="{468F655E-3315-4369-908C-D48D733BCB09}" dt="2025-03-09T16:57:47.001" v="1448"/>
          <ac:spMkLst>
            <pc:docMk/>
            <pc:sldMk cId="607297172" sldId="404"/>
            <ac:spMk id="4" creationId="{7601451A-1152-5322-EFD9-094FEB8691A7}"/>
          </ac:spMkLst>
        </pc:spChg>
        <pc:spChg chg="mod">
          <ac:chgData name="Minh Đình" userId="836bd1e508d52677" providerId="LiveId" clId="{468F655E-3315-4369-908C-D48D733BCB09}" dt="2025-03-09T16:58:50.751" v="1471" actId="1076"/>
          <ac:spMkLst>
            <pc:docMk/>
            <pc:sldMk cId="607297172" sldId="404"/>
            <ac:spMk id="7" creationId="{98BAE162-A197-46CE-801E-223C81F6FC80}"/>
          </ac:spMkLst>
        </pc:spChg>
      </pc:sldChg>
      <pc:sldChg chg="modSp add mod ord">
        <pc:chgData name="Minh Đình" userId="836bd1e508d52677" providerId="LiveId" clId="{468F655E-3315-4369-908C-D48D733BCB09}" dt="2025-03-09T16:58:10.608" v="1456"/>
        <pc:sldMkLst>
          <pc:docMk/>
          <pc:sldMk cId="1227119072" sldId="405"/>
        </pc:sldMkLst>
        <pc:spChg chg="mod">
          <ac:chgData name="Minh Đình" userId="836bd1e508d52677" providerId="LiveId" clId="{468F655E-3315-4369-908C-D48D733BCB09}" dt="2025-03-09T16:58:08.851" v="1454" actId="1076"/>
          <ac:spMkLst>
            <pc:docMk/>
            <pc:sldMk cId="1227119072" sldId="405"/>
            <ac:spMk id="3" creationId="{2DCE5F82-5AC3-EAFB-9FDF-D1DDA24A00A8}"/>
          </ac:spMkLst>
        </pc:spChg>
        <pc:spChg chg="mod">
          <ac:chgData name="Minh Đình" userId="836bd1e508d52677" providerId="LiveId" clId="{468F655E-3315-4369-908C-D48D733BCB09}" dt="2025-03-09T16:57:58.820" v="1451" actId="1076"/>
          <ac:spMkLst>
            <pc:docMk/>
            <pc:sldMk cId="1227119072" sldId="405"/>
            <ac:spMk id="7" creationId="{B5DD8045-D281-F073-1394-247DA3BE36E8}"/>
          </ac:spMkLst>
        </pc:spChg>
      </pc:sldChg>
      <pc:sldChg chg="modSp add mod">
        <pc:chgData name="Minh Đình" userId="836bd1e508d52677" providerId="LiveId" clId="{468F655E-3315-4369-908C-D48D733BCB09}" dt="2025-03-09T17:01:15.013" v="1508" actId="20577"/>
        <pc:sldMkLst>
          <pc:docMk/>
          <pc:sldMk cId="1421131604" sldId="406"/>
        </pc:sldMkLst>
        <pc:spChg chg="mod">
          <ac:chgData name="Minh Đình" userId="836bd1e508d52677" providerId="LiveId" clId="{468F655E-3315-4369-908C-D48D733BCB09}" dt="2025-03-09T16:59:42.739" v="1482" actId="20577"/>
          <ac:spMkLst>
            <pc:docMk/>
            <pc:sldMk cId="1421131604" sldId="406"/>
            <ac:spMk id="2" creationId="{E47121DD-EA50-E55B-D696-93FF1C08E9DD}"/>
          </ac:spMkLst>
        </pc:spChg>
        <pc:spChg chg="mod">
          <ac:chgData name="Minh Đình" userId="836bd1e508d52677" providerId="LiveId" clId="{468F655E-3315-4369-908C-D48D733BCB09}" dt="2025-03-09T17:01:15.013" v="1508" actId="20577"/>
          <ac:spMkLst>
            <pc:docMk/>
            <pc:sldMk cId="1421131604" sldId="406"/>
            <ac:spMk id="3" creationId="{DCE5F83B-C7E1-23CF-FCAE-D06AC7F51D1C}"/>
          </ac:spMkLst>
        </pc:spChg>
        <pc:spChg chg="mod">
          <ac:chgData name="Minh Đình" userId="836bd1e508d52677" providerId="LiveId" clId="{468F655E-3315-4369-908C-D48D733BCB09}" dt="2025-03-09T17:01:08.325" v="1505" actId="1076"/>
          <ac:spMkLst>
            <pc:docMk/>
            <pc:sldMk cId="1421131604" sldId="406"/>
            <ac:spMk id="7" creationId="{180F10BF-9B16-88F3-C235-7ECEF72FC434}"/>
          </ac:spMkLst>
        </pc:spChg>
      </pc:sldChg>
      <pc:sldChg chg="delSp modSp add mod modNotesTx">
        <pc:chgData name="Minh Đình" userId="836bd1e508d52677" providerId="LiveId" clId="{468F655E-3315-4369-908C-D48D733BCB09}" dt="2025-03-09T17:20:49.753" v="1834" actId="20577"/>
        <pc:sldMkLst>
          <pc:docMk/>
          <pc:sldMk cId="2852877726" sldId="407"/>
        </pc:sldMkLst>
        <pc:spChg chg="mod">
          <ac:chgData name="Minh Đình" userId="836bd1e508d52677" providerId="LiveId" clId="{468F655E-3315-4369-908C-D48D733BCB09}" dt="2025-03-09T17:02:16.879" v="1533" actId="20577"/>
          <ac:spMkLst>
            <pc:docMk/>
            <pc:sldMk cId="2852877726" sldId="407"/>
            <ac:spMk id="2" creationId="{7B437F38-CF35-74C1-FEE9-99FF1C9ABA43}"/>
          </ac:spMkLst>
        </pc:spChg>
        <pc:spChg chg="mod">
          <ac:chgData name="Minh Đình" userId="836bd1e508d52677" providerId="LiveId" clId="{468F655E-3315-4369-908C-D48D733BCB09}" dt="2025-03-09T17:06:13.924" v="1635" actId="1076"/>
          <ac:spMkLst>
            <pc:docMk/>
            <pc:sldMk cId="2852877726" sldId="407"/>
            <ac:spMk id="3" creationId="{6E6F477E-9989-7649-8741-90E25C183959}"/>
          </ac:spMkLst>
        </pc:spChg>
        <pc:spChg chg="del">
          <ac:chgData name="Minh Đình" userId="836bd1e508d52677" providerId="LiveId" clId="{468F655E-3315-4369-908C-D48D733BCB09}" dt="2025-03-09T17:02:19.203" v="1534" actId="478"/>
          <ac:spMkLst>
            <pc:docMk/>
            <pc:sldMk cId="2852877726" sldId="407"/>
            <ac:spMk id="7" creationId="{A1B13849-B8DC-639D-D1C2-41A1D923DD36}"/>
          </ac:spMkLst>
        </pc:spChg>
      </pc:sldChg>
      <pc:sldChg chg="modSp add mod">
        <pc:chgData name="Minh Đình" userId="836bd1e508d52677" providerId="LiveId" clId="{468F655E-3315-4369-908C-D48D733BCB09}" dt="2025-03-09T17:05:12.368" v="1622" actId="20577"/>
        <pc:sldMkLst>
          <pc:docMk/>
          <pc:sldMk cId="3283453739" sldId="408"/>
        </pc:sldMkLst>
        <pc:spChg chg="mod">
          <ac:chgData name="Minh Đình" userId="836bd1e508d52677" providerId="LiveId" clId="{468F655E-3315-4369-908C-D48D733BCB09}" dt="2025-03-09T17:03:53.732" v="1570" actId="14100"/>
          <ac:spMkLst>
            <pc:docMk/>
            <pc:sldMk cId="3283453739" sldId="408"/>
            <ac:spMk id="2" creationId="{75CE4FB7-561F-A582-2310-28E351849F4E}"/>
          </ac:spMkLst>
        </pc:spChg>
        <pc:spChg chg="mod">
          <ac:chgData name="Minh Đình" userId="836bd1e508d52677" providerId="LiveId" clId="{468F655E-3315-4369-908C-D48D733BCB09}" dt="2025-03-09T17:05:12.368" v="1622" actId="20577"/>
          <ac:spMkLst>
            <pc:docMk/>
            <pc:sldMk cId="3283453739" sldId="408"/>
            <ac:spMk id="3" creationId="{208F3EEF-395E-8D22-E5FD-02231011C835}"/>
          </ac:spMkLst>
        </pc:spChg>
        <pc:spChg chg="mod">
          <ac:chgData name="Minh Đình" userId="836bd1e508d52677" providerId="LiveId" clId="{468F655E-3315-4369-908C-D48D733BCB09}" dt="2025-03-09T17:04:37.854" v="1580" actId="14100"/>
          <ac:spMkLst>
            <pc:docMk/>
            <pc:sldMk cId="3283453739" sldId="408"/>
            <ac:spMk id="7" creationId="{0D665FC9-AC71-EBCB-BD48-8FAE0A059D00}"/>
          </ac:spMkLst>
        </pc:spChg>
        <pc:spChg chg="mod">
          <ac:chgData name="Minh Đình" userId="836bd1e508d52677" providerId="LiveId" clId="{468F655E-3315-4369-908C-D48D733BCB09}" dt="2025-03-09T17:04:04.860" v="1572"/>
          <ac:spMkLst>
            <pc:docMk/>
            <pc:sldMk cId="3283453739" sldId="408"/>
            <ac:spMk id="10" creationId="{B854ED25-C958-2A30-DBD9-1FF34D74E795}"/>
          </ac:spMkLst>
        </pc:spChg>
      </pc:sldChg>
      <pc:sldChg chg="addSp delSp modSp add mod">
        <pc:chgData name="Minh Đình" userId="836bd1e508d52677" providerId="LiveId" clId="{468F655E-3315-4369-908C-D48D733BCB09}" dt="2025-03-09T17:06:48.961" v="1645" actId="1076"/>
        <pc:sldMkLst>
          <pc:docMk/>
          <pc:sldMk cId="4221112515" sldId="409"/>
        </pc:sldMkLst>
        <pc:spChg chg="mod">
          <ac:chgData name="Minh Đình" userId="836bd1e508d52677" providerId="LiveId" clId="{468F655E-3315-4369-908C-D48D733BCB09}" dt="2025-03-09T17:06:45.381" v="1644" actId="6549"/>
          <ac:spMkLst>
            <pc:docMk/>
            <pc:sldMk cId="4221112515" sldId="409"/>
            <ac:spMk id="3" creationId="{FD77BE6B-FFEA-8D19-9363-1058709FDE8F}"/>
          </ac:spMkLst>
        </pc:spChg>
        <pc:spChg chg="mod">
          <ac:chgData name="Minh Đình" userId="836bd1e508d52677" providerId="LiveId" clId="{468F655E-3315-4369-908C-D48D733BCB09}" dt="2025-03-09T17:06:48.961" v="1645" actId="1076"/>
          <ac:spMkLst>
            <pc:docMk/>
            <pc:sldMk cId="4221112515" sldId="409"/>
            <ac:spMk id="7" creationId="{0A397620-C89C-294C-AA24-8FEE5EFB8EA9}"/>
          </ac:spMkLst>
        </pc:spChg>
        <pc:spChg chg="add del">
          <ac:chgData name="Minh Đình" userId="836bd1e508d52677" providerId="LiveId" clId="{468F655E-3315-4369-908C-D48D733BCB09}" dt="2025-03-09T17:04:52.380" v="1583" actId="478"/>
          <ac:spMkLst>
            <pc:docMk/>
            <pc:sldMk cId="4221112515" sldId="409"/>
            <ac:spMk id="10" creationId="{DE287001-E243-8B8E-B949-98DA4B00E602}"/>
          </ac:spMkLst>
        </pc:spChg>
      </pc:sldChg>
      <pc:sldChg chg="modSp add mod modNotesTx">
        <pc:chgData name="Minh Đình" userId="836bd1e508d52677" providerId="LiveId" clId="{468F655E-3315-4369-908C-D48D733BCB09}" dt="2025-03-10T02:58:08.884" v="1849" actId="6549"/>
        <pc:sldMkLst>
          <pc:docMk/>
          <pc:sldMk cId="2105654139" sldId="410"/>
        </pc:sldMkLst>
        <pc:spChg chg="mod">
          <ac:chgData name="Minh Đình" userId="836bd1e508d52677" providerId="LiveId" clId="{468F655E-3315-4369-908C-D48D733BCB09}" dt="2025-03-09T17:09:54.527" v="1669" actId="14100"/>
          <ac:spMkLst>
            <pc:docMk/>
            <pc:sldMk cId="2105654139" sldId="410"/>
            <ac:spMk id="2" creationId="{240B0A53-3D05-A5B1-72B4-DD01F5E64C54}"/>
          </ac:spMkLst>
        </pc:spChg>
        <pc:spChg chg="mod">
          <ac:chgData name="Minh Đình" userId="836bd1e508d52677" providerId="LiveId" clId="{468F655E-3315-4369-908C-D48D733BCB09}" dt="2025-03-09T17:12:00.951" v="1736" actId="2711"/>
          <ac:spMkLst>
            <pc:docMk/>
            <pc:sldMk cId="2105654139" sldId="410"/>
            <ac:spMk id="3" creationId="{0CBA5582-4506-112E-0A4E-2956709A7D71}"/>
          </ac:spMkLst>
        </pc:spChg>
        <pc:spChg chg="mod">
          <ac:chgData name="Minh Đình" userId="836bd1e508d52677" providerId="LiveId" clId="{468F655E-3315-4369-908C-D48D733BCB09}" dt="2025-03-09T17:11:53.207" v="1734" actId="1076"/>
          <ac:spMkLst>
            <pc:docMk/>
            <pc:sldMk cId="2105654139" sldId="410"/>
            <ac:spMk id="7" creationId="{DB899850-36A0-CC87-B7DB-2B44AA2EA177}"/>
          </ac:spMkLst>
        </pc:spChg>
        <pc:spChg chg="mod">
          <ac:chgData name="Minh Đình" userId="836bd1e508d52677" providerId="LiveId" clId="{468F655E-3315-4369-908C-D48D733BCB09}" dt="2025-03-09T17:10:25.561" v="1678" actId="2711"/>
          <ac:spMkLst>
            <pc:docMk/>
            <pc:sldMk cId="2105654139" sldId="410"/>
            <ac:spMk id="10" creationId="{3A33F6CE-464B-01B2-EBA2-CC4B8688AEEB}"/>
          </ac:spMkLst>
        </pc:spChg>
      </pc:sldChg>
      <pc:sldChg chg="addSp delSp modSp add mod">
        <pc:chgData name="Minh Đình" userId="836bd1e508d52677" providerId="LiveId" clId="{468F655E-3315-4369-908C-D48D733BCB09}" dt="2025-03-09T17:13:31.382" v="1775" actId="1076"/>
        <pc:sldMkLst>
          <pc:docMk/>
          <pc:sldMk cId="877562500" sldId="411"/>
        </pc:sldMkLst>
        <pc:spChg chg="mod">
          <ac:chgData name="Minh Đình" userId="836bd1e508d52677" providerId="LiveId" clId="{468F655E-3315-4369-908C-D48D733BCB09}" dt="2025-03-09T17:13:29.505" v="1774" actId="1076"/>
          <ac:spMkLst>
            <pc:docMk/>
            <pc:sldMk cId="877562500" sldId="411"/>
            <ac:spMk id="3" creationId="{4873E5FD-16CF-3B6D-3ADF-22C6F1655E4B}"/>
          </ac:spMkLst>
        </pc:spChg>
        <pc:spChg chg="add">
          <ac:chgData name="Minh Đình" userId="836bd1e508d52677" providerId="LiveId" clId="{468F655E-3315-4369-908C-D48D733BCB09}" dt="2025-03-09T17:13:20.283" v="1769"/>
          <ac:spMkLst>
            <pc:docMk/>
            <pc:sldMk cId="877562500" sldId="411"/>
            <ac:spMk id="4" creationId="{C50B0E96-0996-6114-5213-94AEF5698384}"/>
          </ac:spMkLst>
        </pc:spChg>
        <pc:spChg chg="mod">
          <ac:chgData name="Minh Đình" userId="836bd1e508d52677" providerId="LiveId" clId="{468F655E-3315-4369-908C-D48D733BCB09}" dt="2025-03-09T17:13:31.382" v="1775" actId="1076"/>
          <ac:spMkLst>
            <pc:docMk/>
            <pc:sldMk cId="877562500" sldId="411"/>
            <ac:spMk id="7" creationId="{27A6F584-99C6-2334-7B63-C5372E43699D}"/>
          </ac:spMkLst>
        </pc:spChg>
        <pc:spChg chg="del">
          <ac:chgData name="Minh Đình" userId="836bd1e508d52677" providerId="LiveId" clId="{468F655E-3315-4369-908C-D48D733BCB09}" dt="2025-03-09T17:12:52.472" v="1759" actId="478"/>
          <ac:spMkLst>
            <pc:docMk/>
            <pc:sldMk cId="877562500" sldId="411"/>
            <ac:spMk id="10" creationId="{F3F96E10-9D30-023E-7403-07191E6F052C}"/>
          </ac:spMkLst>
        </pc:spChg>
      </pc:sldChg>
      <pc:sldChg chg="modSp add mod">
        <pc:chgData name="Minh Đình" userId="836bd1e508d52677" providerId="LiveId" clId="{468F655E-3315-4369-908C-D48D733BCB09}" dt="2025-03-09T17:15:24.283" v="1810" actId="2711"/>
        <pc:sldMkLst>
          <pc:docMk/>
          <pc:sldMk cId="665638602" sldId="412"/>
        </pc:sldMkLst>
        <pc:spChg chg="mod">
          <ac:chgData name="Minh Đình" userId="836bd1e508d52677" providerId="LiveId" clId="{468F655E-3315-4369-908C-D48D733BCB09}" dt="2025-03-09T17:13:54.484" v="1782" actId="20577"/>
          <ac:spMkLst>
            <pc:docMk/>
            <pc:sldMk cId="665638602" sldId="412"/>
            <ac:spMk id="2" creationId="{DB320AD2-B360-1C5A-CF09-9A1EB8856630}"/>
          </ac:spMkLst>
        </pc:spChg>
        <pc:spChg chg="mod">
          <ac:chgData name="Minh Đình" userId="836bd1e508d52677" providerId="LiveId" clId="{468F655E-3315-4369-908C-D48D733BCB09}" dt="2025-03-09T17:15:24.283" v="1810" actId="2711"/>
          <ac:spMkLst>
            <pc:docMk/>
            <pc:sldMk cId="665638602" sldId="412"/>
            <ac:spMk id="3" creationId="{6A526173-FD63-FF5F-E766-2C2502AAFD4D}"/>
          </ac:spMkLst>
        </pc:spChg>
        <pc:spChg chg="mod">
          <ac:chgData name="Minh Đình" userId="836bd1e508d52677" providerId="LiveId" clId="{468F655E-3315-4369-908C-D48D733BCB09}" dt="2025-03-09T17:15:19.235" v="1809" actId="1076"/>
          <ac:spMkLst>
            <pc:docMk/>
            <pc:sldMk cId="665638602" sldId="412"/>
            <ac:spMk id="7" creationId="{7AE93E5C-323E-3634-596B-17B6E4F0FE9C}"/>
          </ac:spMkLst>
        </pc:spChg>
      </pc:sldChg>
    </pc:docChg>
  </pc:docChgLst>
  <pc:docChgLst>
    <pc:chgData name="Minh Đình" userId="836bd1e508d52677" providerId="LiveId" clId="{5E619B4A-AE3E-4707-8B2A-E4AD25122968}"/>
    <pc:docChg chg="undo custSel addSld delSld modSld sldOrd">
      <pc:chgData name="Minh Đình" userId="836bd1e508d52677" providerId="LiveId" clId="{5E619B4A-AE3E-4707-8B2A-E4AD25122968}" dt="2025-03-09T13:27:10.216" v="2353" actId="20577"/>
      <pc:docMkLst>
        <pc:docMk/>
      </pc:docMkLst>
      <pc:sldChg chg="modSp mod">
        <pc:chgData name="Minh Đình" userId="836bd1e508d52677" providerId="LiveId" clId="{5E619B4A-AE3E-4707-8B2A-E4AD25122968}" dt="2025-03-02T16:54:25.348" v="451" actId="20577"/>
        <pc:sldMkLst>
          <pc:docMk/>
          <pc:sldMk cId="345753689" sldId="256"/>
        </pc:sldMkLst>
        <pc:spChg chg="mod">
          <ac:chgData name="Minh Đình" userId="836bd1e508d52677" providerId="LiveId" clId="{5E619B4A-AE3E-4707-8B2A-E4AD25122968}" dt="2025-03-02T16:54:25.348" v="451" actId="20577"/>
          <ac:spMkLst>
            <pc:docMk/>
            <pc:sldMk cId="345753689" sldId="256"/>
            <ac:spMk id="4" creationId="{DB3A15CA-E8F9-8934-82F2-7178AD31101E}"/>
          </ac:spMkLst>
        </pc:spChg>
      </pc:sldChg>
      <pc:sldChg chg="del">
        <pc:chgData name="Minh Đình" userId="836bd1e508d52677" providerId="LiveId" clId="{5E619B4A-AE3E-4707-8B2A-E4AD25122968}" dt="2025-03-02T16:53:53.641" v="389" actId="47"/>
        <pc:sldMkLst>
          <pc:docMk/>
          <pc:sldMk cId="2694637366" sldId="336"/>
        </pc:sldMkLst>
      </pc:sldChg>
      <pc:sldChg chg="del">
        <pc:chgData name="Minh Đình" userId="836bd1e508d52677" providerId="LiveId" clId="{5E619B4A-AE3E-4707-8B2A-E4AD25122968}" dt="2025-03-02T16:53:56.906" v="395" actId="47"/>
        <pc:sldMkLst>
          <pc:docMk/>
          <pc:sldMk cId="3903432784" sldId="337"/>
        </pc:sldMkLst>
      </pc:sldChg>
      <pc:sldChg chg="del">
        <pc:chgData name="Minh Đình" userId="836bd1e508d52677" providerId="LiveId" clId="{5E619B4A-AE3E-4707-8B2A-E4AD25122968}" dt="2025-03-02T16:53:57.370" v="396" actId="47"/>
        <pc:sldMkLst>
          <pc:docMk/>
          <pc:sldMk cId="512646845" sldId="338"/>
        </pc:sldMkLst>
      </pc:sldChg>
      <pc:sldChg chg="del">
        <pc:chgData name="Minh Đình" userId="836bd1e508d52677" providerId="LiveId" clId="{5E619B4A-AE3E-4707-8B2A-E4AD25122968}" dt="2025-03-02T16:53:57.843" v="397" actId="47"/>
        <pc:sldMkLst>
          <pc:docMk/>
          <pc:sldMk cId="4151899137" sldId="339"/>
        </pc:sldMkLst>
      </pc:sldChg>
      <pc:sldChg chg="addSp delSp modSp mod modNotesTx">
        <pc:chgData name="Minh Đình" userId="836bd1e508d52677" providerId="LiveId" clId="{5E619B4A-AE3E-4707-8B2A-E4AD25122968}" dt="2025-03-09T13:26:48.408" v="2350" actId="20577"/>
        <pc:sldMkLst>
          <pc:docMk/>
          <pc:sldMk cId="2354964483" sldId="340"/>
        </pc:sldMkLst>
        <pc:spChg chg="mod">
          <ac:chgData name="Minh Đình" userId="836bd1e508d52677" providerId="LiveId" clId="{5E619B4A-AE3E-4707-8B2A-E4AD25122968}" dt="2025-03-02T18:00:33.392" v="1138" actId="20577"/>
          <ac:spMkLst>
            <pc:docMk/>
            <pc:sldMk cId="2354964483" sldId="340"/>
            <ac:spMk id="2" creationId="{0AAA35CF-EE04-3072-2794-8E37FEDF4650}"/>
          </ac:spMkLst>
        </pc:spChg>
        <pc:spChg chg="mod">
          <ac:chgData name="Minh Đình" userId="836bd1e508d52677" providerId="LiveId" clId="{5E619B4A-AE3E-4707-8B2A-E4AD25122968}" dt="2025-03-02T18:57:31.022" v="2094" actId="1076"/>
          <ac:spMkLst>
            <pc:docMk/>
            <pc:sldMk cId="2354964483" sldId="340"/>
            <ac:spMk id="10" creationId="{CEF5A8A1-15AE-04A6-E970-7C3A3F4E15CA}"/>
          </ac:spMkLst>
        </pc:spChg>
      </pc:sldChg>
      <pc:sldChg chg="addSp delSp modSp mod modNotesTx">
        <pc:chgData name="Minh Đình" userId="836bd1e508d52677" providerId="LiveId" clId="{5E619B4A-AE3E-4707-8B2A-E4AD25122968}" dt="2025-03-02T16:56:25.139" v="493" actId="2711"/>
        <pc:sldMkLst>
          <pc:docMk/>
          <pc:sldMk cId="1772134238" sldId="341"/>
        </pc:sldMkLst>
      </pc:sldChg>
      <pc:sldChg chg="del">
        <pc:chgData name="Minh Đình" userId="836bd1e508d52677" providerId="LiveId" clId="{5E619B4A-AE3E-4707-8B2A-E4AD25122968}" dt="2025-03-02T16:48:03.695" v="298" actId="47"/>
        <pc:sldMkLst>
          <pc:docMk/>
          <pc:sldMk cId="1993788489" sldId="342"/>
        </pc:sldMkLst>
      </pc:sldChg>
      <pc:sldChg chg="del">
        <pc:chgData name="Minh Đình" userId="836bd1e508d52677" providerId="LiveId" clId="{5E619B4A-AE3E-4707-8B2A-E4AD25122968}" dt="2025-03-02T16:53:54.419" v="390" actId="47"/>
        <pc:sldMkLst>
          <pc:docMk/>
          <pc:sldMk cId="3422989575" sldId="343"/>
        </pc:sldMkLst>
      </pc:sldChg>
      <pc:sldChg chg="del">
        <pc:chgData name="Minh Đình" userId="836bd1e508d52677" providerId="LiveId" clId="{5E619B4A-AE3E-4707-8B2A-E4AD25122968}" dt="2025-03-02T16:53:54.974" v="391" actId="47"/>
        <pc:sldMkLst>
          <pc:docMk/>
          <pc:sldMk cId="508656084" sldId="344"/>
        </pc:sldMkLst>
      </pc:sldChg>
      <pc:sldChg chg="del">
        <pc:chgData name="Minh Đình" userId="836bd1e508d52677" providerId="LiveId" clId="{5E619B4A-AE3E-4707-8B2A-E4AD25122968}" dt="2025-03-02T16:53:55.967" v="393" actId="47"/>
        <pc:sldMkLst>
          <pc:docMk/>
          <pc:sldMk cId="3855095751" sldId="345"/>
        </pc:sldMkLst>
      </pc:sldChg>
      <pc:sldChg chg="del">
        <pc:chgData name="Minh Đình" userId="836bd1e508d52677" providerId="LiveId" clId="{5E619B4A-AE3E-4707-8B2A-E4AD25122968}" dt="2025-03-02T16:53:55.452" v="392" actId="47"/>
        <pc:sldMkLst>
          <pc:docMk/>
          <pc:sldMk cId="2033096166" sldId="346"/>
        </pc:sldMkLst>
      </pc:sldChg>
      <pc:sldChg chg="del">
        <pc:chgData name="Minh Đình" userId="836bd1e508d52677" providerId="LiveId" clId="{5E619B4A-AE3E-4707-8B2A-E4AD25122968}" dt="2025-03-02T16:53:56.456" v="394" actId="47"/>
        <pc:sldMkLst>
          <pc:docMk/>
          <pc:sldMk cId="4190792281" sldId="347"/>
        </pc:sldMkLst>
      </pc:sldChg>
      <pc:sldChg chg="del">
        <pc:chgData name="Minh Đình" userId="836bd1e508d52677" providerId="LiveId" clId="{5E619B4A-AE3E-4707-8B2A-E4AD25122968}" dt="2025-03-02T16:53:58.772" v="399" actId="47"/>
        <pc:sldMkLst>
          <pc:docMk/>
          <pc:sldMk cId="988199101" sldId="348"/>
        </pc:sldMkLst>
      </pc:sldChg>
      <pc:sldChg chg="del">
        <pc:chgData name="Minh Đình" userId="836bd1e508d52677" providerId="LiveId" clId="{5E619B4A-AE3E-4707-8B2A-E4AD25122968}" dt="2025-03-02T16:53:58.310" v="398" actId="47"/>
        <pc:sldMkLst>
          <pc:docMk/>
          <pc:sldMk cId="384334566" sldId="349"/>
        </pc:sldMkLst>
      </pc:sldChg>
      <pc:sldChg chg="del">
        <pc:chgData name="Minh Đình" userId="836bd1e508d52677" providerId="LiveId" clId="{5E619B4A-AE3E-4707-8B2A-E4AD25122968}" dt="2025-03-02T16:54:00.118" v="402" actId="47"/>
        <pc:sldMkLst>
          <pc:docMk/>
          <pc:sldMk cId="280278997" sldId="350"/>
        </pc:sldMkLst>
      </pc:sldChg>
      <pc:sldChg chg="del">
        <pc:chgData name="Minh Đình" userId="836bd1e508d52677" providerId="LiveId" clId="{5E619B4A-AE3E-4707-8B2A-E4AD25122968}" dt="2025-03-02T16:54:00.554" v="403" actId="47"/>
        <pc:sldMkLst>
          <pc:docMk/>
          <pc:sldMk cId="1183573575" sldId="351"/>
        </pc:sldMkLst>
      </pc:sldChg>
      <pc:sldChg chg="del">
        <pc:chgData name="Minh Đình" userId="836bd1e508d52677" providerId="LiveId" clId="{5E619B4A-AE3E-4707-8B2A-E4AD25122968}" dt="2025-03-02T16:53:59.154" v="400" actId="47"/>
        <pc:sldMkLst>
          <pc:docMk/>
          <pc:sldMk cId="3042721552" sldId="352"/>
        </pc:sldMkLst>
      </pc:sldChg>
      <pc:sldChg chg="del">
        <pc:chgData name="Minh Đình" userId="836bd1e508d52677" providerId="LiveId" clId="{5E619B4A-AE3E-4707-8B2A-E4AD25122968}" dt="2025-03-02T16:53:59.630" v="401" actId="47"/>
        <pc:sldMkLst>
          <pc:docMk/>
          <pc:sldMk cId="2891411740" sldId="353"/>
        </pc:sldMkLst>
      </pc:sldChg>
      <pc:sldChg chg="del">
        <pc:chgData name="Minh Đình" userId="836bd1e508d52677" providerId="LiveId" clId="{5E619B4A-AE3E-4707-8B2A-E4AD25122968}" dt="2025-03-02T16:54:03.492" v="410" actId="47"/>
        <pc:sldMkLst>
          <pc:docMk/>
          <pc:sldMk cId="1551123961" sldId="354"/>
        </pc:sldMkLst>
      </pc:sldChg>
      <pc:sldChg chg="del">
        <pc:chgData name="Minh Đình" userId="836bd1e508d52677" providerId="LiveId" clId="{5E619B4A-AE3E-4707-8B2A-E4AD25122968}" dt="2025-03-02T16:54:00.973" v="404" actId="47"/>
        <pc:sldMkLst>
          <pc:docMk/>
          <pc:sldMk cId="697786793" sldId="355"/>
        </pc:sldMkLst>
      </pc:sldChg>
      <pc:sldChg chg="del">
        <pc:chgData name="Minh Đình" userId="836bd1e508d52677" providerId="LiveId" clId="{5E619B4A-AE3E-4707-8B2A-E4AD25122968}" dt="2025-03-02T16:54:01.396" v="405" actId="47"/>
        <pc:sldMkLst>
          <pc:docMk/>
          <pc:sldMk cId="3539241077" sldId="357"/>
        </pc:sldMkLst>
      </pc:sldChg>
      <pc:sldChg chg="del">
        <pc:chgData name="Minh Đình" userId="836bd1e508d52677" providerId="LiveId" clId="{5E619B4A-AE3E-4707-8B2A-E4AD25122968}" dt="2025-03-02T16:54:01.874" v="406" actId="47"/>
        <pc:sldMkLst>
          <pc:docMk/>
          <pc:sldMk cId="307457502" sldId="358"/>
        </pc:sldMkLst>
      </pc:sldChg>
      <pc:sldChg chg="del">
        <pc:chgData name="Minh Đình" userId="836bd1e508d52677" providerId="LiveId" clId="{5E619B4A-AE3E-4707-8B2A-E4AD25122968}" dt="2025-03-02T16:54:02.728" v="408" actId="47"/>
        <pc:sldMkLst>
          <pc:docMk/>
          <pc:sldMk cId="3284678584" sldId="359"/>
        </pc:sldMkLst>
      </pc:sldChg>
      <pc:sldChg chg="del">
        <pc:chgData name="Minh Đình" userId="836bd1e508d52677" providerId="LiveId" clId="{5E619B4A-AE3E-4707-8B2A-E4AD25122968}" dt="2025-03-02T16:54:02.304" v="407" actId="47"/>
        <pc:sldMkLst>
          <pc:docMk/>
          <pc:sldMk cId="1448335423" sldId="360"/>
        </pc:sldMkLst>
      </pc:sldChg>
      <pc:sldChg chg="del">
        <pc:chgData name="Minh Đình" userId="836bd1e508d52677" providerId="LiveId" clId="{5E619B4A-AE3E-4707-8B2A-E4AD25122968}" dt="2025-03-02T16:54:03.081" v="409" actId="47"/>
        <pc:sldMkLst>
          <pc:docMk/>
          <pc:sldMk cId="2834652512" sldId="361"/>
        </pc:sldMkLst>
      </pc:sldChg>
      <pc:sldChg chg="del">
        <pc:chgData name="Minh Đình" userId="836bd1e508d52677" providerId="LiveId" clId="{5E619B4A-AE3E-4707-8B2A-E4AD25122968}" dt="2025-03-02T16:54:03.851" v="411" actId="47"/>
        <pc:sldMkLst>
          <pc:docMk/>
          <pc:sldMk cId="1553629133" sldId="362"/>
        </pc:sldMkLst>
      </pc:sldChg>
      <pc:sldChg chg="del">
        <pc:chgData name="Minh Đình" userId="836bd1e508d52677" providerId="LiveId" clId="{5E619B4A-AE3E-4707-8B2A-E4AD25122968}" dt="2025-03-02T16:54:04.115" v="412" actId="47"/>
        <pc:sldMkLst>
          <pc:docMk/>
          <pc:sldMk cId="3845904561" sldId="363"/>
        </pc:sldMkLst>
      </pc:sldChg>
      <pc:sldChg chg="del">
        <pc:chgData name="Minh Đình" userId="836bd1e508d52677" providerId="LiveId" clId="{5E619B4A-AE3E-4707-8B2A-E4AD25122968}" dt="2025-03-02T16:54:04.644" v="413" actId="47"/>
        <pc:sldMkLst>
          <pc:docMk/>
          <pc:sldMk cId="1427380233" sldId="364"/>
        </pc:sldMkLst>
      </pc:sldChg>
      <pc:sldChg chg="del">
        <pc:chgData name="Minh Đình" userId="836bd1e508d52677" providerId="LiveId" clId="{5E619B4A-AE3E-4707-8B2A-E4AD25122968}" dt="2025-03-02T16:54:05.156" v="414" actId="47"/>
        <pc:sldMkLst>
          <pc:docMk/>
          <pc:sldMk cId="1932710158" sldId="366"/>
        </pc:sldMkLst>
      </pc:sldChg>
      <pc:sldChg chg="del">
        <pc:chgData name="Minh Đình" userId="836bd1e508d52677" providerId="LiveId" clId="{5E619B4A-AE3E-4707-8B2A-E4AD25122968}" dt="2025-03-02T16:54:05.731" v="415" actId="47"/>
        <pc:sldMkLst>
          <pc:docMk/>
          <pc:sldMk cId="510039199" sldId="367"/>
        </pc:sldMkLst>
      </pc:sldChg>
      <pc:sldChg chg="addSp delSp modSp add mod modNotesTx">
        <pc:chgData name="Minh Đình" userId="836bd1e508d52677" providerId="LiveId" clId="{5E619B4A-AE3E-4707-8B2A-E4AD25122968}" dt="2025-03-09T13:27:03.496" v="2352" actId="20577"/>
        <pc:sldMkLst>
          <pc:docMk/>
          <pc:sldMk cId="47521917" sldId="368"/>
        </pc:sldMkLst>
      </pc:sldChg>
      <pc:sldChg chg="modSp add mod ord">
        <pc:chgData name="Minh Đình" userId="836bd1e508d52677" providerId="LiveId" clId="{5E619B4A-AE3E-4707-8B2A-E4AD25122968}" dt="2025-03-02T16:56:19.217" v="492" actId="2711"/>
        <pc:sldMkLst>
          <pc:docMk/>
          <pc:sldMk cId="1450605718" sldId="369"/>
        </pc:sldMkLst>
      </pc:sldChg>
      <pc:sldChg chg="addSp delSp modSp add mod">
        <pc:chgData name="Minh Đình" userId="836bd1e508d52677" providerId="LiveId" clId="{5E619B4A-AE3E-4707-8B2A-E4AD25122968}" dt="2025-03-02T16:59:06.251" v="567" actId="1038"/>
        <pc:sldMkLst>
          <pc:docMk/>
          <pc:sldMk cId="183769797" sldId="370"/>
        </pc:sldMkLst>
      </pc:sldChg>
      <pc:sldChg chg="addSp delSp modSp add mod">
        <pc:chgData name="Minh Đình" userId="836bd1e508d52677" providerId="LiveId" clId="{5E619B4A-AE3E-4707-8B2A-E4AD25122968}" dt="2025-03-02T17:11:10.279" v="675" actId="1076"/>
        <pc:sldMkLst>
          <pc:docMk/>
          <pc:sldMk cId="2447001071" sldId="371"/>
        </pc:sldMkLst>
      </pc:sldChg>
      <pc:sldChg chg="addSp delSp modSp add mod modNotesTx">
        <pc:chgData name="Minh Đình" userId="836bd1e508d52677" providerId="LiveId" clId="{5E619B4A-AE3E-4707-8B2A-E4AD25122968}" dt="2025-03-09T13:27:10.216" v="2353" actId="20577"/>
        <pc:sldMkLst>
          <pc:docMk/>
          <pc:sldMk cId="1368633705" sldId="372"/>
        </pc:sldMkLst>
      </pc:sldChg>
      <pc:sldChg chg="addSp delSp modSp add mod">
        <pc:chgData name="Minh Đình" userId="836bd1e508d52677" providerId="LiveId" clId="{5E619B4A-AE3E-4707-8B2A-E4AD25122968}" dt="2025-03-02T19:01:51.698" v="2146" actId="1076"/>
        <pc:sldMkLst>
          <pc:docMk/>
          <pc:sldMk cId="700550381" sldId="373"/>
        </pc:sldMkLst>
      </pc:sldChg>
      <pc:sldChg chg="addSp delSp modSp add mod">
        <pc:chgData name="Minh Đình" userId="836bd1e508d52677" providerId="LiveId" clId="{5E619B4A-AE3E-4707-8B2A-E4AD25122968}" dt="2025-03-02T18:06:36.712" v="1334" actId="1076"/>
        <pc:sldMkLst>
          <pc:docMk/>
          <pc:sldMk cId="854266647" sldId="374"/>
        </pc:sldMkLst>
        <pc:spChg chg="mod">
          <ac:chgData name="Minh Đình" userId="836bd1e508d52677" providerId="LiveId" clId="{5E619B4A-AE3E-4707-8B2A-E4AD25122968}" dt="2025-03-02T18:06:36.712" v="1334" actId="1076"/>
          <ac:spMkLst>
            <pc:docMk/>
            <pc:sldMk cId="854266647" sldId="374"/>
            <ac:spMk id="2" creationId="{F5DA1C98-5BC6-7807-C02E-397561EB30F7}"/>
          </ac:spMkLst>
        </pc:spChg>
        <pc:spChg chg="add mod">
          <ac:chgData name="Minh Đình" userId="836bd1e508d52677" providerId="LiveId" clId="{5E619B4A-AE3E-4707-8B2A-E4AD25122968}" dt="2025-03-02T18:06:36.712" v="1334" actId="1076"/>
          <ac:spMkLst>
            <pc:docMk/>
            <pc:sldMk cId="854266647" sldId="374"/>
            <ac:spMk id="3" creationId="{197977B1-4144-965E-C46B-0FB3B93282A0}"/>
          </ac:spMkLst>
        </pc:spChg>
      </pc:sldChg>
      <pc:sldChg chg="addSp delSp modSp add mod modNotesTx">
        <pc:chgData name="Minh Đình" userId="836bd1e508d52677" providerId="LiveId" clId="{5E619B4A-AE3E-4707-8B2A-E4AD25122968}" dt="2025-03-09T13:26:54.181" v="2351" actId="20577"/>
        <pc:sldMkLst>
          <pc:docMk/>
          <pc:sldMk cId="1738058566" sldId="375"/>
        </pc:sldMkLst>
        <pc:spChg chg="mod">
          <ac:chgData name="Minh Đình" userId="836bd1e508d52677" providerId="LiveId" clId="{5E619B4A-AE3E-4707-8B2A-E4AD25122968}" dt="2025-03-02T18:00:35.933" v="1139" actId="20577"/>
          <ac:spMkLst>
            <pc:docMk/>
            <pc:sldMk cId="1738058566" sldId="375"/>
            <ac:spMk id="2" creationId="{A69A4DA7-AA3B-9E60-BEA3-7E5DAA1883D5}"/>
          </ac:spMkLst>
        </pc:spChg>
      </pc:sldChg>
      <pc:sldChg chg="addSp delSp modSp add mod ord">
        <pc:chgData name="Minh Đình" userId="836bd1e508d52677" providerId="LiveId" clId="{5E619B4A-AE3E-4707-8B2A-E4AD25122968}" dt="2025-03-02T18:05:38.820" v="1232" actId="20577"/>
        <pc:sldMkLst>
          <pc:docMk/>
          <pc:sldMk cId="1107718113" sldId="376"/>
        </pc:sldMkLst>
      </pc:sldChg>
      <pc:sldChg chg="delSp modSp add mod ord">
        <pc:chgData name="Minh Đình" userId="836bd1e508d52677" providerId="LiveId" clId="{5E619B4A-AE3E-4707-8B2A-E4AD25122968}" dt="2025-03-02T18:21:24.742" v="1465" actId="1076"/>
        <pc:sldMkLst>
          <pc:docMk/>
          <pc:sldMk cId="387862811" sldId="377"/>
        </pc:sldMkLst>
        <pc:spChg chg="mod">
          <ac:chgData name="Minh Đình" userId="836bd1e508d52677" providerId="LiveId" clId="{5E619B4A-AE3E-4707-8B2A-E4AD25122968}" dt="2025-03-02T18:07:00.501" v="1379" actId="20577"/>
          <ac:spMkLst>
            <pc:docMk/>
            <pc:sldMk cId="387862811" sldId="377"/>
            <ac:spMk id="2" creationId="{54B3439E-497B-5FE1-AD34-2B3846CE2838}"/>
          </ac:spMkLst>
        </pc:spChg>
        <pc:spChg chg="mod">
          <ac:chgData name="Minh Đình" userId="836bd1e508d52677" providerId="LiveId" clId="{5E619B4A-AE3E-4707-8B2A-E4AD25122968}" dt="2025-03-02T18:21:24.742" v="1465" actId="1076"/>
          <ac:spMkLst>
            <pc:docMk/>
            <pc:sldMk cId="387862811" sldId="377"/>
            <ac:spMk id="5" creationId="{1C5747B2-8CC5-9E72-E1B4-7AD6ADFFDD21}"/>
          </ac:spMkLst>
        </pc:spChg>
        <pc:spChg chg="mod ord">
          <ac:chgData name="Minh Đình" userId="836bd1e508d52677" providerId="LiveId" clId="{5E619B4A-AE3E-4707-8B2A-E4AD25122968}" dt="2025-03-02T18:21:22.465" v="1464" actId="20577"/>
          <ac:spMkLst>
            <pc:docMk/>
            <pc:sldMk cId="387862811" sldId="377"/>
            <ac:spMk id="8" creationId="{E49BA7F0-43B9-B16F-533D-FF1CDC2197B9}"/>
          </ac:spMkLst>
        </pc:spChg>
        <pc:spChg chg="mod">
          <ac:chgData name="Minh Đình" userId="836bd1e508d52677" providerId="LiveId" clId="{5E619B4A-AE3E-4707-8B2A-E4AD25122968}" dt="2025-03-02T18:18:52.587" v="1451" actId="1076"/>
          <ac:spMkLst>
            <pc:docMk/>
            <pc:sldMk cId="387862811" sldId="377"/>
            <ac:spMk id="10" creationId="{E8028FB2-B364-F3F0-F523-E23A84A42143}"/>
          </ac:spMkLst>
        </pc:spChg>
      </pc:sldChg>
      <pc:sldChg chg="addSp delSp modSp add mod">
        <pc:chgData name="Minh Đình" userId="836bd1e508d52677" providerId="LiveId" clId="{5E619B4A-AE3E-4707-8B2A-E4AD25122968}" dt="2025-03-02T18:21:16.387" v="1462" actId="1076"/>
        <pc:sldMkLst>
          <pc:docMk/>
          <pc:sldMk cId="2286214966" sldId="378"/>
        </pc:sldMkLst>
      </pc:sldChg>
      <pc:sldChg chg="addSp delSp modSp add del mod modNotesTx">
        <pc:chgData name="Minh Đình" userId="836bd1e508d52677" providerId="LiveId" clId="{5E619B4A-AE3E-4707-8B2A-E4AD25122968}" dt="2025-03-02T18:23:47.936" v="1491" actId="47"/>
        <pc:sldMkLst>
          <pc:docMk/>
          <pc:sldMk cId="397372777" sldId="379"/>
        </pc:sldMkLst>
      </pc:sldChg>
      <pc:sldChg chg="addSp modSp add mod">
        <pc:chgData name="Minh Đình" userId="836bd1e508d52677" providerId="LiveId" clId="{5E619B4A-AE3E-4707-8B2A-E4AD25122968}" dt="2025-03-02T19:01:56.526" v="2148" actId="1076"/>
        <pc:sldMkLst>
          <pc:docMk/>
          <pc:sldMk cId="462821449" sldId="379"/>
        </pc:sldMkLst>
      </pc:sldChg>
      <pc:sldChg chg="delSp add del mod">
        <pc:chgData name="Minh Đình" userId="836bd1e508d52677" providerId="LiveId" clId="{5E619B4A-AE3E-4707-8B2A-E4AD25122968}" dt="2025-03-02T18:22:21.954" v="1468" actId="47"/>
        <pc:sldMkLst>
          <pc:docMk/>
          <pc:sldMk cId="3324082990" sldId="379"/>
        </pc:sldMkLst>
      </pc:sldChg>
      <pc:sldChg chg="addSp delSp modSp add mod modNotesTx">
        <pc:chgData name="Minh Đình" userId="836bd1e508d52677" providerId="LiveId" clId="{5E619B4A-AE3E-4707-8B2A-E4AD25122968}" dt="2025-03-02T18:38:49.784" v="1674" actId="1076"/>
        <pc:sldMkLst>
          <pc:docMk/>
          <pc:sldMk cId="181938697" sldId="380"/>
        </pc:sldMkLst>
      </pc:sldChg>
      <pc:sldChg chg="delSp modSp add mod">
        <pc:chgData name="Minh Đình" userId="836bd1e508d52677" providerId="LiveId" clId="{5E619B4A-AE3E-4707-8B2A-E4AD25122968}" dt="2025-03-02T18:40:34.281" v="1700" actId="1076"/>
        <pc:sldMkLst>
          <pc:docMk/>
          <pc:sldMk cId="3135278998" sldId="381"/>
        </pc:sldMkLst>
      </pc:sldChg>
      <pc:sldChg chg="addSp delSp modSp add mod">
        <pc:chgData name="Minh Đình" userId="836bd1e508d52677" providerId="LiveId" clId="{5E619B4A-AE3E-4707-8B2A-E4AD25122968}" dt="2025-03-02T18:45:19.608" v="1715" actId="2711"/>
        <pc:sldMkLst>
          <pc:docMk/>
          <pc:sldMk cId="1999630149" sldId="382"/>
        </pc:sldMkLst>
      </pc:sldChg>
      <pc:sldChg chg="addSp delSp modSp add mod">
        <pc:chgData name="Minh Đình" userId="836bd1e508d52677" providerId="LiveId" clId="{5E619B4A-AE3E-4707-8B2A-E4AD25122968}" dt="2025-03-02T18:49:12.053" v="1899" actId="2711"/>
        <pc:sldMkLst>
          <pc:docMk/>
          <pc:sldMk cId="141990240" sldId="383"/>
        </pc:sldMkLst>
      </pc:sldChg>
      <pc:sldChg chg="addSp delSp modSp add mod">
        <pc:chgData name="Minh Đình" userId="836bd1e508d52677" providerId="LiveId" clId="{5E619B4A-AE3E-4707-8B2A-E4AD25122968}" dt="2025-03-02T18:51:21.204" v="1918" actId="1076"/>
        <pc:sldMkLst>
          <pc:docMk/>
          <pc:sldMk cId="2644314936" sldId="384"/>
        </pc:sldMkLst>
      </pc:sldChg>
      <pc:sldChg chg="delSp modSp add mod">
        <pc:chgData name="Minh Đình" userId="836bd1e508d52677" providerId="LiveId" clId="{5E619B4A-AE3E-4707-8B2A-E4AD25122968}" dt="2025-03-02T18:53:07.059" v="2038" actId="2711"/>
        <pc:sldMkLst>
          <pc:docMk/>
          <pc:sldMk cId="2800536516" sldId="385"/>
        </pc:sldMkLst>
      </pc:sldChg>
      <pc:sldChg chg="delSp modSp add mod modNotesTx">
        <pc:chgData name="Minh Đình" userId="836bd1e508d52677" providerId="LiveId" clId="{5E619B4A-AE3E-4707-8B2A-E4AD25122968}" dt="2025-03-02T18:55:54.990" v="2077" actId="20577"/>
        <pc:sldMkLst>
          <pc:docMk/>
          <pc:sldMk cId="3270912619" sldId="386"/>
        </pc:sldMkLst>
      </pc:sldChg>
      <pc:sldChg chg="addSp delSp modSp add mod">
        <pc:chgData name="Minh Đình" userId="836bd1e508d52677" providerId="LiveId" clId="{5E619B4A-AE3E-4707-8B2A-E4AD25122968}" dt="2025-03-03T02:18:16.434" v="2309" actId="2711"/>
        <pc:sldMkLst>
          <pc:docMk/>
          <pc:sldMk cId="3795350928" sldId="387"/>
        </pc:sldMkLst>
      </pc:sldChg>
      <pc:sldChg chg="addSp delSp modSp add mod">
        <pc:chgData name="Minh Đình" userId="836bd1e508d52677" providerId="LiveId" clId="{5E619B4A-AE3E-4707-8B2A-E4AD25122968}" dt="2025-03-03T02:22:22.525" v="2349" actId="1076"/>
        <pc:sldMkLst>
          <pc:docMk/>
          <pc:sldMk cId="3617816281" sldId="388"/>
        </pc:sldMkLst>
      </pc:sldChg>
    </pc:docChg>
  </pc:docChgLst>
  <pc:docChgLst>
    <pc:chgData name="Minh Đình" userId="836bd1e508d52677" providerId="LiveId" clId="{44F48946-21C2-4B6B-AC99-DCDD4198EFE6}"/>
    <pc:docChg chg="modMainMaster">
      <pc:chgData name="Minh Đình" userId="836bd1e508d52677" providerId="LiveId" clId="{44F48946-21C2-4B6B-AC99-DCDD4198EFE6}" dt="2024-12-16T04:30:28.964" v="0"/>
      <pc:docMkLst>
        <pc:docMk/>
      </pc:docMkLst>
      <pc:sldMasterChg chg="addSp modSp">
        <pc:chgData name="Minh Đình" userId="836bd1e508d52677" providerId="LiveId" clId="{44F48946-21C2-4B6B-AC99-DCDD4198EFE6}" dt="2024-12-16T04:30:28.964" v="0"/>
        <pc:sldMasterMkLst>
          <pc:docMk/>
          <pc:sldMasterMk cId="901545815" sldId="2147483648"/>
        </pc:sldMasterMkLst>
      </pc:sldMasterChg>
    </pc:docChg>
  </pc:docChgLst>
  <pc:docChgLst>
    <pc:chgData name="Minh Đình" userId="836bd1e508d52677" providerId="LiveId" clId="{D8269AC2-045B-4BFC-9DC1-EDF9052473DB}"/>
    <pc:docChg chg="undo custSel addSld delSld modSld sldOrd addMainMaster delMainMaster modMainMaster">
      <pc:chgData name="Minh Đình" userId="836bd1e508d52677" providerId="LiveId" clId="{D8269AC2-045B-4BFC-9DC1-EDF9052473DB}" dt="2024-05-28T16:38:18.437" v="7789" actId="20577"/>
      <pc:docMkLst>
        <pc:docMk/>
      </pc:docMkLst>
      <pc:sldChg chg="addSp delSp modSp new mod modTransition chgLayout modNotesTx">
        <pc:chgData name="Minh Đình" userId="836bd1e508d52677" providerId="LiveId" clId="{D8269AC2-045B-4BFC-9DC1-EDF9052473DB}" dt="2024-05-28T14:05:23.990" v="7302" actId="478"/>
        <pc:sldMkLst>
          <pc:docMk/>
          <pc:sldMk cId="345753689" sldId="256"/>
        </pc:sldMkLst>
      </pc:sldChg>
      <pc:sldChg chg="addSp delSp modSp new mod modTransition">
        <pc:chgData name="Minh Đình" userId="836bd1e508d52677" providerId="LiveId" clId="{D8269AC2-045B-4BFC-9DC1-EDF9052473DB}" dt="2024-05-24T11:37:21.130" v="4861" actId="20577"/>
        <pc:sldMkLst>
          <pc:docMk/>
          <pc:sldMk cId="3911317014" sldId="257"/>
        </pc:sldMkLst>
      </pc:sldChg>
      <pc:sldChg chg="addSp delSp modSp new mod modTransition">
        <pc:chgData name="Minh Đình" userId="836bd1e508d52677" providerId="LiveId" clId="{D8269AC2-045B-4BFC-9DC1-EDF9052473DB}" dt="2024-05-23T13:55:57.061" v="3595" actId="1582"/>
        <pc:sldMkLst>
          <pc:docMk/>
          <pc:sldMk cId="1722033778" sldId="258"/>
        </pc:sldMkLst>
      </pc:sldChg>
      <pc:sldChg chg="new del">
        <pc:chgData name="Minh Đình" userId="836bd1e508d52677" providerId="LiveId" clId="{D8269AC2-045B-4BFC-9DC1-EDF9052473DB}" dt="2024-05-21T15:29:16.162" v="570" actId="47"/>
        <pc:sldMkLst>
          <pc:docMk/>
          <pc:sldMk cId="3480460136" sldId="258"/>
        </pc:sldMkLst>
      </pc:sldChg>
      <pc:sldChg chg="addSp delSp modSp add mod modTransition">
        <pc:chgData name="Minh Đình" userId="836bd1e508d52677" providerId="LiveId" clId="{D8269AC2-045B-4BFC-9DC1-EDF9052473DB}" dt="2024-05-23T13:48:42.975" v="3454" actId="208"/>
        <pc:sldMkLst>
          <pc:docMk/>
          <pc:sldMk cId="4007310481" sldId="259"/>
        </pc:sldMkLst>
      </pc:sldChg>
      <pc:sldChg chg="addSp delSp modSp add mod modTransition">
        <pc:chgData name="Minh Đình" userId="836bd1e508d52677" providerId="LiveId" clId="{D8269AC2-045B-4BFC-9DC1-EDF9052473DB}" dt="2024-05-23T13:49:08.299" v="3482" actId="1076"/>
        <pc:sldMkLst>
          <pc:docMk/>
          <pc:sldMk cId="2912988929" sldId="260"/>
        </pc:sldMkLst>
      </pc:sldChg>
      <pc:sldChg chg="addSp delSp modSp add mod modTransition">
        <pc:chgData name="Minh Đình" userId="836bd1e508d52677" providerId="LiveId" clId="{D8269AC2-045B-4BFC-9DC1-EDF9052473DB}" dt="2024-05-28T16:25:06.425" v="7726" actId="14100"/>
        <pc:sldMkLst>
          <pc:docMk/>
          <pc:sldMk cId="610353939" sldId="261"/>
        </pc:sldMkLst>
      </pc:sldChg>
      <pc:sldChg chg="addSp delSp modSp add mod ord modTransition">
        <pc:chgData name="Minh Đình" userId="836bd1e508d52677" providerId="LiveId" clId="{D8269AC2-045B-4BFC-9DC1-EDF9052473DB}" dt="2024-05-28T16:14:03.128" v="7608" actId="20577"/>
        <pc:sldMkLst>
          <pc:docMk/>
          <pc:sldMk cId="1967633584" sldId="262"/>
        </pc:sldMkLst>
      </pc:sldChg>
      <pc:sldChg chg="addSp delSp modSp add mod modTransition">
        <pc:chgData name="Minh Đình" userId="836bd1e508d52677" providerId="LiveId" clId="{D8269AC2-045B-4BFC-9DC1-EDF9052473DB}" dt="2024-05-23T14:06:43.132" v="3679" actId="1076"/>
        <pc:sldMkLst>
          <pc:docMk/>
          <pc:sldMk cId="3904948485" sldId="263"/>
        </pc:sldMkLst>
      </pc:sldChg>
      <pc:sldChg chg="addSp delSp modSp add mod modTransition">
        <pc:chgData name="Minh Đình" userId="836bd1e508d52677" providerId="LiveId" clId="{D8269AC2-045B-4BFC-9DC1-EDF9052473DB}" dt="2024-05-23T13:57:47.596" v="3656" actId="14100"/>
        <pc:sldMkLst>
          <pc:docMk/>
          <pc:sldMk cId="3404263136" sldId="264"/>
        </pc:sldMkLst>
      </pc:sldChg>
      <pc:sldChg chg="addSp delSp modSp add mod modTransition">
        <pc:chgData name="Minh Đình" userId="836bd1e508d52677" providerId="LiveId" clId="{D8269AC2-045B-4BFC-9DC1-EDF9052473DB}" dt="2024-05-28T10:54:05.050" v="7285" actId="20577"/>
        <pc:sldMkLst>
          <pc:docMk/>
          <pc:sldMk cId="3766027718" sldId="265"/>
        </pc:sldMkLst>
      </pc:sldChg>
      <pc:sldChg chg="addSp delSp modSp add mod">
        <pc:chgData name="Minh Đình" userId="836bd1e508d52677" providerId="LiveId" clId="{D8269AC2-045B-4BFC-9DC1-EDF9052473DB}" dt="2024-05-23T14:37:41.132" v="4063" actId="1076"/>
        <pc:sldMkLst>
          <pc:docMk/>
          <pc:sldMk cId="2748488782" sldId="266"/>
        </pc:sldMkLst>
      </pc:sldChg>
      <pc:sldChg chg="addSp delSp modSp add mod modNotesTx">
        <pc:chgData name="Minh Đình" userId="836bd1e508d52677" providerId="LiveId" clId="{D8269AC2-045B-4BFC-9DC1-EDF9052473DB}" dt="2024-05-23T15:23:40.641" v="4201"/>
        <pc:sldMkLst>
          <pc:docMk/>
          <pc:sldMk cId="22823622" sldId="267"/>
        </pc:sldMkLst>
      </pc:sldChg>
      <pc:sldChg chg="add del">
        <pc:chgData name="Minh Đình" userId="836bd1e508d52677" providerId="LiveId" clId="{D8269AC2-045B-4BFC-9DC1-EDF9052473DB}" dt="2024-05-23T14:37:55.978" v="4065" actId="47"/>
        <pc:sldMkLst>
          <pc:docMk/>
          <pc:sldMk cId="1198036689" sldId="267"/>
        </pc:sldMkLst>
      </pc:sldChg>
      <pc:sldChg chg="addSp delSp modSp add mod">
        <pc:chgData name="Minh Đình" userId="836bd1e508d52677" providerId="LiveId" clId="{D8269AC2-045B-4BFC-9DC1-EDF9052473DB}" dt="2024-05-28T10:58:14.527" v="7301" actId="1076"/>
        <pc:sldMkLst>
          <pc:docMk/>
          <pc:sldMk cId="767395912" sldId="268"/>
        </pc:sldMkLst>
      </pc:sldChg>
      <pc:sldChg chg="addSp delSp modSp add mod modNotesTx">
        <pc:chgData name="Minh Đình" userId="836bd1e508d52677" providerId="LiveId" clId="{D8269AC2-045B-4BFC-9DC1-EDF9052473DB}" dt="2024-05-24T09:27:16.508" v="4295" actId="114"/>
        <pc:sldMkLst>
          <pc:docMk/>
          <pc:sldMk cId="974486449" sldId="269"/>
        </pc:sldMkLst>
      </pc:sldChg>
      <pc:sldChg chg="addSp delSp modSp add mod">
        <pc:chgData name="Minh Đình" userId="836bd1e508d52677" providerId="LiveId" clId="{D8269AC2-045B-4BFC-9DC1-EDF9052473DB}" dt="2024-05-24T09:29:12.718" v="4307" actId="1076"/>
        <pc:sldMkLst>
          <pc:docMk/>
          <pc:sldMk cId="1691653636" sldId="270"/>
        </pc:sldMkLst>
      </pc:sldChg>
      <pc:sldChg chg="addSp delSp modSp add mod ord modNotesTx">
        <pc:chgData name="Minh Đình" userId="836bd1e508d52677" providerId="LiveId" clId="{D8269AC2-045B-4BFC-9DC1-EDF9052473DB}" dt="2024-05-27T14:38:42.636" v="5991"/>
        <pc:sldMkLst>
          <pc:docMk/>
          <pc:sldMk cId="811246154" sldId="271"/>
        </pc:sldMkLst>
      </pc:sldChg>
      <pc:sldChg chg="addSp delSp modSp add mod ord">
        <pc:chgData name="Minh Đình" userId="836bd1e508d52677" providerId="LiveId" clId="{D8269AC2-045B-4BFC-9DC1-EDF9052473DB}" dt="2024-05-27T15:41:32.931" v="6204"/>
        <pc:sldMkLst>
          <pc:docMk/>
          <pc:sldMk cId="284976611" sldId="272"/>
        </pc:sldMkLst>
      </pc:sldChg>
      <pc:sldChg chg="addSp delSp modSp add mod">
        <pc:chgData name="Minh Đình" userId="836bd1e508d52677" providerId="LiveId" clId="{D8269AC2-045B-4BFC-9DC1-EDF9052473DB}" dt="2024-05-24T11:16:56.317" v="4658" actId="1036"/>
        <pc:sldMkLst>
          <pc:docMk/>
          <pc:sldMk cId="2796873521" sldId="273"/>
        </pc:sldMkLst>
      </pc:sldChg>
      <pc:sldChg chg="addSp delSp modSp add mod">
        <pc:chgData name="Minh Đình" userId="836bd1e508d52677" providerId="LiveId" clId="{D8269AC2-045B-4BFC-9DC1-EDF9052473DB}" dt="2024-05-27T15:48:53.046" v="6211" actId="478"/>
        <pc:sldMkLst>
          <pc:docMk/>
          <pc:sldMk cId="3370097097" sldId="274"/>
        </pc:sldMkLst>
      </pc:sldChg>
      <pc:sldChg chg="addSp delSp modSp add mod ord modNotesTx">
        <pc:chgData name="Minh Đình" userId="836bd1e508d52677" providerId="LiveId" clId="{D8269AC2-045B-4BFC-9DC1-EDF9052473DB}" dt="2024-05-27T14:44:40.682" v="6090" actId="14100"/>
        <pc:sldMkLst>
          <pc:docMk/>
          <pc:sldMk cId="1740062919" sldId="275"/>
        </pc:sldMkLst>
      </pc:sldChg>
      <pc:sldChg chg="addSp delSp modSp add mod">
        <pc:chgData name="Minh Đình" userId="836bd1e508d52677" providerId="LiveId" clId="{D8269AC2-045B-4BFC-9DC1-EDF9052473DB}" dt="2024-05-27T15:48:48.734" v="6209" actId="478"/>
        <pc:sldMkLst>
          <pc:docMk/>
          <pc:sldMk cId="3071658624" sldId="276"/>
        </pc:sldMkLst>
      </pc:sldChg>
      <pc:sldChg chg="addSp delSp modSp add mod">
        <pc:chgData name="Minh Đình" userId="836bd1e508d52677" providerId="LiveId" clId="{D8269AC2-045B-4BFC-9DC1-EDF9052473DB}" dt="2024-05-24T11:41:13.180" v="4923" actId="1076"/>
        <pc:sldMkLst>
          <pc:docMk/>
          <pc:sldMk cId="238947915" sldId="277"/>
        </pc:sldMkLst>
      </pc:sldChg>
      <pc:sldChg chg="addSp delSp modSp new mod">
        <pc:chgData name="Minh Đình" userId="836bd1e508d52677" providerId="LiveId" clId="{D8269AC2-045B-4BFC-9DC1-EDF9052473DB}" dt="2024-05-26T16:28:38.707" v="5804"/>
        <pc:sldMkLst>
          <pc:docMk/>
          <pc:sldMk cId="1140129264" sldId="278"/>
        </pc:sldMkLst>
      </pc:sldChg>
      <pc:sldChg chg="addSp modSp add mod">
        <pc:chgData name="Minh Đình" userId="836bd1e508d52677" providerId="LiveId" clId="{D8269AC2-045B-4BFC-9DC1-EDF9052473DB}" dt="2024-05-24T12:36:15.202" v="5162" actId="2711"/>
        <pc:sldMkLst>
          <pc:docMk/>
          <pc:sldMk cId="3771279957" sldId="279"/>
        </pc:sldMkLst>
      </pc:sldChg>
      <pc:sldChg chg="addSp delSp modSp add mod">
        <pc:chgData name="Minh Đình" userId="836bd1e508d52677" providerId="LiveId" clId="{D8269AC2-045B-4BFC-9DC1-EDF9052473DB}" dt="2024-05-28T10:06:40.580" v="7105" actId="1076"/>
        <pc:sldMkLst>
          <pc:docMk/>
          <pc:sldMk cId="3861452339" sldId="280"/>
        </pc:sldMkLst>
      </pc:sldChg>
      <pc:sldChg chg="addSp delSp modSp add mod">
        <pc:chgData name="Minh Đình" userId="836bd1e508d52677" providerId="LiveId" clId="{D8269AC2-045B-4BFC-9DC1-EDF9052473DB}" dt="2024-05-28T16:36:46.242" v="7786" actId="20577"/>
        <pc:sldMkLst>
          <pc:docMk/>
          <pc:sldMk cId="950941139" sldId="281"/>
        </pc:sldMkLst>
      </pc:sldChg>
      <pc:sldChg chg="addSp delSp modSp add mod">
        <pc:chgData name="Minh Đình" userId="836bd1e508d52677" providerId="LiveId" clId="{D8269AC2-045B-4BFC-9DC1-EDF9052473DB}" dt="2024-05-26T16:29:48.325" v="5844" actId="1076"/>
        <pc:sldMkLst>
          <pc:docMk/>
          <pc:sldMk cId="2967780640" sldId="282"/>
        </pc:sldMkLst>
      </pc:sldChg>
      <pc:sldChg chg="addSp delSp modSp add mod modAnim">
        <pc:chgData name="Minh Đình" userId="836bd1e508d52677" providerId="LiveId" clId="{D8269AC2-045B-4BFC-9DC1-EDF9052473DB}" dt="2024-05-26T16:31:29.977" v="5865" actId="1076"/>
        <pc:sldMkLst>
          <pc:docMk/>
          <pc:sldMk cId="616751478" sldId="283"/>
        </pc:sldMkLst>
      </pc:sldChg>
      <pc:sldChg chg="addSp delSp add del mod">
        <pc:chgData name="Minh Đình" userId="836bd1e508d52677" providerId="LiveId" clId="{D8269AC2-045B-4BFC-9DC1-EDF9052473DB}" dt="2024-05-26T16:29:01.059" v="5831"/>
        <pc:sldMkLst>
          <pc:docMk/>
          <pc:sldMk cId="1847139466" sldId="283"/>
        </pc:sldMkLst>
      </pc:sldChg>
      <pc:sldChg chg="addSp delSp modSp add mod">
        <pc:chgData name="Minh Đình" userId="836bd1e508d52677" providerId="LiveId" clId="{D8269AC2-045B-4BFC-9DC1-EDF9052473DB}" dt="2024-05-28T15:57:25.798" v="7377" actId="20577"/>
        <pc:sldMkLst>
          <pc:docMk/>
          <pc:sldMk cId="198803338" sldId="284"/>
        </pc:sldMkLst>
      </pc:sldChg>
      <pc:sldChg chg="addSp delSp modSp add mod">
        <pc:chgData name="Minh Đình" userId="836bd1e508d52677" providerId="LiveId" clId="{D8269AC2-045B-4BFC-9DC1-EDF9052473DB}" dt="2024-05-28T16:01:20.611" v="7396" actId="207"/>
        <pc:sldMkLst>
          <pc:docMk/>
          <pc:sldMk cId="3779123254" sldId="285"/>
        </pc:sldMkLst>
      </pc:sldChg>
      <pc:sldChg chg="modSp mod">
        <pc:chgData name="Minh Đình" userId="836bd1e508d52677" providerId="LiveId" clId="{D8269AC2-045B-4BFC-9DC1-EDF9052473DB}" dt="2024-05-28T10:08:27.103" v="7133" actId="20577"/>
        <pc:sldMkLst>
          <pc:docMk/>
          <pc:sldMk cId="3722698626" sldId="286"/>
        </pc:sldMkLst>
      </pc:sldChg>
      <pc:sldChg chg="addSp delSp modSp new mod">
        <pc:chgData name="Minh Đình" userId="836bd1e508d52677" providerId="LiveId" clId="{D8269AC2-045B-4BFC-9DC1-EDF9052473DB}" dt="2024-05-28T16:38:18.437" v="7789" actId="20577"/>
        <pc:sldMkLst>
          <pc:docMk/>
          <pc:sldMk cId="2053841181" sldId="287"/>
        </pc:sldMkLst>
      </pc:sldChg>
      <pc:sldChg chg="delSp modSp add mod">
        <pc:chgData name="Minh Đình" userId="836bd1e508d52677" providerId="LiveId" clId="{D8269AC2-045B-4BFC-9DC1-EDF9052473DB}" dt="2024-05-28T14:42:47.847" v="7304" actId="1076"/>
        <pc:sldMkLst>
          <pc:docMk/>
          <pc:sldMk cId="1045413417" sldId="288"/>
        </pc:sldMkLst>
      </pc:sldChg>
      <pc:sldChg chg="addSp delSp modSp add mod">
        <pc:chgData name="Minh Đình" userId="836bd1e508d52677" providerId="LiveId" clId="{D8269AC2-045B-4BFC-9DC1-EDF9052473DB}" dt="2024-05-28T10:02:54.352" v="7072" actId="1076"/>
        <pc:sldMkLst>
          <pc:docMk/>
          <pc:sldMk cId="812647908" sldId="289"/>
        </pc:sldMkLst>
      </pc:sldChg>
      <pc:sldChg chg="addSp delSp modSp add mod">
        <pc:chgData name="Minh Đình" userId="836bd1e508d52677" providerId="LiveId" clId="{D8269AC2-045B-4BFC-9DC1-EDF9052473DB}" dt="2024-05-28T10:03:53.189" v="7088" actId="1076"/>
        <pc:sldMkLst>
          <pc:docMk/>
          <pc:sldMk cId="314175993" sldId="290"/>
        </pc:sldMkLst>
      </pc:sldChg>
      <pc:sldMasterChg chg="addSp delSp modSp mod addSldLayout delSldLayout modSldLayout">
        <pc:chgData name="Minh Đình" userId="836bd1e508d52677" providerId="LiveId" clId="{D8269AC2-045B-4BFC-9DC1-EDF9052473DB}" dt="2024-05-23T13:39:36.153" v="3268" actId="1036"/>
        <pc:sldMasterMkLst>
          <pc:docMk/>
          <pc:sldMasterMk cId="901545815" sldId="2147483648"/>
        </pc:sldMasterMkLst>
        <pc:sldLayoutChg chg="addSp delSp modSp mod setBg">
          <pc:chgData name="Minh Đình" userId="836bd1e508d52677" providerId="LiveId" clId="{D8269AC2-045B-4BFC-9DC1-EDF9052473DB}" dt="2024-05-22T10:32:22.068" v="792" actId="478"/>
          <pc:sldLayoutMkLst>
            <pc:docMk/>
            <pc:sldMasterMk cId="901545815" sldId="2147483648"/>
            <pc:sldLayoutMk cId="2285719357" sldId="2147483649"/>
          </pc:sldLayoutMkLst>
        </pc:sldLayoutChg>
        <pc:sldLayoutChg chg="delSp mod">
          <pc:chgData name="Minh Đình" userId="836bd1e508d52677" providerId="LiveId" clId="{D8269AC2-045B-4BFC-9DC1-EDF9052473DB}" dt="2024-05-22T10:32:27.084" v="795" actId="478"/>
          <pc:sldLayoutMkLst>
            <pc:docMk/>
            <pc:sldMasterMk cId="901545815" sldId="2147483648"/>
            <pc:sldLayoutMk cId="1146928141" sldId="2147483650"/>
          </pc:sldLayoutMkLst>
        </pc:sldLayoutChg>
        <pc:sldLayoutChg chg="new del mod">
          <pc:chgData name="Minh Đình" userId="836bd1e508d52677" providerId="LiveId" clId="{D8269AC2-045B-4BFC-9DC1-EDF9052473DB}" dt="2024-05-21T15:08:34.512" v="26" actId="11236"/>
          <pc:sldLayoutMkLst>
            <pc:docMk/>
            <pc:sldMasterMk cId="901545815" sldId="2147483648"/>
            <pc:sldLayoutMk cId="3839378159" sldId="2147483660"/>
          </pc:sldLayoutMkLst>
        </pc:sldLayoutChg>
        <pc:sldLayoutChg chg="new del mod">
          <pc:chgData name="Minh Đình" userId="836bd1e508d52677" providerId="LiveId" clId="{D8269AC2-045B-4BFC-9DC1-EDF9052473DB}" dt="2024-05-21T15:21:37.485" v="270" actId="11236"/>
          <pc:sldLayoutMkLst>
            <pc:docMk/>
            <pc:sldMasterMk cId="901545815" sldId="2147483648"/>
            <pc:sldLayoutMk cId="4065314896" sldId="2147483660"/>
          </pc:sldLayoutMkLst>
        </pc:sldLayoutChg>
      </pc:sldMasterChg>
      <pc:sldMasterChg chg="new del mod addSldLayout delSldLayout">
        <pc:chgData name="Minh Đình" userId="836bd1e508d52677" providerId="LiveId" clId="{D8269AC2-045B-4BFC-9DC1-EDF9052473DB}" dt="2024-05-21T15:05:26.091" v="3" actId="6938"/>
        <pc:sldMasterMkLst>
          <pc:docMk/>
          <pc:sldMasterMk cId="2978924479" sldId="2147483660"/>
        </pc:sldMasterMkLst>
        <pc:sldLayoutChg chg="new del replId">
          <pc:chgData name="Minh Đình" userId="836bd1e508d52677" providerId="LiveId" clId="{D8269AC2-045B-4BFC-9DC1-EDF9052473DB}" dt="2024-05-21T15:05:26.091" v="3" actId="6938"/>
          <pc:sldLayoutMkLst>
            <pc:docMk/>
            <pc:sldMasterMk cId="2978924479" sldId="2147483660"/>
            <pc:sldLayoutMk cId="1440865641" sldId="2147483661"/>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1970954096" sldId="2147483662"/>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3681018290" sldId="2147483663"/>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1639210604" sldId="2147483664"/>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2752334895" sldId="2147483665"/>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3627391385" sldId="2147483666"/>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2131078976" sldId="2147483667"/>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3577487748" sldId="2147483668"/>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3268048231" sldId="2147483669"/>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404001556" sldId="2147483670"/>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4264046280" sldId="2147483671"/>
          </pc:sldLayoutMkLst>
        </pc:sldLayoutChg>
      </pc:sldMasterChg>
    </pc:docChg>
  </pc:docChgLst>
  <pc:docChgLst>
    <pc:chgData name="Minh Đình" userId="836bd1e508d52677" providerId="LiveId" clId="{BC4FECA1-4CF7-4E9E-94CB-50ACBD82B91C}"/>
    <pc:docChg chg="undo custSel addSld delSld modSld sldOrd">
      <pc:chgData name="Minh Đình" userId="836bd1e508d52677" providerId="LiveId" clId="{BC4FECA1-4CF7-4E9E-94CB-50ACBD82B91C}" dt="2024-10-04T06:01:54.671" v="1637" actId="20577"/>
      <pc:docMkLst>
        <pc:docMk/>
      </pc:docMkLst>
      <pc:sldChg chg="addSp delSp modSp mod">
        <pc:chgData name="Minh Đình" userId="836bd1e508d52677" providerId="LiveId" clId="{BC4FECA1-4CF7-4E9E-94CB-50ACBD82B91C}" dt="2024-09-27T09:33:20.868" v="80" actId="1076"/>
        <pc:sldMkLst>
          <pc:docMk/>
          <pc:sldMk cId="345753689" sldId="256"/>
        </pc:sldMkLst>
      </pc:sldChg>
      <pc:sldChg chg="delSp del">
        <pc:chgData name="Minh Đình" userId="836bd1e508d52677" providerId="LiveId" clId="{BC4FECA1-4CF7-4E9E-94CB-50ACBD82B91C}" dt="2024-09-29T15:36:51.015" v="83" actId="47"/>
        <pc:sldMkLst>
          <pc:docMk/>
          <pc:sldMk cId="4007310481" sldId="259"/>
        </pc:sldMkLst>
      </pc:sldChg>
      <pc:sldChg chg="addSp delSp modSp mod">
        <pc:chgData name="Minh Đình" userId="836bd1e508d52677" providerId="LiveId" clId="{BC4FECA1-4CF7-4E9E-94CB-50ACBD82B91C}" dt="2024-10-03T08:43:25.729" v="1501" actId="1076"/>
        <pc:sldMkLst>
          <pc:docMk/>
          <pc:sldMk cId="2362030471" sldId="291"/>
        </pc:sldMkLst>
      </pc:sldChg>
      <pc:sldChg chg="del">
        <pc:chgData name="Minh Đình" userId="836bd1e508d52677" providerId="LiveId" clId="{BC4FECA1-4CF7-4E9E-94CB-50ACBD82B91C}" dt="2024-09-29T15:36:51.824" v="84" actId="47"/>
        <pc:sldMkLst>
          <pc:docMk/>
          <pc:sldMk cId="1919586846" sldId="294"/>
        </pc:sldMkLst>
      </pc:sldChg>
      <pc:sldChg chg="del">
        <pc:chgData name="Minh Đình" userId="836bd1e508d52677" providerId="LiveId" clId="{BC4FECA1-4CF7-4E9E-94CB-50ACBD82B91C}" dt="2024-09-29T15:36:52.711" v="85" actId="47"/>
        <pc:sldMkLst>
          <pc:docMk/>
          <pc:sldMk cId="3404705246" sldId="295"/>
        </pc:sldMkLst>
      </pc:sldChg>
      <pc:sldChg chg="del">
        <pc:chgData name="Minh Đình" userId="836bd1e508d52677" providerId="LiveId" clId="{BC4FECA1-4CF7-4E9E-94CB-50ACBD82B91C}" dt="2024-09-29T15:37:10.219" v="134" actId="47"/>
        <pc:sldMkLst>
          <pc:docMk/>
          <pc:sldMk cId="2664797403" sldId="296"/>
        </pc:sldMkLst>
      </pc:sldChg>
      <pc:sldChg chg="del">
        <pc:chgData name="Minh Đình" userId="836bd1e508d52677" providerId="LiveId" clId="{BC4FECA1-4CF7-4E9E-94CB-50ACBD82B91C}" dt="2024-09-29T15:37:11.013" v="135" actId="47"/>
        <pc:sldMkLst>
          <pc:docMk/>
          <pc:sldMk cId="4218536994" sldId="297"/>
        </pc:sldMkLst>
      </pc:sldChg>
      <pc:sldChg chg="del">
        <pc:chgData name="Minh Đình" userId="836bd1e508d52677" providerId="LiveId" clId="{BC4FECA1-4CF7-4E9E-94CB-50ACBD82B91C}" dt="2024-09-29T15:37:12.200" v="136" actId="47"/>
        <pc:sldMkLst>
          <pc:docMk/>
          <pc:sldMk cId="2452277117" sldId="298"/>
        </pc:sldMkLst>
      </pc:sldChg>
      <pc:sldChg chg="del">
        <pc:chgData name="Minh Đình" userId="836bd1e508d52677" providerId="LiveId" clId="{BC4FECA1-4CF7-4E9E-94CB-50ACBD82B91C}" dt="2024-09-29T15:37:13.047" v="137" actId="47"/>
        <pc:sldMkLst>
          <pc:docMk/>
          <pc:sldMk cId="2722962975" sldId="299"/>
        </pc:sldMkLst>
      </pc:sldChg>
      <pc:sldChg chg="modSp mod">
        <pc:chgData name="Minh Đình" userId="836bd1e508d52677" providerId="LiveId" clId="{BC4FECA1-4CF7-4E9E-94CB-50ACBD82B91C}" dt="2024-10-04T05:58:27.146" v="1503" actId="20577"/>
        <pc:sldMkLst>
          <pc:docMk/>
          <pc:sldMk cId="3017430305" sldId="300"/>
        </pc:sldMkLst>
      </pc:sldChg>
      <pc:sldChg chg="del">
        <pc:chgData name="Minh Đình" userId="836bd1e508d52677" providerId="LiveId" clId="{BC4FECA1-4CF7-4E9E-94CB-50ACBD82B91C}" dt="2024-09-29T17:12:28.381" v="1312" actId="47"/>
        <pc:sldMkLst>
          <pc:docMk/>
          <pc:sldMk cId="2871641466" sldId="301"/>
        </pc:sldMkLst>
      </pc:sldChg>
      <pc:sldChg chg="addSp delSp modSp add mod">
        <pc:chgData name="Minh Đình" userId="836bd1e508d52677" providerId="LiveId" clId="{BC4FECA1-4CF7-4E9E-94CB-50ACBD82B91C}" dt="2024-09-29T16:29:37.789" v="313" actId="1076"/>
        <pc:sldMkLst>
          <pc:docMk/>
          <pc:sldMk cId="2269098972" sldId="302"/>
        </pc:sldMkLst>
      </pc:sldChg>
      <pc:sldChg chg="addSp delSp modSp add mod">
        <pc:chgData name="Minh Đình" userId="836bd1e508d52677" providerId="LiveId" clId="{BC4FECA1-4CF7-4E9E-94CB-50ACBD82B91C}" dt="2024-09-29T16:43:10.376" v="496" actId="1076"/>
        <pc:sldMkLst>
          <pc:docMk/>
          <pc:sldMk cId="4244859296" sldId="303"/>
        </pc:sldMkLst>
      </pc:sldChg>
      <pc:sldChg chg="add ord">
        <pc:chgData name="Minh Đình" userId="836bd1e508d52677" providerId="LiveId" clId="{BC4FECA1-4CF7-4E9E-94CB-50ACBD82B91C}" dt="2024-09-29T16:43:34.509" v="498"/>
        <pc:sldMkLst>
          <pc:docMk/>
          <pc:sldMk cId="1643471160" sldId="304"/>
        </pc:sldMkLst>
      </pc:sldChg>
      <pc:sldChg chg="addSp delSp modSp add mod">
        <pc:chgData name="Minh Đình" userId="836bd1e508d52677" providerId="LiveId" clId="{BC4FECA1-4CF7-4E9E-94CB-50ACBD82B91C}" dt="2024-09-29T16:51:41.855" v="764"/>
        <pc:sldMkLst>
          <pc:docMk/>
          <pc:sldMk cId="2652992976" sldId="305"/>
        </pc:sldMkLst>
      </pc:sldChg>
      <pc:sldChg chg="addSp delSp modSp add mod">
        <pc:chgData name="Minh Đình" userId="836bd1e508d52677" providerId="LiveId" clId="{BC4FECA1-4CF7-4E9E-94CB-50ACBD82B91C}" dt="2024-09-29T17:02:24.285" v="1039" actId="1076"/>
        <pc:sldMkLst>
          <pc:docMk/>
          <pc:sldMk cId="3375108338" sldId="306"/>
        </pc:sldMkLst>
      </pc:sldChg>
      <pc:sldChg chg="addSp delSp modSp add mod ord">
        <pc:chgData name="Minh Đình" userId="836bd1e508d52677" providerId="LiveId" clId="{BC4FECA1-4CF7-4E9E-94CB-50ACBD82B91C}" dt="2024-09-29T16:57:53.115" v="949" actId="1076"/>
        <pc:sldMkLst>
          <pc:docMk/>
          <pc:sldMk cId="4273879889" sldId="307"/>
        </pc:sldMkLst>
      </pc:sldChg>
      <pc:sldChg chg="addSp delSp modSp add mod">
        <pc:chgData name="Minh Đình" userId="836bd1e508d52677" providerId="LiveId" clId="{BC4FECA1-4CF7-4E9E-94CB-50ACBD82B91C}" dt="2024-09-29T17:10:30.502" v="1089" actId="1076"/>
        <pc:sldMkLst>
          <pc:docMk/>
          <pc:sldMk cId="3345196546" sldId="308"/>
        </pc:sldMkLst>
      </pc:sldChg>
      <pc:sldChg chg="addSp delSp modSp add mod">
        <pc:chgData name="Minh Đình" userId="836bd1e508d52677" providerId="LiveId" clId="{BC4FECA1-4CF7-4E9E-94CB-50ACBD82B91C}" dt="2024-10-04T06:01:54.671" v="1637" actId="20577"/>
        <pc:sldMkLst>
          <pc:docMk/>
          <pc:sldMk cId="815565109" sldId="309"/>
        </pc:sldMkLst>
      </pc:sldChg>
    </pc:docChg>
  </pc:docChgLst>
  <pc:docChgLst>
    <pc:chgData name="Minh Đình" userId="836bd1e508d52677" providerId="LiveId" clId="{E3EACA05-72C4-4750-83F6-FB9970E0A79D}"/>
    <pc:docChg chg="undo custSel addSld delSld modSld sldOrd modMainMaster">
      <pc:chgData name="Minh Đình" userId="836bd1e508d52677" providerId="LiveId" clId="{E3EACA05-72C4-4750-83F6-FB9970E0A79D}" dt="2025-02-17T03:43:03.863" v="7314"/>
      <pc:docMkLst>
        <pc:docMk/>
      </pc:docMkLst>
      <pc:sldChg chg="modSp mod">
        <pc:chgData name="Minh Đình" userId="836bd1e508d52677" providerId="LiveId" clId="{E3EACA05-72C4-4750-83F6-FB9970E0A79D}" dt="2025-02-16T13:40:03.220" v="161" actId="1076"/>
        <pc:sldMkLst>
          <pc:docMk/>
          <pc:sldMk cId="345753689" sldId="256"/>
        </pc:sldMkLst>
        <pc:spChg chg="mod">
          <ac:chgData name="Minh Đình" userId="836bd1e508d52677" providerId="LiveId" clId="{E3EACA05-72C4-4750-83F6-FB9970E0A79D}" dt="2025-02-16T13:40:03.220" v="161" actId="1076"/>
          <ac:spMkLst>
            <pc:docMk/>
            <pc:sldMk cId="345753689" sldId="256"/>
            <ac:spMk id="4" creationId="{DB3A15CA-E8F9-8934-82F2-7178AD31101E}"/>
          </ac:spMkLst>
        </pc:spChg>
        <pc:spChg chg="mod">
          <ac:chgData name="Minh Đình" userId="836bd1e508d52677" providerId="LiveId" clId="{E3EACA05-72C4-4750-83F6-FB9970E0A79D}" dt="2025-02-16T13:40:00.513" v="160" actId="1076"/>
          <ac:spMkLst>
            <pc:docMk/>
            <pc:sldMk cId="345753689" sldId="256"/>
            <ac:spMk id="5" creationId="{93CCB468-C979-1CDA-04DA-576C0643CB83}"/>
          </ac:spMkLst>
        </pc:spChg>
      </pc:sldChg>
      <pc:sldChg chg="del">
        <pc:chgData name="Minh Đình" userId="836bd1e508d52677" providerId="LiveId" clId="{E3EACA05-72C4-4750-83F6-FB9970E0A79D}" dt="2025-02-16T14:14:02.939" v="1368" actId="47"/>
        <pc:sldMkLst>
          <pc:docMk/>
          <pc:sldMk cId="4007310481" sldId="259"/>
        </pc:sldMkLst>
      </pc:sldChg>
      <pc:sldChg chg="del">
        <pc:chgData name="Minh Đình" userId="836bd1e508d52677" providerId="LiveId" clId="{E3EACA05-72C4-4750-83F6-FB9970E0A79D}" dt="2025-02-16T14:14:00.433" v="1364" actId="47"/>
        <pc:sldMkLst>
          <pc:docMk/>
          <pc:sldMk cId="2362030471" sldId="291"/>
        </pc:sldMkLst>
      </pc:sldChg>
      <pc:sldChg chg="del">
        <pc:chgData name="Minh Đình" userId="836bd1e508d52677" providerId="LiveId" clId="{E3EACA05-72C4-4750-83F6-FB9970E0A79D}" dt="2025-02-16T14:14:04.695" v="1370" actId="47"/>
        <pc:sldMkLst>
          <pc:docMk/>
          <pc:sldMk cId="1919586846" sldId="294"/>
        </pc:sldMkLst>
      </pc:sldChg>
      <pc:sldChg chg="del">
        <pc:chgData name="Minh Đình" userId="836bd1e508d52677" providerId="LiveId" clId="{E3EACA05-72C4-4750-83F6-FB9970E0A79D}" dt="2025-02-16T14:14:05.520" v="1371" actId="47"/>
        <pc:sldMkLst>
          <pc:docMk/>
          <pc:sldMk cId="1572803093" sldId="302"/>
        </pc:sldMkLst>
      </pc:sldChg>
      <pc:sldChg chg="del">
        <pc:chgData name="Minh Đình" userId="836bd1e508d52677" providerId="LiveId" clId="{E3EACA05-72C4-4750-83F6-FB9970E0A79D}" dt="2025-02-16T14:14:03.689" v="1369" actId="47"/>
        <pc:sldMkLst>
          <pc:docMk/>
          <pc:sldMk cId="1960490621" sldId="308"/>
        </pc:sldMkLst>
      </pc:sldChg>
      <pc:sldChg chg="del">
        <pc:chgData name="Minh Đình" userId="836bd1e508d52677" providerId="LiveId" clId="{E3EACA05-72C4-4750-83F6-FB9970E0A79D}" dt="2025-02-16T14:14:00.535" v="1365" actId="47"/>
        <pc:sldMkLst>
          <pc:docMk/>
          <pc:sldMk cId="4009104408" sldId="310"/>
        </pc:sldMkLst>
      </pc:sldChg>
      <pc:sldChg chg="del">
        <pc:chgData name="Minh Đình" userId="836bd1e508d52677" providerId="LiveId" clId="{E3EACA05-72C4-4750-83F6-FB9970E0A79D}" dt="2025-02-16T14:14:01.227" v="1366" actId="47"/>
        <pc:sldMkLst>
          <pc:docMk/>
          <pc:sldMk cId="1793217200" sldId="311"/>
        </pc:sldMkLst>
      </pc:sldChg>
      <pc:sldChg chg="del">
        <pc:chgData name="Minh Đình" userId="836bd1e508d52677" providerId="LiveId" clId="{E3EACA05-72C4-4750-83F6-FB9970E0A79D}" dt="2025-02-16T14:14:02.050" v="1367" actId="47"/>
        <pc:sldMkLst>
          <pc:docMk/>
          <pc:sldMk cId="2072899727" sldId="312"/>
        </pc:sldMkLst>
      </pc:sldChg>
      <pc:sldChg chg="del">
        <pc:chgData name="Minh Đình" userId="836bd1e508d52677" providerId="LiveId" clId="{E3EACA05-72C4-4750-83F6-FB9970E0A79D}" dt="2025-02-16T14:14:12.629" v="1375" actId="47"/>
        <pc:sldMkLst>
          <pc:docMk/>
          <pc:sldMk cId="2344768289" sldId="314"/>
        </pc:sldMkLst>
      </pc:sldChg>
      <pc:sldChg chg="addSp delSp modSp del mod">
        <pc:chgData name="Minh Đình" userId="836bd1e508d52677" providerId="LiveId" clId="{E3EACA05-72C4-4750-83F6-FB9970E0A79D}" dt="2025-02-16T14:48:23.730" v="1869" actId="47"/>
        <pc:sldMkLst>
          <pc:docMk/>
          <pc:sldMk cId="3508736280" sldId="316"/>
        </pc:sldMkLst>
      </pc:sldChg>
      <pc:sldChg chg="del">
        <pc:chgData name="Minh Đình" userId="836bd1e508d52677" providerId="LiveId" clId="{E3EACA05-72C4-4750-83F6-FB9970E0A79D}" dt="2025-02-16T14:14:06.355" v="1372" actId="47"/>
        <pc:sldMkLst>
          <pc:docMk/>
          <pc:sldMk cId="1419962041" sldId="317"/>
        </pc:sldMkLst>
      </pc:sldChg>
      <pc:sldChg chg="del">
        <pc:chgData name="Minh Đình" userId="836bd1e508d52677" providerId="LiveId" clId="{E3EACA05-72C4-4750-83F6-FB9970E0A79D}" dt="2025-02-16T14:14:07.102" v="1373" actId="47"/>
        <pc:sldMkLst>
          <pc:docMk/>
          <pc:sldMk cId="2541830824" sldId="318"/>
        </pc:sldMkLst>
      </pc:sldChg>
      <pc:sldChg chg="del">
        <pc:chgData name="Minh Đình" userId="836bd1e508d52677" providerId="LiveId" clId="{E3EACA05-72C4-4750-83F6-FB9970E0A79D}" dt="2025-02-16T14:14:07.972" v="1374" actId="47"/>
        <pc:sldMkLst>
          <pc:docMk/>
          <pc:sldMk cId="133603767" sldId="320"/>
        </pc:sldMkLst>
      </pc:sldChg>
      <pc:sldChg chg="del">
        <pc:chgData name="Minh Đình" userId="836bd1e508d52677" providerId="LiveId" clId="{E3EACA05-72C4-4750-83F6-FB9970E0A79D}" dt="2025-02-16T14:14:12.629" v="1375" actId="47"/>
        <pc:sldMkLst>
          <pc:docMk/>
          <pc:sldMk cId="3393598112" sldId="321"/>
        </pc:sldMkLst>
      </pc:sldChg>
      <pc:sldChg chg="del">
        <pc:chgData name="Minh Đình" userId="836bd1e508d52677" providerId="LiveId" clId="{E3EACA05-72C4-4750-83F6-FB9970E0A79D}" dt="2025-02-16T14:14:12.629" v="1375" actId="47"/>
        <pc:sldMkLst>
          <pc:docMk/>
          <pc:sldMk cId="3399347797" sldId="322"/>
        </pc:sldMkLst>
      </pc:sldChg>
      <pc:sldChg chg="del">
        <pc:chgData name="Minh Đình" userId="836bd1e508d52677" providerId="LiveId" clId="{E3EACA05-72C4-4750-83F6-FB9970E0A79D}" dt="2025-02-16T14:14:12.629" v="1375" actId="47"/>
        <pc:sldMkLst>
          <pc:docMk/>
          <pc:sldMk cId="2477581380" sldId="323"/>
        </pc:sldMkLst>
      </pc:sldChg>
      <pc:sldChg chg="del">
        <pc:chgData name="Minh Đình" userId="836bd1e508d52677" providerId="LiveId" clId="{E3EACA05-72C4-4750-83F6-FB9970E0A79D}" dt="2025-02-16T14:14:12.629" v="1375" actId="47"/>
        <pc:sldMkLst>
          <pc:docMk/>
          <pc:sldMk cId="944456446" sldId="324"/>
        </pc:sldMkLst>
      </pc:sldChg>
      <pc:sldChg chg="del">
        <pc:chgData name="Minh Đình" userId="836bd1e508d52677" providerId="LiveId" clId="{E3EACA05-72C4-4750-83F6-FB9970E0A79D}" dt="2025-02-16T14:14:12.629" v="1375" actId="47"/>
        <pc:sldMkLst>
          <pc:docMk/>
          <pc:sldMk cId="2087081991" sldId="326"/>
        </pc:sldMkLst>
      </pc:sldChg>
      <pc:sldChg chg="del">
        <pc:chgData name="Minh Đình" userId="836bd1e508d52677" providerId="LiveId" clId="{E3EACA05-72C4-4750-83F6-FB9970E0A79D}" dt="2025-02-16T14:14:12.629" v="1375" actId="47"/>
        <pc:sldMkLst>
          <pc:docMk/>
          <pc:sldMk cId="1971745173" sldId="327"/>
        </pc:sldMkLst>
      </pc:sldChg>
      <pc:sldChg chg="del">
        <pc:chgData name="Minh Đình" userId="836bd1e508d52677" providerId="LiveId" clId="{E3EACA05-72C4-4750-83F6-FB9970E0A79D}" dt="2025-02-16T14:14:12.629" v="1375" actId="47"/>
        <pc:sldMkLst>
          <pc:docMk/>
          <pc:sldMk cId="3900424672" sldId="328"/>
        </pc:sldMkLst>
      </pc:sldChg>
      <pc:sldChg chg="del">
        <pc:chgData name="Minh Đình" userId="836bd1e508d52677" providerId="LiveId" clId="{E3EACA05-72C4-4750-83F6-FB9970E0A79D}" dt="2025-02-16T14:14:12.629" v="1375" actId="47"/>
        <pc:sldMkLst>
          <pc:docMk/>
          <pc:sldMk cId="90767344" sldId="329"/>
        </pc:sldMkLst>
      </pc:sldChg>
      <pc:sldChg chg="del">
        <pc:chgData name="Minh Đình" userId="836bd1e508d52677" providerId="LiveId" clId="{E3EACA05-72C4-4750-83F6-FB9970E0A79D}" dt="2025-02-16T14:14:12.629" v="1375" actId="47"/>
        <pc:sldMkLst>
          <pc:docMk/>
          <pc:sldMk cId="1545725625" sldId="330"/>
        </pc:sldMkLst>
      </pc:sldChg>
      <pc:sldChg chg="del">
        <pc:chgData name="Minh Đình" userId="836bd1e508d52677" providerId="LiveId" clId="{E3EACA05-72C4-4750-83F6-FB9970E0A79D}" dt="2025-02-16T14:14:12.629" v="1375" actId="47"/>
        <pc:sldMkLst>
          <pc:docMk/>
          <pc:sldMk cId="1132869724" sldId="331"/>
        </pc:sldMkLst>
      </pc:sldChg>
      <pc:sldChg chg="del">
        <pc:chgData name="Minh Đình" userId="836bd1e508d52677" providerId="LiveId" clId="{E3EACA05-72C4-4750-83F6-FB9970E0A79D}" dt="2025-02-16T14:14:12.629" v="1375" actId="47"/>
        <pc:sldMkLst>
          <pc:docMk/>
          <pc:sldMk cId="2227312049" sldId="332"/>
        </pc:sldMkLst>
      </pc:sldChg>
      <pc:sldChg chg="del">
        <pc:chgData name="Minh Đình" userId="836bd1e508d52677" providerId="LiveId" clId="{E3EACA05-72C4-4750-83F6-FB9970E0A79D}" dt="2025-02-16T14:14:12.629" v="1375" actId="47"/>
        <pc:sldMkLst>
          <pc:docMk/>
          <pc:sldMk cId="2968216186" sldId="333"/>
        </pc:sldMkLst>
      </pc:sldChg>
      <pc:sldChg chg="del">
        <pc:chgData name="Minh Đình" userId="836bd1e508d52677" providerId="LiveId" clId="{E3EACA05-72C4-4750-83F6-FB9970E0A79D}" dt="2025-02-16T13:54:12.988" v="374" actId="47"/>
        <pc:sldMkLst>
          <pc:docMk/>
          <pc:sldMk cId="850293865" sldId="334"/>
        </pc:sldMkLst>
      </pc:sldChg>
      <pc:sldChg chg="del">
        <pc:chgData name="Minh Đình" userId="836bd1e508d52677" providerId="LiveId" clId="{E3EACA05-72C4-4750-83F6-FB9970E0A79D}" dt="2025-02-16T14:14:12.629" v="1375" actId="47"/>
        <pc:sldMkLst>
          <pc:docMk/>
          <pc:sldMk cId="3111590433" sldId="335"/>
        </pc:sldMkLst>
      </pc:sldChg>
      <pc:sldChg chg="addSp delSp modSp add mod">
        <pc:chgData name="Minh Đình" userId="836bd1e508d52677" providerId="LiveId" clId="{E3EACA05-72C4-4750-83F6-FB9970E0A79D}" dt="2025-02-16T14:48:37.798" v="1885" actId="20577"/>
        <pc:sldMkLst>
          <pc:docMk/>
          <pc:sldMk cId="2694637366" sldId="336"/>
        </pc:sldMkLst>
      </pc:sldChg>
      <pc:sldChg chg="addSp delSp modSp add mod">
        <pc:chgData name="Minh Đình" userId="836bd1e508d52677" providerId="LiveId" clId="{E3EACA05-72C4-4750-83F6-FB9970E0A79D}" dt="2025-02-16T16:03:32.050" v="4336" actId="1076"/>
        <pc:sldMkLst>
          <pc:docMk/>
          <pc:sldMk cId="3903432784" sldId="337"/>
        </pc:sldMkLst>
      </pc:sldChg>
      <pc:sldChg chg="addSp delSp modSp add mod">
        <pc:chgData name="Minh Đình" userId="836bd1e508d52677" providerId="LiveId" clId="{E3EACA05-72C4-4750-83F6-FB9970E0A79D}" dt="2025-02-16T16:04:30.513" v="4353" actId="1076"/>
        <pc:sldMkLst>
          <pc:docMk/>
          <pc:sldMk cId="512646845" sldId="338"/>
        </pc:sldMkLst>
      </pc:sldChg>
      <pc:sldChg chg="addSp delSp modSp add mod">
        <pc:chgData name="Minh Đình" userId="836bd1e508d52677" providerId="LiveId" clId="{E3EACA05-72C4-4750-83F6-FB9970E0A79D}" dt="2025-02-16T16:10:01.203" v="4677" actId="2711"/>
        <pc:sldMkLst>
          <pc:docMk/>
          <pc:sldMk cId="4151899137" sldId="339"/>
        </pc:sldMkLst>
      </pc:sldChg>
      <pc:sldChg chg="addSp delSp modSp add mod">
        <pc:chgData name="Minh Đình" userId="836bd1e508d52677" providerId="LiveId" clId="{E3EACA05-72C4-4750-83F6-FB9970E0A79D}" dt="2025-02-16T14:53:28.034" v="2041" actId="1076"/>
        <pc:sldMkLst>
          <pc:docMk/>
          <pc:sldMk cId="2354964483" sldId="340"/>
        </pc:sldMkLst>
        <pc:spChg chg="add mod">
          <ac:chgData name="Minh Đình" userId="836bd1e508d52677" providerId="LiveId" clId="{E3EACA05-72C4-4750-83F6-FB9970E0A79D}" dt="2025-02-16T14:42:43.613" v="1792" actId="1076"/>
          <ac:spMkLst>
            <pc:docMk/>
            <pc:sldMk cId="2354964483" sldId="340"/>
            <ac:spMk id="2" creationId="{0AAA35CF-EE04-3072-2794-8E37FEDF4650}"/>
          </ac:spMkLst>
        </pc:spChg>
        <pc:spChg chg="mod">
          <ac:chgData name="Minh Đình" userId="836bd1e508d52677" providerId="LiveId" clId="{E3EACA05-72C4-4750-83F6-FB9970E0A79D}" dt="2025-02-16T14:53:28.034" v="2041" actId="1076"/>
          <ac:spMkLst>
            <pc:docMk/>
            <pc:sldMk cId="2354964483" sldId="340"/>
            <ac:spMk id="10" creationId="{CEF5A8A1-15AE-04A6-E970-7C3A3F4E15CA}"/>
          </ac:spMkLst>
        </pc:spChg>
      </pc:sldChg>
      <pc:sldChg chg="addSp delSp modSp add mod">
        <pc:chgData name="Minh Đình" userId="836bd1e508d52677" providerId="LiveId" clId="{E3EACA05-72C4-4750-83F6-FB9970E0A79D}" dt="2025-02-16T14:53:14.137" v="2038" actId="255"/>
        <pc:sldMkLst>
          <pc:docMk/>
          <pc:sldMk cId="1772134238" sldId="341"/>
        </pc:sldMkLst>
      </pc:sldChg>
      <pc:sldChg chg="modSp add mod">
        <pc:chgData name="Minh Đình" userId="836bd1e508d52677" providerId="LiveId" clId="{E3EACA05-72C4-4750-83F6-FB9970E0A79D}" dt="2025-02-16T14:53:05.900" v="2036" actId="1076"/>
        <pc:sldMkLst>
          <pc:docMk/>
          <pc:sldMk cId="1993788489" sldId="342"/>
        </pc:sldMkLst>
      </pc:sldChg>
      <pc:sldChg chg="addSp delSp modSp add mod">
        <pc:chgData name="Minh Đình" userId="836bd1e508d52677" providerId="LiveId" clId="{E3EACA05-72C4-4750-83F6-FB9970E0A79D}" dt="2025-02-16T14:52:49.942" v="2033" actId="1076"/>
        <pc:sldMkLst>
          <pc:docMk/>
          <pc:sldMk cId="3422989575" sldId="343"/>
        </pc:sldMkLst>
      </pc:sldChg>
      <pc:sldChg chg="addSp delSp modSp add mod">
        <pc:chgData name="Minh Đình" userId="836bd1e508d52677" providerId="LiveId" clId="{E3EACA05-72C4-4750-83F6-FB9970E0A79D}" dt="2025-02-16T15:17:17.377" v="2682"/>
        <pc:sldMkLst>
          <pc:docMk/>
          <pc:sldMk cId="508656084" sldId="344"/>
        </pc:sldMkLst>
      </pc:sldChg>
      <pc:sldChg chg="addSp delSp modSp add mod">
        <pc:chgData name="Minh Đình" userId="836bd1e508d52677" providerId="LiveId" clId="{E3EACA05-72C4-4750-83F6-FB9970E0A79D}" dt="2025-02-16T15:15:54.988" v="2669" actId="20577"/>
        <pc:sldMkLst>
          <pc:docMk/>
          <pc:sldMk cId="3855095751" sldId="345"/>
        </pc:sldMkLst>
      </pc:sldChg>
      <pc:sldChg chg="modSp add mod ord">
        <pc:chgData name="Minh Đình" userId="836bd1e508d52677" providerId="LiveId" clId="{E3EACA05-72C4-4750-83F6-FB9970E0A79D}" dt="2025-02-16T15:10:34.584" v="2364"/>
        <pc:sldMkLst>
          <pc:docMk/>
          <pc:sldMk cId="2033096166" sldId="346"/>
        </pc:sldMkLst>
      </pc:sldChg>
      <pc:sldChg chg="addSp delSp modSp add mod modAnim">
        <pc:chgData name="Minh Đình" userId="836bd1e508d52677" providerId="LiveId" clId="{E3EACA05-72C4-4750-83F6-FB9970E0A79D}" dt="2025-02-16T15:22:24.944" v="2965" actId="2711"/>
        <pc:sldMkLst>
          <pc:docMk/>
          <pc:sldMk cId="4190792281" sldId="347"/>
        </pc:sldMkLst>
      </pc:sldChg>
      <pc:sldChg chg="delSp modSp add mod">
        <pc:chgData name="Minh Đình" userId="836bd1e508d52677" providerId="LiveId" clId="{E3EACA05-72C4-4750-83F6-FB9970E0A79D}" dt="2025-02-16T16:10:41.669" v="4710" actId="1076"/>
        <pc:sldMkLst>
          <pc:docMk/>
          <pc:sldMk cId="988199101" sldId="348"/>
        </pc:sldMkLst>
      </pc:sldChg>
      <pc:sldChg chg="addSp delSp modSp add mod ord">
        <pc:chgData name="Minh Đình" userId="836bd1e508d52677" providerId="LiveId" clId="{E3EACA05-72C4-4750-83F6-FB9970E0A79D}" dt="2025-02-16T16:10:31.507" v="4709" actId="20577"/>
        <pc:sldMkLst>
          <pc:docMk/>
          <pc:sldMk cId="384334566" sldId="349"/>
        </pc:sldMkLst>
      </pc:sldChg>
      <pc:sldChg chg="delSp modSp add mod">
        <pc:chgData name="Minh Đình" userId="836bd1e508d52677" providerId="LiveId" clId="{E3EACA05-72C4-4750-83F6-FB9970E0A79D}" dt="2025-02-16T16:23:49.235" v="4866" actId="2711"/>
        <pc:sldMkLst>
          <pc:docMk/>
          <pc:sldMk cId="280278997" sldId="350"/>
        </pc:sldMkLst>
      </pc:sldChg>
      <pc:sldChg chg="addSp delSp modSp add mod">
        <pc:chgData name="Minh Đình" userId="836bd1e508d52677" providerId="LiveId" clId="{E3EACA05-72C4-4750-83F6-FB9970E0A79D}" dt="2025-02-16T16:36:21.982" v="5025" actId="20577"/>
        <pc:sldMkLst>
          <pc:docMk/>
          <pc:sldMk cId="1183573575" sldId="351"/>
        </pc:sldMkLst>
      </pc:sldChg>
      <pc:sldChg chg="addSp delSp modSp add mod ord">
        <pc:chgData name="Minh Đình" userId="836bd1e508d52677" providerId="LiveId" clId="{E3EACA05-72C4-4750-83F6-FB9970E0A79D}" dt="2025-02-16T16:53:37.741" v="5098"/>
        <pc:sldMkLst>
          <pc:docMk/>
          <pc:sldMk cId="3042721552" sldId="352"/>
        </pc:sldMkLst>
      </pc:sldChg>
      <pc:sldChg chg="addSp delSp modSp add mod">
        <pc:chgData name="Minh Đình" userId="836bd1e508d52677" providerId="LiveId" clId="{E3EACA05-72C4-4750-83F6-FB9970E0A79D}" dt="2025-02-16T17:00:09.210" v="5547"/>
        <pc:sldMkLst>
          <pc:docMk/>
          <pc:sldMk cId="2891411740" sldId="353"/>
        </pc:sldMkLst>
      </pc:sldChg>
      <pc:sldChg chg="addSp delSp modSp add mod">
        <pc:chgData name="Minh Đình" userId="836bd1e508d52677" providerId="LiveId" clId="{E3EACA05-72C4-4750-83F6-FB9970E0A79D}" dt="2025-02-16T17:09:49.289" v="5894" actId="1076"/>
        <pc:sldMkLst>
          <pc:docMk/>
          <pc:sldMk cId="1551123961" sldId="354"/>
        </pc:sldMkLst>
      </pc:sldChg>
      <pc:sldChg chg="addSp delSp modSp add mod ord">
        <pc:chgData name="Minh Đình" userId="836bd1e508d52677" providerId="LiveId" clId="{E3EACA05-72C4-4750-83F6-FB9970E0A79D}" dt="2025-02-16T17:33:06.362" v="6265" actId="1076"/>
        <pc:sldMkLst>
          <pc:docMk/>
          <pc:sldMk cId="697786793" sldId="355"/>
        </pc:sldMkLst>
      </pc:sldChg>
      <pc:sldChg chg="modSp add del mod">
        <pc:chgData name="Minh Đình" userId="836bd1e508d52677" providerId="LiveId" clId="{E3EACA05-72C4-4750-83F6-FB9970E0A79D}" dt="2025-02-16T17:36:35.118" v="6388" actId="47"/>
        <pc:sldMkLst>
          <pc:docMk/>
          <pc:sldMk cId="649946909" sldId="356"/>
        </pc:sldMkLst>
      </pc:sldChg>
      <pc:sldChg chg="addSp delSp modSp add mod">
        <pc:chgData name="Minh Đình" userId="836bd1e508d52677" providerId="LiveId" clId="{E3EACA05-72C4-4750-83F6-FB9970E0A79D}" dt="2025-02-16T17:35:51.129" v="6387" actId="1076"/>
        <pc:sldMkLst>
          <pc:docMk/>
          <pc:sldMk cId="3539241077" sldId="357"/>
        </pc:sldMkLst>
      </pc:sldChg>
      <pc:sldChg chg="addSp delSp modSp add mod">
        <pc:chgData name="Minh Đình" userId="836bd1e508d52677" providerId="LiveId" clId="{E3EACA05-72C4-4750-83F6-FB9970E0A79D}" dt="2025-02-16T17:41:28.734" v="6572" actId="2711"/>
        <pc:sldMkLst>
          <pc:docMk/>
          <pc:sldMk cId="307457502" sldId="358"/>
        </pc:sldMkLst>
      </pc:sldChg>
      <pc:sldChg chg="addSp delSp modSp add mod">
        <pc:chgData name="Minh Đình" userId="836bd1e508d52677" providerId="LiveId" clId="{E3EACA05-72C4-4750-83F6-FB9970E0A79D}" dt="2025-02-16T17:43:59.363" v="6647" actId="20577"/>
        <pc:sldMkLst>
          <pc:docMk/>
          <pc:sldMk cId="3284678584" sldId="359"/>
        </pc:sldMkLst>
      </pc:sldChg>
      <pc:sldChg chg="add del">
        <pc:chgData name="Minh Đình" userId="836bd1e508d52677" providerId="LiveId" clId="{E3EACA05-72C4-4750-83F6-FB9970E0A79D}" dt="2025-02-16T17:42:43.946" v="6584" actId="47"/>
        <pc:sldMkLst>
          <pc:docMk/>
          <pc:sldMk cId="207969865" sldId="360"/>
        </pc:sldMkLst>
      </pc:sldChg>
      <pc:sldChg chg="addSp delSp modSp add mod">
        <pc:chgData name="Minh Đình" userId="836bd1e508d52677" providerId="LiveId" clId="{E3EACA05-72C4-4750-83F6-FB9970E0A79D}" dt="2025-02-16T17:43:22.443" v="6607" actId="1076"/>
        <pc:sldMkLst>
          <pc:docMk/>
          <pc:sldMk cId="1448335423" sldId="360"/>
        </pc:sldMkLst>
      </pc:sldChg>
      <pc:sldChg chg="addSp delSp modSp add mod">
        <pc:chgData name="Minh Đình" userId="836bd1e508d52677" providerId="LiveId" clId="{E3EACA05-72C4-4750-83F6-FB9970E0A79D}" dt="2025-02-16T17:44:45.682" v="6660" actId="1076"/>
        <pc:sldMkLst>
          <pc:docMk/>
          <pc:sldMk cId="2834652512" sldId="361"/>
        </pc:sldMkLst>
      </pc:sldChg>
      <pc:sldChg chg="addSp delSp modSp add mod">
        <pc:chgData name="Minh Đình" userId="836bd1e508d52677" providerId="LiveId" clId="{E3EACA05-72C4-4750-83F6-FB9970E0A79D}" dt="2025-02-17T03:43:03.863" v="7314"/>
        <pc:sldMkLst>
          <pc:docMk/>
          <pc:sldMk cId="1553629133" sldId="362"/>
        </pc:sldMkLst>
      </pc:sldChg>
      <pc:sldChg chg="addSp delSp modSp add mod">
        <pc:chgData name="Minh Đình" userId="836bd1e508d52677" providerId="LiveId" clId="{E3EACA05-72C4-4750-83F6-FB9970E0A79D}" dt="2025-02-17T01:32:42.731" v="7042" actId="478"/>
        <pc:sldMkLst>
          <pc:docMk/>
          <pc:sldMk cId="3845904561" sldId="363"/>
        </pc:sldMkLst>
      </pc:sldChg>
      <pc:sldChg chg="addSp delSp modSp add mod">
        <pc:chgData name="Minh Đình" userId="836bd1e508d52677" providerId="LiveId" clId="{E3EACA05-72C4-4750-83F6-FB9970E0A79D}" dt="2025-02-17T01:35:10.774" v="7192"/>
        <pc:sldMkLst>
          <pc:docMk/>
          <pc:sldMk cId="1427380233" sldId="364"/>
        </pc:sldMkLst>
      </pc:sldChg>
      <pc:sldChg chg="new del">
        <pc:chgData name="Minh Đình" userId="836bd1e508d52677" providerId="LiveId" clId="{E3EACA05-72C4-4750-83F6-FB9970E0A79D}" dt="2025-02-17T01:36:10.847" v="7195" actId="47"/>
        <pc:sldMkLst>
          <pc:docMk/>
          <pc:sldMk cId="2438134070" sldId="365"/>
        </pc:sldMkLst>
      </pc:sldChg>
      <pc:sldChg chg="addSp delSp modSp add mod">
        <pc:chgData name="Minh Đình" userId="836bd1e508d52677" providerId="LiveId" clId="{E3EACA05-72C4-4750-83F6-FB9970E0A79D}" dt="2025-02-17T01:45:48.174" v="7305" actId="1076"/>
        <pc:sldMkLst>
          <pc:docMk/>
          <pc:sldMk cId="1932710158" sldId="366"/>
        </pc:sldMkLst>
      </pc:sldChg>
      <pc:sldChg chg="modSp add mod">
        <pc:chgData name="Minh Đình" userId="836bd1e508d52677" providerId="LiveId" clId="{E3EACA05-72C4-4750-83F6-FB9970E0A79D}" dt="2025-02-17T01:45:37.779" v="7302" actId="1076"/>
        <pc:sldMkLst>
          <pc:docMk/>
          <pc:sldMk cId="510039199" sldId="367"/>
        </pc:sldMkLst>
      </pc:sldChg>
      <pc:sldMasterChg chg="modSp mod">
        <pc:chgData name="Minh Đình" userId="836bd1e508d52677" providerId="LiveId" clId="{E3EACA05-72C4-4750-83F6-FB9970E0A79D}" dt="2025-02-16T13:40:34.426" v="213" actId="20577"/>
        <pc:sldMasterMkLst>
          <pc:docMk/>
          <pc:sldMasterMk cId="901545815" sldId="2147483648"/>
        </pc:sldMasterMkLst>
        <pc:spChg chg="mod">
          <ac:chgData name="Minh Đình" userId="836bd1e508d52677" providerId="LiveId" clId="{E3EACA05-72C4-4750-83F6-FB9970E0A79D}" dt="2025-02-16T13:40:34.426" v="213" actId="20577"/>
          <ac:spMkLst>
            <pc:docMk/>
            <pc:sldMasterMk cId="901545815" sldId="2147483648"/>
            <ac:spMk id="2" creationId="{E77C5897-653A-F2F1-77FE-E1D5D3865A4B}"/>
          </ac:spMkLst>
        </pc:spChg>
      </pc:sldMasterChg>
    </pc:docChg>
  </pc:docChgLst>
  <pc:docChgLst>
    <pc:chgData name="Minh Đình" userId="836bd1e508d52677" providerId="LiveId" clId="{D3FC1DAC-9DAF-4E26-9BCF-C473F919E407}"/>
    <pc:docChg chg="undo custSel addSld delSld modSld modMainMaster">
      <pc:chgData name="Minh Đình" userId="836bd1e508d52677" providerId="LiveId" clId="{D3FC1DAC-9DAF-4E26-9BCF-C473F919E407}" dt="2024-09-05T17:07:08.260" v="3450" actId="1076"/>
      <pc:docMkLst>
        <pc:docMk/>
      </pc:docMkLst>
      <pc:sldChg chg="modSp mod">
        <pc:chgData name="Minh Đình" userId="836bd1e508d52677" providerId="LiveId" clId="{D3FC1DAC-9DAF-4E26-9BCF-C473F919E407}" dt="2024-09-05T16:25:31.464" v="284" actId="20577"/>
        <pc:sldMkLst>
          <pc:docMk/>
          <pc:sldMk cId="345753689" sldId="256"/>
        </pc:sldMkLst>
      </pc:sldChg>
      <pc:sldChg chg="delSp modSp mod">
        <pc:chgData name="Minh Đình" userId="836bd1e508d52677" providerId="LiveId" clId="{D3FC1DAC-9DAF-4E26-9BCF-C473F919E407}" dt="2024-09-05T16:27:44.774" v="593"/>
        <pc:sldMkLst>
          <pc:docMk/>
          <pc:sldMk cId="3911317014" sldId="257"/>
        </pc:sldMkLst>
      </pc:sldChg>
      <pc:sldChg chg="del">
        <pc:chgData name="Minh Đình" userId="836bd1e508d52677" providerId="LiveId" clId="{D3FC1DAC-9DAF-4E26-9BCF-C473F919E407}" dt="2024-09-05T16:27:48.246" v="594" actId="47"/>
        <pc:sldMkLst>
          <pc:docMk/>
          <pc:sldMk cId="1722033778" sldId="258"/>
        </pc:sldMkLst>
      </pc:sldChg>
      <pc:sldChg chg="addSp delSp modSp mod">
        <pc:chgData name="Minh Đình" userId="836bd1e508d52677" providerId="LiveId" clId="{D3FC1DAC-9DAF-4E26-9BCF-C473F919E407}" dt="2024-09-05T16:36:57.787" v="1414" actId="1076"/>
        <pc:sldMkLst>
          <pc:docMk/>
          <pc:sldMk cId="4007310481" sldId="259"/>
        </pc:sldMkLst>
      </pc:sldChg>
      <pc:sldChg chg="delSp del">
        <pc:chgData name="Minh Đình" userId="836bd1e508d52677" providerId="LiveId" clId="{D3FC1DAC-9DAF-4E26-9BCF-C473F919E407}" dt="2024-09-05T16:38:32.191" v="1446" actId="47"/>
        <pc:sldMkLst>
          <pc:docMk/>
          <pc:sldMk cId="2912988929" sldId="260"/>
        </pc:sldMkLst>
      </pc:sldChg>
      <pc:sldChg chg="del">
        <pc:chgData name="Minh Đình" userId="836bd1e508d52677" providerId="LiveId" clId="{D3FC1DAC-9DAF-4E26-9BCF-C473F919E407}" dt="2024-09-05T16:38:18.961" v="1417" actId="47"/>
        <pc:sldMkLst>
          <pc:docMk/>
          <pc:sldMk cId="610353939" sldId="261"/>
        </pc:sldMkLst>
      </pc:sldChg>
      <pc:sldChg chg="del">
        <pc:chgData name="Minh Đình" userId="836bd1e508d52677" providerId="LiveId" clId="{D3FC1DAC-9DAF-4E26-9BCF-C473F919E407}" dt="2024-09-05T16:37:45.914" v="1416" actId="47"/>
        <pc:sldMkLst>
          <pc:docMk/>
          <pc:sldMk cId="1967633584" sldId="262"/>
        </pc:sldMkLst>
      </pc:sldChg>
      <pc:sldChg chg="del">
        <pc:chgData name="Minh Đình" userId="836bd1e508d52677" providerId="LiveId" clId="{D3FC1DAC-9DAF-4E26-9BCF-C473F919E407}" dt="2024-09-05T16:38:19.173" v="1418" actId="47"/>
        <pc:sldMkLst>
          <pc:docMk/>
          <pc:sldMk cId="3904948485" sldId="263"/>
        </pc:sldMkLst>
      </pc:sldChg>
      <pc:sldChg chg="del">
        <pc:chgData name="Minh Đình" userId="836bd1e508d52677" providerId="LiveId" clId="{D3FC1DAC-9DAF-4E26-9BCF-C473F919E407}" dt="2024-09-05T16:38:19.558" v="1419" actId="47"/>
        <pc:sldMkLst>
          <pc:docMk/>
          <pc:sldMk cId="3404263136" sldId="264"/>
        </pc:sldMkLst>
      </pc:sldChg>
      <pc:sldChg chg="del">
        <pc:chgData name="Minh Đình" userId="836bd1e508d52677" providerId="LiveId" clId="{D3FC1DAC-9DAF-4E26-9BCF-C473F919E407}" dt="2024-09-05T16:38:19.747" v="1420" actId="47"/>
        <pc:sldMkLst>
          <pc:docMk/>
          <pc:sldMk cId="3766027718" sldId="265"/>
        </pc:sldMkLst>
      </pc:sldChg>
      <pc:sldChg chg="del">
        <pc:chgData name="Minh Đình" userId="836bd1e508d52677" providerId="LiveId" clId="{D3FC1DAC-9DAF-4E26-9BCF-C473F919E407}" dt="2024-09-05T16:38:19.986" v="1421" actId="47"/>
        <pc:sldMkLst>
          <pc:docMk/>
          <pc:sldMk cId="2748488782" sldId="266"/>
        </pc:sldMkLst>
      </pc:sldChg>
      <pc:sldChg chg="del">
        <pc:chgData name="Minh Đình" userId="836bd1e508d52677" providerId="LiveId" clId="{D3FC1DAC-9DAF-4E26-9BCF-C473F919E407}" dt="2024-09-05T16:38:20.050" v="1422" actId="47"/>
        <pc:sldMkLst>
          <pc:docMk/>
          <pc:sldMk cId="22823622" sldId="267"/>
        </pc:sldMkLst>
      </pc:sldChg>
      <pc:sldChg chg="del">
        <pc:chgData name="Minh Đình" userId="836bd1e508d52677" providerId="LiveId" clId="{D3FC1DAC-9DAF-4E26-9BCF-C473F919E407}" dt="2024-09-05T16:38:20.264" v="1423" actId="47"/>
        <pc:sldMkLst>
          <pc:docMk/>
          <pc:sldMk cId="767395912" sldId="268"/>
        </pc:sldMkLst>
      </pc:sldChg>
      <pc:sldChg chg="del">
        <pc:chgData name="Minh Đình" userId="836bd1e508d52677" providerId="LiveId" clId="{D3FC1DAC-9DAF-4E26-9BCF-C473F919E407}" dt="2024-09-05T16:38:20.331" v="1424" actId="47"/>
        <pc:sldMkLst>
          <pc:docMk/>
          <pc:sldMk cId="974486449" sldId="269"/>
        </pc:sldMkLst>
      </pc:sldChg>
      <pc:sldChg chg="del">
        <pc:chgData name="Minh Đình" userId="836bd1e508d52677" providerId="LiveId" clId="{D3FC1DAC-9DAF-4E26-9BCF-C473F919E407}" dt="2024-09-05T16:38:20.550" v="1425" actId="47"/>
        <pc:sldMkLst>
          <pc:docMk/>
          <pc:sldMk cId="1691653636" sldId="270"/>
        </pc:sldMkLst>
      </pc:sldChg>
      <pc:sldChg chg="del">
        <pc:chgData name="Minh Đình" userId="836bd1e508d52677" providerId="LiveId" clId="{D3FC1DAC-9DAF-4E26-9BCF-C473F919E407}" dt="2024-09-05T16:38:20.809" v="1427" actId="47"/>
        <pc:sldMkLst>
          <pc:docMk/>
          <pc:sldMk cId="811246154" sldId="271"/>
        </pc:sldMkLst>
      </pc:sldChg>
      <pc:sldChg chg="del">
        <pc:chgData name="Minh Đình" userId="836bd1e508d52677" providerId="LiveId" clId="{D3FC1DAC-9DAF-4E26-9BCF-C473F919E407}" dt="2024-09-05T16:38:22.072" v="1433" actId="47"/>
        <pc:sldMkLst>
          <pc:docMk/>
          <pc:sldMk cId="284976611" sldId="272"/>
        </pc:sldMkLst>
      </pc:sldChg>
      <pc:sldChg chg="del">
        <pc:chgData name="Minh Đình" userId="836bd1e508d52677" providerId="LiveId" clId="{D3FC1DAC-9DAF-4E26-9BCF-C473F919E407}" dt="2024-09-05T16:38:20.625" v="1426" actId="47"/>
        <pc:sldMkLst>
          <pc:docMk/>
          <pc:sldMk cId="2796873521" sldId="273"/>
        </pc:sldMkLst>
      </pc:sldChg>
      <pc:sldChg chg="del">
        <pc:chgData name="Minh Đình" userId="836bd1e508d52677" providerId="LiveId" clId="{D3FC1DAC-9DAF-4E26-9BCF-C473F919E407}" dt="2024-09-05T16:38:21.596" v="1430" actId="47"/>
        <pc:sldMkLst>
          <pc:docMk/>
          <pc:sldMk cId="3370097097" sldId="274"/>
        </pc:sldMkLst>
      </pc:sldChg>
      <pc:sldChg chg="del">
        <pc:chgData name="Minh Đình" userId="836bd1e508d52677" providerId="LiveId" clId="{D3FC1DAC-9DAF-4E26-9BCF-C473F919E407}" dt="2024-09-05T16:38:21.174" v="1428" actId="47"/>
        <pc:sldMkLst>
          <pc:docMk/>
          <pc:sldMk cId="1740062919" sldId="275"/>
        </pc:sldMkLst>
      </pc:sldChg>
      <pc:sldChg chg="del">
        <pc:chgData name="Minh Đình" userId="836bd1e508d52677" providerId="LiveId" clId="{D3FC1DAC-9DAF-4E26-9BCF-C473F919E407}" dt="2024-09-05T16:38:21.704" v="1431" actId="47"/>
        <pc:sldMkLst>
          <pc:docMk/>
          <pc:sldMk cId="3071658624" sldId="276"/>
        </pc:sldMkLst>
      </pc:sldChg>
      <pc:sldChg chg="del">
        <pc:chgData name="Minh Đình" userId="836bd1e508d52677" providerId="LiveId" clId="{D3FC1DAC-9DAF-4E26-9BCF-C473F919E407}" dt="2024-09-05T16:38:22.230" v="1434" actId="47"/>
        <pc:sldMkLst>
          <pc:docMk/>
          <pc:sldMk cId="238947915" sldId="277"/>
        </pc:sldMkLst>
      </pc:sldChg>
      <pc:sldChg chg="del">
        <pc:chgData name="Minh Đình" userId="836bd1e508d52677" providerId="LiveId" clId="{D3FC1DAC-9DAF-4E26-9BCF-C473F919E407}" dt="2024-09-05T16:38:22.428" v="1435" actId="47"/>
        <pc:sldMkLst>
          <pc:docMk/>
          <pc:sldMk cId="1140129264" sldId="278"/>
        </pc:sldMkLst>
      </pc:sldChg>
      <pc:sldChg chg="del">
        <pc:chgData name="Minh Đình" userId="836bd1e508d52677" providerId="LiveId" clId="{D3FC1DAC-9DAF-4E26-9BCF-C473F919E407}" dt="2024-09-05T16:38:23.229" v="1438" actId="47"/>
        <pc:sldMkLst>
          <pc:docMk/>
          <pc:sldMk cId="3771279957" sldId="279"/>
        </pc:sldMkLst>
      </pc:sldChg>
      <pc:sldChg chg="del">
        <pc:chgData name="Minh Đình" userId="836bd1e508d52677" providerId="LiveId" clId="{D3FC1DAC-9DAF-4E26-9BCF-C473F919E407}" dt="2024-09-05T16:38:23.377" v="1439" actId="47"/>
        <pc:sldMkLst>
          <pc:docMk/>
          <pc:sldMk cId="3861452339" sldId="280"/>
        </pc:sldMkLst>
      </pc:sldChg>
      <pc:sldChg chg="del">
        <pc:chgData name="Minh Đình" userId="836bd1e508d52677" providerId="LiveId" clId="{D3FC1DAC-9DAF-4E26-9BCF-C473F919E407}" dt="2024-09-05T16:38:23.562" v="1440" actId="47"/>
        <pc:sldMkLst>
          <pc:docMk/>
          <pc:sldMk cId="950941139" sldId="281"/>
        </pc:sldMkLst>
      </pc:sldChg>
      <pc:sldChg chg="del">
        <pc:chgData name="Minh Đình" userId="836bd1e508d52677" providerId="LiveId" clId="{D3FC1DAC-9DAF-4E26-9BCF-C473F919E407}" dt="2024-09-05T16:38:22.865" v="1436" actId="47"/>
        <pc:sldMkLst>
          <pc:docMk/>
          <pc:sldMk cId="2967780640" sldId="282"/>
        </pc:sldMkLst>
      </pc:sldChg>
      <pc:sldChg chg="del">
        <pc:chgData name="Minh Đình" userId="836bd1e508d52677" providerId="LiveId" clId="{D3FC1DAC-9DAF-4E26-9BCF-C473F919E407}" dt="2024-09-05T16:38:23.747" v="1441" actId="47"/>
        <pc:sldMkLst>
          <pc:docMk/>
          <pc:sldMk cId="616751478" sldId="283"/>
        </pc:sldMkLst>
      </pc:sldChg>
      <pc:sldChg chg="del">
        <pc:chgData name="Minh Đình" userId="836bd1e508d52677" providerId="LiveId" clId="{D3FC1DAC-9DAF-4E26-9BCF-C473F919E407}" dt="2024-09-05T16:38:21.559" v="1429" actId="47"/>
        <pc:sldMkLst>
          <pc:docMk/>
          <pc:sldMk cId="198803338" sldId="284"/>
        </pc:sldMkLst>
      </pc:sldChg>
      <pc:sldChg chg="del">
        <pc:chgData name="Minh Đình" userId="836bd1e508d52677" providerId="LiveId" clId="{D3FC1DAC-9DAF-4E26-9BCF-C473F919E407}" dt="2024-09-05T16:38:21.970" v="1432" actId="47"/>
        <pc:sldMkLst>
          <pc:docMk/>
          <pc:sldMk cId="3779123254" sldId="285"/>
        </pc:sldMkLst>
      </pc:sldChg>
      <pc:sldChg chg="del">
        <pc:chgData name="Minh Đình" userId="836bd1e508d52677" providerId="LiveId" clId="{D3FC1DAC-9DAF-4E26-9BCF-C473F919E407}" dt="2024-09-05T16:38:23.028" v="1437" actId="47"/>
        <pc:sldMkLst>
          <pc:docMk/>
          <pc:sldMk cId="3722698626" sldId="286"/>
        </pc:sldMkLst>
      </pc:sldChg>
      <pc:sldChg chg="del">
        <pc:chgData name="Minh Đình" userId="836bd1e508d52677" providerId="LiveId" clId="{D3FC1DAC-9DAF-4E26-9BCF-C473F919E407}" dt="2024-09-05T16:38:24.699" v="1443" actId="47"/>
        <pc:sldMkLst>
          <pc:docMk/>
          <pc:sldMk cId="2053841181" sldId="287"/>
        </pc:sldMkLst>
      </pc:sldChg>
      <pc:sldChg chg="del">
        <pc:chgData name="Minh Đình" userId="836bd1e508d52677" providerId="LiveId" clId="{D3FC1DAC-9DAF-4E26-9BCF-C473F919E407}" dt="2024-09-05T16:38:25.376" v="1444" actId="47"/>
        <pc:sldMkLst>
          <pc:docMk/>
          <pc:sldMk cId="1045413417" sldId="288"/>
        </pc:sldMkLst>
      </pc:sldChg>
      <pc:sldChg chg="del">
        <pc:chgData name="Minh Đình" userId="836bd1e508d52677" providerId="LiveId" clId="{D3FC1DAC-9DAF-4E26-9BCF-C473F919E407}" dt="2024-09-05T16:38:24.451" v="1442" actId="47"/>
        <pc:sldMkLst>
          <pc:docMk/>
          <pc:sldMk cId="812647908" sldId="289"/>
        </pc:sldMkLst>
      </pc:sldChg>
      <pc:sldChg chg="addSp delSp modSp add mod">
        <pc:chgData name="Minh Đình" userId="836bd1e508d52677" providerId="LiveId" clId="{D3FC1DAC-9DAF-4E26-9BCF-C473F919E407}" dt="2024-09-05T17:04:07.363" v="3425" actId="1076"/>
        <pc:sldMkLst>
          <pc:docMk/>
          <pc:sldMk cId="2362030471" sldId="291"/>
        </pc:sldMkLst>
      </pc:sldChg>
      <pc:sldChg chg="addSp delSp modSp add mod">
        <pc:chgData name="Minh Đình" userId="836bd1e508d52677" providerId="LiveId" clId="{D3FC1DAC-9DAF-4E26-9BCF-C473F919E407}" dt="2024-09-05T17:07:08.260" v="3450" actId="1076"/>
        <pc:sldMkLst>
          <pc:docMk/>
          <pc:sldMk cId="2846738660" sldId="292"/>
        </pc:sldMkLst>
      </pc:sldChg>
      <pc:sldChg chg="addSp delSp modSp add mod">
        <pc:chgData name="Minh Đình" userId="836bd1e508d52677" providerId="LiveId" clId="{D3FC1DAC-9DAF-4E26-9BCF-C473F919E407}" dt="2024-09-05T17:00:32.541" v="3416" actId="1036"/>
        <pc:sldMkLst>
          <pc:docMk/>
          <pc:sldMk cId="3319919972" sldId="293"/>
        </pc:sldMkLst>
      </pc:sldChg>
      <pc:sldMasterChg chg="delSp modSp mod">
        <pc:chgData name="Minh Đình" userId="836bd1e508d52677" providerId="LiveId" clId="{D3FC1DAC-9DAF-4E26-9BCF-C473F919E407}" dt="2024-09-05T16:22:52.562" v="173" actId="20577"/>
        <pc:sldMasterMkLst>
          <pc:docMk/>
          <pc:sldMasterMk cId="901545815" sldId="2147483648"/>
        </pc:sldMasterMkLst>
      </pc:sldMasterChg>
    </pc:docChg>
  </pc:docChgLst>
  <pc:docChgLst>
    <pc:chgData name="Minh Đình" userId="836bd1e508d52677" providerId="LiveId" clId="{4B00F065-1916-424D-8F4C-C1D87A604FC1}"/>
    <pc:docChg chg="undo custSel addSld delSld modSld modMainMaster">
      <pc:chgData name="Minh Đình" userId="836bd1e508d52677" providerId="LiveId" clId="{4B00F065-1916-424D-8F4C-C1D87A604FC1}" dt="2024-09-26T16:58:45.303" v="1710" actId="1076"/>
      <pc:docMkLst>
        <pc:docMk/>
      </pc:docMkLst>
      <pc:sldChg chg="addSp delSp modSp mod">
        <pc:chgData name="Minh Đình" userId="836bd1e508d52677" providerId="LiveId" clId="{4B00F065-1916-424D-8F4C-C1D87A604FC1}" dt="2024-09-26T14:36:18.295" v="352" actId="1076"/>
        <pc:sldMkLst>
          <pc:docMk/>
          <pc:sldMk cId="345753689" sldId="256"/>
        </pc:sldMkLst>
      </pc:sldChg>
      <pc:sldChg chg="del">
        <pc:chgData name="Minh Đình" userId="836bd1e508d52677" providerId="LiveId" clId="{4B00F065-1916-424D-8F4C-C1D87A604FC1}" dt="2024-09-26T14:24:23.032" v="215" actId="47"/>
        <pc:sldMkLst>
          <pc:docMk/>
          <pc:sldMk cId="3911317014" sldId="257"/>
        </pc:sldMkLst>
      </pc:sldChg>
      <pc:sldChg chg="addSp delSp modSp mod">
        <pc:chgData name="Minh Đình" userId="836bd1e508d52677" providerId="LiveId" clId="{4B00F065-1916-424D-8F4C-C1D87A604FC1}" dt="2024-09-26T14:58:24.092" v="508" actId="478"/>
        <pc:sldMkLst>
          <pc:docMk/>
          <pc:sldMk cId="4007310481" sldId="259"/>
        </pc:sldMkLst>
      </pc:sldChg>
      <pc:sldChg chg="addSp delSp modSp mod">
        <pc:chgData name="Minh Đình" userId="836bd1e508d52677" providerId="LiveId" clId="{4B00F065-1916-424D-8F4C-C1D87A604FC1}" dt="2024-09-26T16:29:45.856" v="1038" actId="1076"/>
        <pc:sldMkLst>
          <pc:docMk/>
          <pc:sldMk cId="2362030471" sldId="291"/>
        </pc:sldMkLst>
      </pc:sldChg>
      <pc:sldChg chg="del">
        <pc:chgData name="Minh Đình" userId="836bd1e508d52677" providerId="LiveId" clId="{4B00F065-1916-424D-8F4C-C1D87A604FC1}" dt="2024-09-26T16:28:43.768" v="962" actId="47"/>
        <pc:sldMkLst>
          <pc:docMk/>
          <pc:sldMk cId="2846738660" sldId="292"/>
        </pc:sldMkLst>
      </pc:sldChg>
      <pc:sldChg chg="del">
        <pc:chgData name="Minh Đình" userId="836bd1e508d52677" providerId="LiveId" clId="{4B00F065-1916-424D-8F4C-C1D87A604FC1}" dt="2024-09-26T16:28:45.028" v="963" actId="47"/>
        <pc:sldMkLst>
          <pc:docMk/>
          <pc:sldMk cId="3319919972" sldId="293"/>
        </pc:sldMkLst>
      </pc:sldChg>
      <pc:sldChg chg="addSp delSp modSp add mod">
        <pc:chgData name="Minh Đình" userId="836bd1e508d52677" providerId="LiveId" clId="{4B00F065-1916-424D-8F4C-C1D87A604FC1}" dt="2024-09-26T16:13:37.467" v="813" actId="1076"/>
        <pc:sldMkLst>
          <pc:docMk/>
          <pc:sldMk cId="1919586846" sldId="294"/>
        </pc:sldMkLst>
      </pc:sldChg>
      <pc:sldChg chg="addSp delSp modSp add mod">
        <pc:chgData name="Minh Đình" userId="836bd1e508d52677" providerId="LiveId" clId="{4B00F065-1916-424D-8F4C-C1D87A604FC1}" dt="2024-09-26T16:12:37.785" v="807" actId="1076"/>
        <pc:sldMkLst>
          <pc:docMk/>
          <pc:sldMk cId="3404705246" sldId="295"/>
        </pc:sldMkLst>
      </pc:sldChg>
      <pc:sldChg chg="addSp delSp modSp add mod">
        <pc:chgData name="Minh Đình" userId="836bd1e508d52677" providerId="LiveId" clId="{4B00F065-1916-424D-8F4C-C1D87A604FC1}" dt="2024-09-26T16:29:52.762" v="1040" actId="1076"/>
        <pc:sldMkLst>
          <pc:docMk/>
          <pc:sldMk cId="2664797403" sldId="296"/>
        </pc:sldMkLst>
      </pc:sldChg>
      <pc:sldChg chg="addSp delSp modSp add mod">
        <pc:chgData name="Minh Đình" userId="836bd1e508d52677" providerId="LiveId" clId="{4B00F065-1916-424D-8F4C-C1D87A604FC1}" dt="2024-09-26T16:31:20.360" v="1049" actId="1076"/>
        <pc:sldMkLst>
          <pc:docMk/>
          <pc:sldMk cId="4218536994" sldId="297"/>
        </pc:sldMkLst>
      </pc:sldChg>
      <pc:sldChg chg="addSp delSp modSp add mod">
        <pc:chgData name="Minh Đình" userId="836bd1e508d52677" providerId="LiveId" clId="{4B00F065-1916-424D-8F4C-C1D87A604FC1}" dt="2024-09-26T16:38:34.285" v="1205" actId="1076"/>
        <pc:sldMkLst>
          <pc:docMk/>
          <pc:sldMk cId="2452277117" sldId="298"/>
        </pc:sldMkLst>
      </pc:sldChg>
      <pc:sldChg chg="addSp delSp modSp add mod">
        <pc:chgData name="Minh Đình" userId="836bd1e508d52677" providerId="LiveId" clId="{4B00F065-1916-424D-8F4C-C1D87A604FC1}" dt="2024-09-26T16:48:37.980" v="1657"/>
        <pc:sldMkLst>
          <pc:docMk/>
          <pc:sldMk cId="2722962975" sldId="299"/>
        </pc:sldMkLst>
      </pc:sldChg>
      <pc:sldChg chg="addSp delSp modSp add mod">
        <pc:chgData name="Minh Đình" userId="836bd1e508d52677" providerId="LiveId" clId="{4B00F065-1916-424D-8F4C-C1D87A604FC1}" dt="2024-09-26T16:48:30.446" v="1656" actId="1076"/>
        <pc:sldMkLst>
          <pc:docMk/>
          <pc:sldMk cId="3017430305" sldId="300"/>
        </pc:sldMkLst>
      </pc:sldChg>
      <pc:sldChg chg="addSp delSp modSp add mod">
        <pc:chgData name="Minh Đình" userId="836bd1e508d52677" providerId="LiveId" clId="{4B00F065-1916-424D-8F4C-C1D87A604FC1}" dt="2024-09-26T16:58:45.303" v="1710" actId="1076"/>
        <pc:sldMkLst>
          <pc:docMk/>
          <pc:sldMk cId="2871641466" sldId="301"/>
        </pc:sldMkLst>
      </pc:sldChg>
      <pc:sldMasterChg chg="modSp mod">
        <pc:chgData name="Minh Đình" userId="836bd1e508d52677" providerId="LiveId" clId="{4B00F065-1916-424D-8F4C-C1D87A604FC1}" dt="2024-09-26T14:27:47.831" v="344" actId="1036"/>
        <pc:sldMasterMkLst>
          <pc:docMk/>
          <pc:sldMasterMk cId="901545815" sldId="2147483648"/>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C5D22D5-67AE-7373-3230-81048FB4486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705D38-0F62-0034-3F24-4F1677BDE9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A5B708-785D-4B6B-AB00-E10C3916B9DB}" type="datetimeFigureOut">
              <a:rPr lang="en-US" smtClean="0"/>
              <a:t>10-Mar-25</a:t>
            </a:fld>
            <a:endParaRPr lang="en-US"/>
          </a:p>
        </p:txBody>
      </p:sp>
      <p:sp>
        <p:nvSpPr>
          <p:cNvPr id="4" name="Footer Placeholder 3">
            <a:extLst>
              <a:ext uri="{FF2B5EF4-FFF2-40B4-BE49-F238E27FC236}">
                <a16:creationId xmlns:a16="http://schemas.microsoft.com/office/drawing/2014/main" id="{C9900F23-6376-CA9C-7E2B-3F022725B37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E9A43DE-DA26-71B0-0302-7DA460CC9A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8E7808-D9F7-45E6-B583-B52021C182BB}" type="slidenum">
              <a:rPr lang="en-US" smtClean="0"/>
              <a:t>‹#›</a:t>
            </a:fld>
            <a:endParaRPr lang="en-US"/>
          </a:p>
        </p:txBody>
      </p:sp>
    </p:spTree>
    <p:extLst>
      <p:ext uri="{BB962C8B-B14F-4D97-AF65-F5344CB8AC3E}">
        <p14:creationId xmlns:p14="http://schemas.microsoft.com/office/powerpoint/2010/main" val="36966466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1BC5C2-1317-4FA4-A81F-0011D2E940A6}" type="datetimeFigureOut">
              <a:rPr lang="en-US" smtClean="0"/>
              <a:t>10-Mar-25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9B1F58-AC68-46E8-808A-40B5D90CA113}" type="slidenum">
              <a:rPr lang="en-US" smtClean="0"/>
              <a:t>‹#›</a:t>
            </a:fld>
            <a:endParaRPr lang="en-US"/>
          </a:p>
        </p:txBody>
      </p:sp>
    </p:spTree>
    <p:extLst>
      <p:ext uri="{BB962C8B-B14F-4D97-AF65-F5344CB8AC3E}">
        <p14:creationId xmlns:p14="http://schemas.microsoft.com/office/powerpoint/2010/main" val="1551697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7E9B1F58-AC68-46E8-808A-40B5D90CA113}" type="slidenum">
              <a:rPr lang="en-US" smtClean="0"/>
              <a:t>1</a:t>
            </a:fld>
            <a:endParaRPr lang="en-US"/>
          </a:p>
        </p:txBody>
      </p:sp>
    </p:spTree>
    <p:extLst>
      <p:ext uri="{BB962C8B-B14F-4D97-AF65-F5344CB8AC3E}">
        <p14:creationId xmlns:p14="http://schemas.microsoft.com/office/powerpoint/2010/main" val="3785676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9545E-0970-2D38-18CB-3132F4A176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ECC98-61B8-CE46-D5B8-01EFC7F51A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DACAD7-6078-31D7-FC88-E452C94F8E25}"/>
              </a:ext>
            </a:extLst>
          </p:cNvPr>
          <p:cNvSpPr>
            <a:spLocks noGrp="1"/>
          </p:cNvSpPr>
          <p:nvPr>
            <p:ph type="body" idx="1"/>
          </p:nvPr>
        </p:nvSpPr>
        <p:spPr/>
        <p:txBody>
          <a:bodyPr/>
          <a:lstStyle/>
          <a:p>
            <a:pPr>
              <a:buFont typeface="Arial" panose="020B0604020202020204" pitchFamily="34" charset="0"/>
              <a:buChar char="•"/>
            </a:pPr>
            <a:endParaRPr lang="vi-VN" dirty="0"/>
          </a:p>
        </p:txBody>
      </p:sp>
      <p:sp>
        <p:nvSpPr>
          <p:cNvPr id="4" name="Slide Number Placeholder 3">
            <a:extLst>
              <a:ext uri="{FF2B5EF4-FFF2-40B4-BE49-F238E27FC236}">
                <a16:creationId xmlns:a16="http://schemas.microsoft.com/office/drawing/2014/main" id="{37E370B5-FCC8-B73C-38B9-EFAFFBC25C90}"/>
              </a:ext>
            </a:extLst>
          </p:cNvPr>
          <p:cNvSpPr>
            <a:spLocks noGrp="1"/>
          </p:cNvSpPr>
          <p:nvPr>
            <p:ph type="sldNum" sz="quarter" idx="5"/>
          </p:nvPr>
        </p:nvSpPr>
        <p:spPr/>
        <p:txBody>
          <a:bodyPr/>
          <a:lstStyle/>
          <a:p>
            <a:fld id="{7E9B1F58-AC68-46E8-808A-40B5D90CA113}" type="slidenum">
              <a:rPr lang="en-US" smtClean="0"/>
              <a:t>2</a:t>
            </a:fld>
            <a:endParaRPr lang="en-US"/>
          </a:p>
        </p:txBody>
      </p:sp>
    </p:spTree>
    <p:extLst>
      <p:ext uri="{BB962C8B-B14F-4D97-AF65-F5344CB8AC3E}">
        <p14:creationId xmlns:p14="http://schemas.microsoft.com/office/powerpoint/2010/main" val="2108753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1E5EC-AF80-5E0B-E970-9A88D916F7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2AECD4-6889-2874-1398-1A4B78F7E2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58495B-537F-E690-753E-D0801DD156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E2919E-7C2D-7644-0D86-A40E1DCCEF10}"/>
              </a:ext>
            </a:extLst>
          </p:cNvPr>
          <p:cNvSpPr>
            <a:spLocks noGrp="1"/>
          </p:cNvSpPr>
          <p:nvPr>
            <p:ph type="sldNum" sz="quarter" idx="5"/>
          </p:nvPr>
        </p:nvSpPr>
        <p:spPr/>
        <p:txBody>
          <a:bodyPr/>
          <a:lstStyle/>
          <a:p>
            <a:fld id="{7E9B1F58-AC68-46E8-808A-40B5D90CA113}" type="slidenum">
              <a:rPr lang="en-US" smtClean="0"/>
              <a:t>3</a:t>
            </a:fld>
            <a:endParaRPr lang="en-US"/>
          </a:p>
        </p:txBody>
      </p:sp>
    </p:spTree>
    <p:extLst>
      <p:ext uri="{BB962C8B-B14F-4D97-AF65-F5344CB8AC3E}">
        <p14:creationId xmlns:p14="http://schemas.microsoft.com/office/powerpoint/2010/main" val="40484140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9E64A-0126-CDDD-7D0B-8A6995D407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31FD00-3813-10AA-11B1-6DEF0F4402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E81B6D-1ACD-BB26-53B6-EA2E935D07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CA3CCA-34D7-81B9-288F-B26DA0F6D88B}"/>
              </a:ext>
            </a:extLst>
          </p:cNvPr>
          <p:cNvSpPr>
            <a:spLocks noGrp="1"/>
          </p:cNvSpPr>
          <p:nvPr>
            <p:ph type="sldNum" sz="quarter" idx="5"/>
          </p:nvPr>
        </p:nvSpPr>
        <p:spPr/>
        <p:txBody>
          <a:bodyPr/>
          <a:lstStyle/>
          <a:p>
            <a:fld id="{7E9B1F58-AC68-46E8-808A-40B5D90CA113}" type="slidenum">
              <a:rPr lang="en-US" smtClean="0"/>
              <a:t>4</a:t>
            </a:fld>
            <a:endParaRPr lang="en-US"/>
          </a:p>
        </p:txBody>
      </p:sp>
    </p:spTree>
    <p:extLst>
      <p:ext uri="{BB962C8B-B14F-4D97-AF65-F5344CB8AC3E}">
        <p14:creationId xmlns:p14="http://schemas.microsoft.com/office/powerpoint/2010/main" val="1398907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BDC56-1B9D-BBE4-63E4-FD13AD90D4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BE7630-7B82-C0C5-E818-C52BAC3CA8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2436B2-9F06-DA76-F7BC-4437EE39B6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52271B-A52C-6A42-1F56-6C83B0CB4DAA}"/>
              </a:ext>
            </a:extLst>
          </p:cNvPr>
          <p:cNvSpPr>
            <a:spLocks noGrp="1"/>
          </p:cNvSpPr>
          <p:nvPr>
            <p:ph type="sldNum" sz="quarter" idx="5"/>
          </p:nvPr>
        </p:nvSpPr>
        <p:spPr/>
        <p:txBody>
          <a:bodyPr/>
          <a:lstStyle/>
          <a:p>
            <a:fld id="{7E9B1F58-AC68-46E8-808A-40B5D90CA113}" type="slidenum">
              <a:rPr lang="en-US" smtClean="0"/>
              <a:t>5</a:t>
            </a:fld>
            <a:endParaRPr lang="en-US"/>
          </a:p>
        </p:txBody>
      </p:sp>
    </p:spTree>
    <p:extLst>
      <p:ext uri="{BB962C8B-B14F-4D97-AF65-F5344CB8AC3E}">
        <p14:creationId xmlns:p14="http://schemas.microsoft.com/office/powerpoint/2010/main" val="2228580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A0A97-82A4-33E5-317B-FE6791DAEF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029CEB-5BD4-A941-E7FF-73C8DD3462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C71AE9-813A-E006-0825-2C8B119FF6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943BCE-52DD-A600-B439-CF6EC96E7CED}"/>
              </a:ext>
            </a:extLst>
          </p:cNvPr>
          <p:cNvSpPr>
            <a:spLocks noGrp="1"/>
          </p:cNvSpPr>
          <p:nvPr>
            <p:ph type="sldNum" sz="quarter" idx="5"/>
          </p:nvPr>
        </p:nvSpPr>
        <p:spPr/>
        <p:txBody>
          <a:bodyPr/>
          <a:lstStyle/>
          <a:p>
            <a:fld id="{7E9B1F58-AC68-46E8-808A-40B5D90CA113}" type="slidenum">
              <a:rPr lang="en-US" smtClean="0"/>
              <a:t>6</a:t>
            </a:fld>
            <a:endParaRPr lang="en-US"/>
          </a:p>
        </p:txBody>
      </p:sp>
    </p:spTree>
    <p:extLst>
      <p:ext uri="{BB962C8B-B14F-4D97-AF65-F5344CB8AC3E}">
        <p14:creationId xmlns:p14="http://schemas.microsoft.com/office/powerpoint/2010/main" val="23998665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26C5C-5334-BD83-356A-03991FDE51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F24AD-65A9-7683-C166-6AC23B5E5E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D1BCD1-9283-8FCE-5FC0-6374BF396654}"/>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7A1B02B0-5A4A-0573-0A71-5E1720DA2BD6}"/>
              </a:ext>
            </a:extLst>
          </p:cNvPr>
          <p:cNvSpPr>
            <a:spLocks noGrp="1"/>
          </p:cNvSpPr>
          <p:nvPr>
            <p:ph type="sldNum" sz="quarter" idx="5"/>
          </p:nvPr>
        </p:nvSpPr>
        <p:spPr/>
        <p:txBody>
          <a:bodyPr/>
          <a:lstStyle/>
          <a:p>
            <a:fld id="{7E9B1F58-AC68-46E8-808A-40B5D90CA113}" type="slidenum">
              <a:rPr lang="en-US" smtClean="0"/>
              <a:t>7</a:t>
            </a:fld>
            <a:endParaRPr lang="en-US"/>
          </a:p>
        </p:txBody>
      </p:sp>
    </p:spTree>
    <p:extLst>
      <p:ext uri="{BB962C8B-B14F-4D97-AF65-F5344CB8AC3E}">
        <p14:creationId xmlns:p14="http://schemas.microsoft.com/office/powerpoint/2010/main" val="20659056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B92F4-A1B6-0841-7C86-E727FE008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E11EA-185D-B3B5-F4FA-CE7488D3EE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7228A1-2174-7AA4-9F43-276DA3B28DF5}"/>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BC6AAADE-8B29-EFCF-BF49-84C223340096}"/>
              </a:ext>
            </a:extLst>
          </p:cNvPr>
          <p:cNvSpPr>
            <a:spLocks noGrp="1"/>
          </p:cNvSpPr>
          <p:nvPr>
            <p:ph type="sldNum" sz="quarter" idx="5"/>
          </p:nvPr>
        </p:nvSpPr>
        <p:spPr/>
        <p:txBody>
          <a:bodyPr/>
          <a:lstStyle/>
          <a:p>
            <a:fld id="{7E9B1F58-AC68-46E8-808A-40B5D90CA113}" type="slidenum">
              <a:rPr lang="en-US" smtClean="0"/>
              <a:t>8</a:t>
            </a:fld>
            <a:endParaRPr lang="en-US"/>
          </a:p>
        </p:txBody>
      </p:sp>
    </p:spTree>
    <p:extLst>
      <p:ext uri="{BB962C8B-B14F-4D97-AF65-F5344CB8AC3E}">
        <p14:creationId xmlns:p14="http://schemas.microsoft.com/office/powerpoint/2010/main" val="4123795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7C3FD-2ED6-DA09-62E3-64841700FC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06D63F-5501-1757-D4EB-09B08B066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A4E044-1D85-2F05-21F2-980F730E4964}"/>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3763EAD7-B965-D3F2-1E66-DB469E218DC9}"/>
              </a:ext>
            </a:extLst>
          </p:cNvPr>
          <p:cNvSpPr>
            <a:spLocks noGrp="1"/>
          </p:cNvSpPr>
          <p:nvPr>
            <p:ph type="sldNum" sz="quarter" idx="5"/>
          </p:nvPr>
        </p:nvSpPr>
        <p:spPr/>
        <p:txBody>
          <a:bodyPr/>
          <a:lstStyle/>
          <a:p>
            <a:fld id="{7E9B1F58-AC68-46E8-808A-40B5D90CA113}" type="slidenum">
              <a:rPr lang="en-US" smtClean="0"/>
              <a:t>9</a:t>
            </a:fld>
            <a:endParaRPr lang="en-US"/>
          </a:p>
        </p:txBody>
      </p:sp>
    </p:spTree>
    <p:extLst>
      <p:ext uri="{BB962C8B-B14F-4D97-AF65-F5344CB8AC3E}">
        <p14:creationId xmlns:p14="http://schemas.microsoft.com/office/powerpoint/2010/main" val="18307487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52415-7FBC-33D5-EEE8-329F7A5CA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4C0D35-6F2E-2E67-B73C-3AD8420EA6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7FAD6-3BF5-EDA5-4175-88BD94034966}"/>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10C98F0D-BD1B-EB3B-7611-73AB5412A5B5}"/>
              </a:ext>
            </a:extLst>
          </p:cNvPr>
          <p:cNvSpPr>
            <a:spLocks noGrp="1"/>
          </p:cNvSpPr>
          <p:nvPr>
            <p:ph type="sldNum" sz="quarter" idx="5"/>
          </p:nvPr>
        </p:nvSpPr>
        <p:spPr/>
        <p:txBody>
          <a:bodyPr/>
          <a:lstStyle/>
          <a:p>
            <a:fld id="{7E9B1F58-AC68-46E8-808A-40B5D90CA113}" type="slidenum">
              <a:rPr lang="en-US" smtClean="0"/>
              <a:t>10</a:t>
            </a:fld>
            <a:endParaRPr lang="en-US"/>
          </a:p>
        </p:txBody>
      </p:sp>
    </p:spTree>
    <p:extLst>
      <p:ext uri="{BB962C8B-B14F-4D97-AF65-F5344CB8AC3E}">
        <p14:creationId xmlns:p14="http://schemas.microsoft.com/office/powerpoint/2010/main" val="42489382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0A170-D82D-B705-8763-FD386C815A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1A2E41-E921-2B55-C5E1-D2F38BF705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4DB584-52DA-CDA1-AE60-AE414D832A2E}"/>
              </a:ext>
            </a:extLst>
          </p:cNvPr>
          <p:cNvSpPr>
            <a:spLocks noGrp="1"/>
          </p:cNvSpPr>
          <p:nvPr>
            <p:ph type="body" idx="1"/>
          </p:nvPr>
        </p:nvSpPr>
        <p:spPr/>
        <p:txBody>
          <a:bodyPr/>
          <a:lstStyle/>
          <a:p>
            <a:pPr marL="171450" indent="-171450">
              <a:buFont typeface="Arial" panose="020B0604020202020204" pitchFamily="34" charset="0"/>
              <a:buChar char="•"/>
            </a:pPr>
            <a:endParaRPr lang="vi-VN" dirty="0"/>
          </a:p>
        </p:txBody>
      </p:sp>
      <p:sp>
        <p:nvSpPr>
          <p:cNvPr id="4" name="Slide Number Placeholder 3">
            <a:extLst>
              <a:ext uri="{FF2B5EF4-FFF2-40B4-BE49-F238E27FC236}">
                <a16:creationId xmlns:a16="http://schemas.microsoft.com/office/drawing/2014/main" id="{89ED2D5F-44CA-00AA-4533-548977E66129}"/>
              </a:ext>
            </a:extLst>
          </p:cNvPr>
          <p:cNvSpPr>
            <a:spLocks noGrp="1"/>
          </p:cNvSpPr>
          <p:nvPr>
            <p:ph type="sldNum" sz="quarter" idx="5"/>
          </p:nvPr>
        </p:nvSpPr>
        <p:spPr/>
        <p:txBody>
          <a:bodyPr/>
          <a:lstStyle/>
          <a:p>
            <a:fld id="{7E9B1F58-AC68-46E8-808A-40B5D90CA113}" type="slidenum">
              <a:rPr lang="en-US" smtClean="0"/>
              <a:t>11</a:t>
            </a:fld>
            <a:endParaRPr lang="en-US"/>
          </a:p>
        </p:txBody>
      </p:sp>
    </p:spTree>
    <p:extLst>
      <p:ext uri="{BB962C8B-B14F-4D97-AF65-F5344CB8AC3E}">
        <p14:creationId xmlns:p14="http://schemas.microsoft.com/office/powerpoint/2010/main" val="2541995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DC4BD-CF32-1A59-1A63-F5A1F5364F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AAE8DE-9FD2-6797-EC00-D074A765F8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0D123F-BE71-A21B-8CC1-CD26A490657F}"/>
              </a:ext>
            </a:extLst>
          </p:cNvPr>
          <p:cNvSpPr>
            <a:spLocks noGrp="1"/>
          </p:cNvSpPr>
          <p:nvPr>
            <p:ph type="body" idx="1"/>
          </p:nvPr>
        </p:nvSpPr>
        <p:spPr/>
        <p:txBody>
          <a:bodyPr/>
          <a:lstStyle/>
          <a:p>
            <a:pPr marL="171450" indent="-171450">
              <a:buFont typeface="Arial" panose="020B0604020202020204" pitchFamily="34" charset="0"/>
              <a:buChar char="•"/>
            </a:pPr>
            <a:endParaRPr lang="vi-VN" dirty="0"/>
          </a:p>
        </p:txBody>
      </p:sp>
      <p:sp>
        <p:nvSpPr>
          <p:cNvPr id="4" name="Slide Number Placeholder 3">
            <a:extLst>
              <a:ext uri="{FF2B5EF4-FFF2-40B4-BE49-F238E27FC236}">
                <a16:creationId xmlns:a16="http://schemas.microsoft.com/office/drawing/2014/main" id="{76EE0005-E90F-403B-D3DE-61FD41971368}"/>
              </a:ext>
            </a:extLst>
          </p:cNvPr>
          <p:cNvSpPr>
            <a:spLocks noGrp="1"/>
          </p:cNvSpPr>
          <p:nvPr>
            <p:ph type="sldNum" sz="quarter" idx="5"/>
          </p:nvPr>
        </p:nvSpPr>
        <p:spPr/>
        <p:txBody>
          <a:bodyPr/>
          <a:lstStyle/>
          <a:p>
            <a:fld id="{7E9B1F58-AC68-46E8-808A-40B5D90CA113}" type="slidenum">
              <a:rPr lang="en-US" smtClean="0"/>
              <a:t>12</a:t>
            </a:fld>
            <a:endParaRPr lang="en-US"/>
          </a:p>
        </p:txBody>
      </p:sp>
    </p:spTree>
    <p:extLst>
      <p:ext uri="{BB962C8B-B14F-4D97-AF65-F5344CB8AC3E}">
        <p14:creationId xmlns:p14="http://schemas.microsoft.com/office/powerpoint/2010/main" val="12645321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C6625-75E0-27CE-BD4D-53E30C66DA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A5DD0E-FF11-F1A6-EFAE-ABE2C3A944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AC9765-590B-CCC8-A4CD-1534CDF45196}"/>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err="1">
                <a:solidFill>
                  <a:srgbClr val="00477F"/>
                </a:solidFill>
                <a:latin typeface="Averta CY Semibold" panose="00000700000000000000" pitchFamily="50" charset="0"/>
              </a:rPr>
              <a:t>Ví</a:t>
            </a:r>
            <a:r>
              <a:rPr lang="en-US" dirty="0">
                <a:solidFill>
                  <a:srgbClr val="00477F"/>
                </a:solidFill>
                <a:latin typeface="Averta CY Semibold" panose="00000700000000000000" pitchFamily="50" charset="0"/>
              </a:rPr>
              <a:t> </a:t>
            </a:r>
            <a:r>
              <a:rPr lang="en-US" dirty="0" err="1">
                <a:solidFill>
                  <a:srgbClr val="00477F"/>
                </a:solidFill>
                <a:latin typeface="Averta CY Semibold" panose="00000700000000000000" pitchFamily="50" charset="0"/>
              </a:rPr>
              <a:t>dụ</a:t>
            </a:r>
            <a:r>
              <a:rPr lang="en-US" dirty="0">
                <a:solidFill>
                  <a:srgbClr val="00477F"/>
                </a:solidFill>
                <a:latin typeface="Averta CY Semibold" panose="00000700000000000000" pitchFamily="50" charset="0"/>
              </a:rPr>
              <a:t>: </a:t>
            </a:r>
            <a:r>
              <a:rPr lang="en-US" dirty="0">
                <a:solidFill>
                  <a:srgbClr val="00477F"/>
                </a:solidFill>
                <a:latin typeface="Averta CY" panose="00000500000000000000" pitchFamily="50" charset="0"/>
              </a:rPr>
              <a:t>Nếu Thread A </a:t>
            </a:r>
            <a:r>
              <a:rPr lang="en-US" dirty="0" err="1">
                <a:solidFill>
                  <a:srgbClr val="00477F"/>
                </a:solidFill>
                <a:latin typeface="Averta CY" panose="00000500000000000000" pitchFamily="50" charset="0"/>
              </a:rPr>
              <a:t>tạo</a:t>
            </a:r>
            <a:r>
              <a:rPr lang="en-US" dirty="0">
                <a:solidFill>
                  <a:srgbClr val="00477F"/>
                </a:solidFill>
                <a:latin typeface="Averta CY" panose="00000500000000000000" pitchFamily="50" charset="0"/>
              </a:rPr>
              <a:t> Thread B, </a:t>
            </a:r>
            <a:r>
              <a:rPr lang="en-US" dirty="0" err="1">
                <a:solidFill>
                  <a:srgbClr val="00477F"/>
                </a:solidFill>
                <a:latin typeface="Averta CY" panose="00000500000000000000" pitchFamily="50" charset="0"/>
              </a:rPr>
              <a:t>sau</a:t>
            </a:r>
            <a:r>
              <a:rPr lang="en-US" dirty="0">
                <a:solidFill>
                  <a:srgbClr val="00477F"/>
                </a:solidFill>
                <a:latin typeface="Averta CY" panose="00000500000000000000" pitchFamily="50" charset="0"/>
              </a:rPr>
              <a:t> đó Thread B </a:t>
            </a:r>
            <a:r>
              <a:rPr lang="en-US" dirty="0" err="1">
                <a:solidFill>
                  <a:srgbClr val="00477F"/>
                </a:solidFill>
                <a:latin typeface="Averta CY" panose="00000500000000000000" pitchFamily="50" charset="0"/>
              </a:rPr>
              <a:t>tạo</a:t>
            </a:r>
            <a:r>
              <a:rPr lang="en-US" dirty="0">
                <a:solidFill>
                  <a:srgbClr val="00477F"/>
                </a:solidFill>
                <a:latin typeface="Averta CY" panose="00000500000000000000" pitchFamily="50" charset="0"/>
              </a:rPr>
              <a:t> Thread C, </a:t>
            </a:r>
            <a:r>
              <a:rPr lang="en-US" dirty="0" err="1">
                <a:solidFill>
                  <a:srgbClr val="00477F"/>
                </a:solidFill>
                <a:latin typeface="Averta CY" panose="00000500000000000000" pitchFamily="50" charset="0"/>
              </a:rPr>
              <a:t>thì</a:t>
            </a:r>
            <a:r>
              <a:rPr lang="vi-VN" dirty="0">
                <a:solidFill>
                  <a:srgbClr val="00477F"/>
                </a:solidFill>
                <a:latin typeface="Averta CY" panose="00000500000000000000" pitchFamily="50" charset="0"/>
              </a:rPr>
              <a:t> </a:t>
            </a:r>
            <a:r>
              <a:rPr lang="en-US" dirty="0">
                <a:solidFill>
                  <a:srgbClr val="00477F"/>
                </a:solidFill>
                <a:latin typeface="Averta CY" panose="00000500000000000000" pitchFamily="50" charset="0"/>
              </a:rPr>
              <a:t>Thread A </a:t>
            </a:r>
            <a:r>
              <a:rPr lang="en-US" dirty="0" err="1">
                <a:solidFill>
                  <a:srgbClr val="00477F"/>
                </a:solidFill>
                <a:latin typeface="Averta CY" panose="00000500000000000000" pitchFamily="50" charset="0"/>
              </a:rPr>
              <a:t>có</a:t>
            </a:r>
            <a:r>
              <a:rPr lang="en-US" dirty="0">
                <a:solidFill>
                  <a:srgbClr val="00477F"/>
                </a:solidFill>
                <a:latin typeface="Averta CY" panose="00000500000000000000" pitchFamily="50" charset="0"/>
              </a:rPr>
              <a:t> thể join </a:t>
            </a:r>
            <a:r>
              <a:rPr lang="en-US" dirty="0" err="1">
                <a:solidFill>
                  <a:srgbClr val="00477F"/>
                </a:solidFill>
                <a:latin typeface="Averta CY" panose="00000500000000000000" pitchFamily="50" charset="0"/>
              </a:rPr>
              <a:t>với</a:t>
            </a:r>
            <a:r>
              <a:rPr lang="en-US" dirty="0">
                <a:solidFill>
                  <a:srgbClr val="00477F"/>
                </a:solidFill>
                <a:latin typeface="Averta CY" panose="00000500000000000000" pitchFamily="50" charset="0"/>
              </a:rPr>
              <a:t> C, hoặc</a:t>
            </a:r>
            <a:r>
              <a:rPr lang="vi-VN" dirty="0">
                <a:solidFill>
                  <a:srgbClr val="00477F"/>
                </a:solidFill>
                <a:latin typeface="Averta CY" panose="00000500000000000000" pitchFamily="50" charset="0"/>
              </a:rPr>
              <a:t> </a:t>
            </a:r>
            <a:r>
              <a:rPr lang="en-US" dirty="0">
                <a:solidFill>
                  <a:srgbClr val="00477F"/>
                </a:solidFill>
                <a:latin typeface="Averta CY" panose="00000500000000000000" pitchFamily="50" charset="0"/>
              </a:rPr>
              <a:t>Thread C </a:t>
            </a:r>
            <a:r>
              <a:rPr lang="en-US" dirty="0" err="1">
                <a:solidFill>
                  <a:srgbClr val="00477F"/>
                </a:solidFill>
                <a:latin typeface="Averta CY" panose="00000500000000000000" pitchFamily="50" charset="0"/>
              </a:rPr>
              <a:t>có</a:t>
            </a:r>
            <a:r>
              <a:rPr lang="en-US" dirty="0">
                <a:solidFill>
                  <a:srgbClr val="00477F"/>
                </a:solidFill>
                <a:latin typeface="Averta CY" panose="00000500000000000000" pitchFamily="50" charset="0"/>
              </a:rPr>
              <a:t> thể join </a:t>
            </a:r>
            <a:r>
              <a:rPr lang="en-US" dirty="0" err="1">
                <a:solidFill>
                  <a:srgbClr val="00477F"/>
                </a:solidFill>
                <a:latin typeface="Averta CY" panose="00000500000000000000" pitchFamily="50" charset="0"/>
              </a:rPr>
              <a:t>với</a:t>
            </a:r>
            <a:r>
              <a:rPr lang="en-US" dirty="0">
                <a:solidFill>
                  <a:srgbClr val="00477F"/>
                </a:solidFill>
                <a:latin typeface="Averta CY" panose="00000500000000000000" pitchFamily="50" charset="0"/>
              </a:rPr>
              <a:t> A.</a:t>
            </a:r>
          </a:p>
          <a:p>
            <a:pPr marL="171450" indent="-171450">
              <a:buFont typeface="Arial" panose="020B0604020202020204" pitchFamily="34" charset="0"/>
              <a:buChar char="•"/>
            </a:pPr>
            <a:endParaRPr lang="vi-VN" dirty="0"/>
          </a:p>
        </p:txBody>
      </p:sp>
      <p:sp>
        <p:nvSpPr>
          <p:cNvPr id="4" name="Slide Number Placeholder 3">
            <a:extLst>
              <a:ext uri="{FF2B5EF4-FFF2-40B4-BE49-F238E27FC236}">
                <a16:creationId xmlns:a16="http://schemas.microsoft.com/office/drawing/2014/main" id="{D2E07ECC-2728-71CD-D1B4-778BC46EA442}"/>
              </a:ext>
            </a:extLst>
          </p:cNvPr>
          <p:cNvSpPr>
            <a:spLocks noGrp="1"/>
          </p:cNvSpPr>
          <p:nvPr>
            <p:ph type="sldNum" sz="quarter" idx="5"/>
          </p:nvPr>
        </p:nvSpPr>
        <p:spPr/>
        <p:txBody>
          <a:bodyPr/>
          <a:lstStyle/>
          <a:p>
            <a:fld id="{7E9B1F58-AC68-46E8-808A-40B5D90CA113}" type="slidenum">
              <a:rPr lang="en-US" smtClean="0"/>
              <a:t>13</a:t>
            </a:fld>
            <a:endParaRPr lang="en-US"/>
          </a:p>
        </p:txBody>
      </p:sp>
    </p:spTree>
    <p:extLst>
      <p:ext uri="{BB962C8B-B14F-4D97-AF65-F5344CB8AC3E}">
        <p14:creationId xmlns:p14="http://schemas.microsoft.com/office/powerpoint/2010/main" val="30612423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CE98B-0939-611C-3E7D-D842080EB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6E423C-D566-F067-9BCB-16C99E2CCA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3B96BF-E14F-5201-A533-B919B1823815}"/>
              </a:ext>
            </a:extLst>
          </p:cNvPr>
          <p:cNvSpPr>
            <a:spLocks noGrp="1"/>
          </p:cNvSpPr>
          <p:nvPr>
            <p:ph type="body" idx="1"/>
          </p:nvPr>
        </p:nvSpPr>
        <p:spPr/>
        <p:txBody>
          <a:bodyPr/>
          <a:lstStyle/>
          <a:p>
            <a:pPr marL="171450" indent="-171450">
              <a:buFont typeface="Arial" panose="020B0604020202020204" pitchFamily="34" charset="0"/>
              <a:buChar char="•"/>
            </a:pPr>
            <a:endParaRPr lang="vi-VN" dirty="0"/>
          </a:p>
        </p:txBody>
      </p:sp>
      <p:sp>
        <p:nvSpPr>
          <p:cNvPr id="4" name="Slide Number Placeholder 3">
            <a:extLst>
              <a:ext uri="{FF2B5EF4-FFF2-40B4-BE49-F238E27FC236}">
                <a16:creationId xmlns:a16="http://schemas.microsoft.com/office/drawing/2014/main" id="{BA4519BA-6900-D51D-C14F-1F23BA08ED92}"/>
              </a:ext>
            </a:extLst>
          </p:cNvPr>
          <p:cNvSpPr>
            <a:spLocks noGrp="1"/>
          </p:cNvSpPr>
          <p:nvPr>
            <p:ph type="sldNum" sz="quarter" idx="5"/>
          </p:nvPr>
        </p:nvSpPr>
        <p:spPr/>
        <p:txBody>
          <a:bodyPr/>
          <a:lstStyle/>
          <a:p>
            <a:fld id="{7E9B1F58-AC68-46E8-808A-40B5D90CA113}" type="slidenum">
              <a:rPr lang="en-US" smtClean="0"/>
              <a:t>14</a:t>
            </a:fld>
            <a:endParaRPr lang="en-US"/>
          </a:p>
        </p:txBody>
      </p:sp>
    </p:spTree>
    <p:extLst>
      <p:ext uri="{BB962C8B-B14F-4D97-AF65-F5344CB8AC3E}">
        <p14:creationId xmlns:p14="http://schemas.microsoft.com/office/powerpoint/2010/main" val="8463226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8D958-BCCC-1E86-E342-E10A040791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A82A8D-24F0-E558-C4DB-2CD83F390E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7538AD-8FE1-CB06-E4C6-A32CA26AA4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4D67D0-08F2-00BB-E5B0-54B3096FEB75}"/>
              </a:ext>
            </a:extLst>
          </p:cNvPr>
          <p:cNvSpPr>
            <a:spLocks noGrp="1"/>
          </p:cNvSpPr>
          <p:nvPr>
            <p:ph type="sldNum" sz="quarter" idx="5"/>
          </p:nvPr>
        </p:nvSpPr>
        <p:spPr/>
        <p:txBody>
          <a:bodyPr/>
          <a:lstStyle/>
          <a:p>
            <a:fld id="{7E9B1F58-AC68-46E8-808A-40B5D90CA113}" type="slidenum">
              <a:rPr lang="en-US" smtClean="0"/>
              <a:t>15</a:t>
            </a:fld>
            <a:endParaRPr lang="en-US"/>
          </a:p>
        </p:txBody>
      </p:sp>
    </p:spTree>
    <p:extLst>
      <p:ext uri="{BB962C8B-B14F-4D97-AF65-F5344CB8AC3E}">
        <p14:creationId xmlns:p14="http://schemas.microsoft.com/office/powerpoint/2010/main" val="19981703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8B727-C76F-BA58-31E6-0A9AE8905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06740A-35D7-A36F-0AFB-D8CDD07AE5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720F0E-20BF-FC27-ACCC-041C5BC17381}"/>
              </a:ext>
            </a:extLst>
          </p:cNvPr>
          <p:cNvSpPr>
            <a:spLocks noGrp="1"/>
          </p:cNvSpPr>
          <p:nvPr>
            <p:ph type="body" idx="1"/>
          </p:nvPr>
        </p:nvSpPr>
        <p:spPr/>
        <p:txBody>
          <a:bodyPr/>
          <a:lstStyle/>
          <a:p>
            <a:pPr>
              <a:buFont typeface="Arial" panose="020B0604020202020204" pitchFamily="34" charset="0"/>
              <a:buChar char="•"/>
            </a:pPr>
            <a:endParaRPr lang="vi-VN" dirty="0"/>
          </a:p>
        </p:txBody>
      </p:sp>
      <p:sp>
        <p:nvSpPr>
          <p:cNvPr id="4" name="Slide Number Placeholder 3">
            <a:extLst>
              <a:ext uri="{FF2B5EF4-FFF2-40B4-BE49-F238E27FC236}">
                <a16:creationId xmlns:a16="http://schemas.microsoft.com/office/drawing/2014/main" id="{30AAFEB0-BE58-35F2-F124-69B4F5201831}"/>
              </a:ext>
            </a:extLst>
          </p:cNvPr>
          <p:cNvSpPr>
            <a:spLocks noGrp="1"/>
          </p:cNvSpPr>
          <p:nvPr>
            <p:ph type="sldNum" sz="quarter" idx="5"/>
          </p:nvPr>
        </p:nvSpPr>
        <p:spPr/>
        <p:txBody>
          <a:bodyPr/>
          <a:lstStyle/>
          <a:p>
            <a:fld id="{7E9B1F58-AC68-46E8-808A-40B5D90CA113}" type="slidenum">
              <a:rPr lang="en-US" smtClean="0"/>
              <a:t>16</a:t>
            </a:fld>
            <a:endParaRPr lang="en-US"/>
          </a:p>
        </p:txBody>
      </p:sp>
    </p:spTree>
    <p:extLst>
      <p:ext uri="{BB962C8B-B14F-4D97-AF65-F5344CB8AC3E}">
        <p14:creationId xmlns:p14="http://schemas.microsoft.com/office/powerpoint/2010/main" val="26217941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67B93-9850-1CA6-455D-61905255E4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D428DA-A46A-2872-2A6D-0F96B809CF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25348C-686F-6403-A5FB-C119EE096107}"/>
              </a:ext>
            </a:extLst>
          </p:cNvPr>
          <p:cNvSpPr>
            <a:spLocks noGrp="1"/>
          </p:cNvSpPr>
          <p:nvPr>
            <p:ph type="body" idx="1"/>
          </p:nvPr>
        </p:nvSpPr>
        <p:spPr/>
        <p:txBody>
          <a:bodyPr/>
          <a:lstStyle/>
          <a:p>
            <a:pPr>
              <a:buFont typeface="Arial" panose="020B0604020202020204" pitchFamily="34" charset="0"/>
              <a:buChar char="•"/>
            </a:pPr>
            <a:endParaRPr lang="vi-VN" dirty="0"/>
          </a:p>
        </p:txBody>
      </p:sp>
      <p:sp>
        <p:nvSpPr>
          <p:cNvPr id="4" name="Slide Number Placeholder 3">
            <a:extLst>
              <a:ext uri="{FF2B5EF4-FFF2-40B4-BE49-F238E27FC236}">
                <a16:creationId xmlns:a16="http://schemas.microsoft.com/office/drawing/2014/main" id="{665752A2-0DBD-749A-8F8B-0A473D04A204}"/>
              </a:ext>
            </a:extLst>
          </p:cNvPr>
          <p:cNvSpPr>
            <a:spLocks noGrp="1"/>
          </p:cNvSpPr>
          <p:nvPr>
            <p:ph type="sldNum" sz="quarter" idx="5"/>
          </p:nvPr>
        </p:nvSpPr>
        <p:spPr/>
        <p:txBody>
          <a:bodyPr/>
          <a:lstStyle/>
          <a:p>
            <a:fld id="{7E9B1F58-AC68-46E8-808A-40B5D90CA113}" type="slidenum">
              <a:rPr lang="en-US" smtClean="0"/>
              <a:t>17</a:t>
            </a:fld>
            <a:endParaRPr lang="en-US"/>
          </a:p>
        </p:txBody>
      </p:sp>
    </p:spTree>
    <p:extLst>
      <p:ext uri="{BB962C8B-B14F-4D97-AF65-F5344CB8AC3E}">
        <p14:creationId xmlns:p14="http://schemas.microsoft.com/office/powerpoint/2010/main" val="17559320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DD595-3C49-92CE-104F-12170B0A06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23BFEF-9B40-EE5A-DB78-434F107BF0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569039-638A-0D38-D5BB-4D993D8F34BD}"/>
              </a:ext>
            </a:extLst>
          </p:cNvPr>
          <p:cNvSpPr>
            <a:spLocks noGrp="1"/>
          </p:cNvSpPr>
          <p:nvPr>
            <p:ph type="body" idx="1"/>
          </p:nvPr>
        </p:nvSpPr>
        <p:spPr/>
        <p:txBody>
          <a:bodyPr/>
          <a:lstStyle/>
          <a:p>
            <a:pPr>
              <a:buFont typeface="Arial" panose="020B0604020202020204" pitchFamily="34" charset="0"/>
              <a:buChar char="•"/>
            </a:pPr>
            <a:endParaRPr lang="vi-VN" dirty="0"/>
          </a:p>
        </p:txBody>
      </p:sp>
      <p:sp>
        <p:nvSpPr>
          <p:cNvPr id="4" name="Slide Number Placeholder 3">
            <a:extLst>
              <a:ext uri="{FF2B5EF4-FFF2-40B4-BE49-F238E27FC236}">
                <a16:creationId xmlns:a16="http://schemas.microsoft.com/office/drawing/2014/main" id="{0E8A1BE6-996B-BA62-43E9-F8D7CBB06C83}"/>
              </a:ext>
            </a:extLst>
          </p:cNvPr>
          <p:cNvSpPr>
            <a:spLocks noGrp="1"/>
          </p:cNvSpPr>
          <p:nvPr>
            <p:ph type="sldNum" sz="quarter" idx="5"/>
          </p:nvPr>
        </p:nvSpPr>
        <p:spPr/>
        <p:txBody>
          <a:bodyPr/>
          <a:lstStyle/>
          <a:p>
            <a:fld id="{7E9B1F58-AC68-46E8-808A-40B5D90CA113}" type="slidenum">
              <a:rPr lang="en-US" smtClean="0"/>
              <a:t>18</a:t>
            </a:fld>
            <a:endParaRPr lang="en-US"/>
          </a:p>
        </p:txBody>
      </p:sp>
    </p:spTree>
    <p:extLst>
      <p:ext uri="{BB962C8B-B14F-4D97-AF65-F5344CB8AC3E}">
        <p14:creationId xmlns:p14="http://schemas.microsoft.com/office/powerpoint/2010/main" val="31130341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DD4B-6412-C8CF-3273-503AA204D8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C5A4AE-79F0-5CDD-760C-8EBBF33F0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B7B3EE-1C4A-EE51-D948-F7AE93B5FD77}"/>
              </a:ext>
            </a:extLst>
          </p:cNvPr>
          <p:cNvSpPr>
            <a:spLocks noGrp="1"/>
          </p:cNvSpPr>
          <p:nvPr>
            <p:ph type="body" idx="1"/>
          </p:nvPr>
        </p:nvSpPr>
        <p:spPr/>
        <p:txBody>
          <a:bodyPr/>
          <a:lstStyle/>
          <a:p>
            <a:pPr>
              <a:buFont typeface="Arial" panose="020B0604020202020204" pitchFamily="34" charset="0"/>
              <a:buChar char="•"/>
            </a:pPr>
            <a:endParaRPr lang="vi-VN" dirty="0"/>
          </a:p>
        </p:txBody>
      </p:sp>
      <p:sp>
        <p:nvSpPr>
          <p:cNvPr id="4" name="Slide Number Placeholder 3">
            <a:extLst>
              <a:ext uri="{FF2B5EF4-FFF2-40B4-BE49-F238E27FC236}">
                <a16:creationId xmlns:a16="http://schemas.microsoft.com/office/drawing/2014/main" id="{23016551-5468-845E-1FF7-4507043C01ED}"/>
              </a:ext>
            </a:extLst>
          </p:cNvPr>
          <p:cNvSpPr>
            <a:spLocks noGrp="1"/>
          </p:cNvSpPr>
          <p:nvPr>
            <p:ph type="sldNum" sz="quarter" idx="5"/>
          </p:nvPr>
        </p:nvSpPr>
        <p:spPr/>
        <p:txBody>
          <a:bodyPr/>
          <a:lstStyle/>
          <a:p>
            <a:fld id="{7E9B1F58-AC68-46E8-808A-40B5D90CA113}" type="slidenum">
              <a:rPr lang="en-US" smtClean="0"/>
              <a:t>19</a:t>
            </a:fld>
            <a:endParaRPr lang="en-US"/>
          </a:p>
        </p:txBody>
      </p:sp>
    </p:spTree>
    <p:extLst>
      <p:ext uri="{BB962C8B-B14F-4D97-AF65-F5344CB8AC3E}">
        <p14:creationId xmlns:p14="http://schemas.microsoft.com/office/powerpoint/2010/main" val="2016003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2888D-59A8-BEB2-5810-C5BB3F03CE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E23BEC-748D-3362-F1EC-DFFD7F289D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97423B-0829-5269-B127-45AC87E7E592}"/>
              </a:ext>
            </a:extLst>
          </p:cNvPr>
          <p:cNvSpPr>
            <a:spLocks noGrp="1"/>
          </p:cNvSpPr>
          <p:nvPr>
            <p:ph type="body" idx="1"/>
          </p:nvPr>
        </p:nvSpPr>
        <p:spPr/>
        <p:txBody>
          <a:bodyPr/>
          <a:lstStyle/>
          <a:p>
            <a:pPr>
              <a:buFont typeface="Arial" panose="020B0604020202020204" pitchFamily="34" charset="0"/>
              <a:buChar char="•"/>
            </a:pPr>
            <a:endParaRPr lang="vi-VN" dirty="0"/>
          </a:p>
        </p:txBody>
      </p:sp>
      <p:sp>
        <p:nvSpPr>
          <p:cNvPr id="4" name="Slide Number Placeholder 3">
            <a:extLst>
              <a:ext uri="{FF2B5EF4-FFF2-40B4-BE49-F238E27FC236}">
                <a16:creationId xmlns:a16="http://schemas.microsoft.com/office/drawing/2014/main" id="{CDF7AAB8-8F4C-E11C-BF73-73B5DBF0D51D}"/>
              </a:ext>
            </a:extLst>
          </p:cNvPr>
          <p:cNvSpPr>
            <a:spLocks noGrp="1"/>
          </p:cNvSpPr>
          <p:nvPr>
            <p:ph type="sldNum" sz="quarter" idx="5"/>
          </p:nvPr>
        </p:nvSpPr>
        <p:spPr/>
        <p:txBody>
          <a:bodyPr/>
          <a:lstStyle/>
          <a:p>
            <a:fld id="{7E9B1F58-AC68-46E8-808A-40B5D90CA113}" type="slidenum">
              <a:rPr lang="en-US" smtClean="0"/>
              <a:t>20</a:t>
            </a:fld>
            <a:endParaRPr lang="en-US"/>
          </a:p>
        </p:txBody>
      </p:sp>
    </p:spTree>
    <p:extLst>
      <p:ext uri="{BB962C8B-B14F-4D97-AF65-F5344CB8AC3E}">
        <p14:creationId xmlns:p14="http://schemas.microsoft.com/office/powerpoint/2010/main" val="5764912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A9A4B-9522-437F-3409-FB538D2D78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A3116F-168B-2A63-CA44-5353C5E1AE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A703CD-8319-F9D8-C889-4249A25E1651}"/>
              </a:ext>
            </a:extLst>
          </p:cNvPr>
          <p:cNvSpPr>
            <a:spLocks noGrp="1"/>
          </p:cNvSpPr>
          <p:nvPr>
            <p:ph type="body" idx="1"/>
          </p:nvPr>
        </p:nvSpPr>
        <p:spPr/>
        <p:txBody>
          <a:bodyPr/>
          <a:lstStyle/>
          <a:p>
            <a:pPr>
              <a:buFont typeface="Arial" panose="020B0604020202020204" pitchFamily="34" charset="0"/>
              <a:buChar char="•"/>
            </a:pPr>
            <a:endParaRPr lang="vi-VN" dirty="0"/>
          </a:p>
        </p:txBody>
      </p:sp>
      <p:sp>
        <p:nvSpPr>
          <p:cNvPr id="4" name="Slide Number Placeholder 3">
            <a:extLst>
              <a:ext uri="{FF2B5EF4-FFF2-40B4-BE49-F238E27FC236}">
                <a16:creationId xmlns:a16="http://schemas.microsoft.com/office/drawing/2014/main" id="{8A522E62-CBD8-AF5D-6A8C-9E0242F133CF}"/>
              </a:ext>
            </a:extLst>
          </p:cNvPr>
          <p:cNvSpPr>
            <a:spLocks noGrp="1"/>
          </p:cNvSpPr>
          <p:nvPr>
            <p:ph type="sldNum" sz="quarter" idx="5"/>
          </p:nvPr>
        </p:nvSpPr>
        <p:spPr/>
        <p:txBody>
          <a:bodyPr/>
          <a:lstStyle/>
          <a:p>
            <a:fld id="{7E9B1F58-AC68-46E8-808A-40B5D90CA113}" type="slidenum">
              <a:rPr lang="en-US" smtClean="0"/>
              <a:t>21</a:t>
            </a:fld>
            <a:endParaRPr lang="en-US"/>
          </a:p>
        </p:txBody>
      </p:sp>
    </p:spTree>
    <p:extLst>
      <p:ext uri="{BB962C8B-B14F-4D97-AF65-F5344CB8AC3E}">
        <p14:creationId xmlns:p14="http://schemas.microsoft.com/office/powerpoint/2010/main" val="36696627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E3FFE-E09A-EEF5-173D-EB7F93D114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7040BA-2EC9-34E0-6C19-B013E60415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BBF0C0-3098-F2A1-7C39-1B458F37B300}"/>
              </a:ext>
            </a:extLst>
          </p:cNvPr>
          <p:cNvSpPr>
            <a:spLocks noGrp="1"/>
          </p:cNvSpPr>
          <p:nvPr>
            <p:ph type="body" idx="1"/>
          </p:nvPr>
        </p:nvSpPr>
        <p:spPr/>
        <p:txBody>
          <a:bodyPr/>
          <a:lstStyle/>
          <a:p>
            <a:pPr>
              <a:buFont typeface="Arial" panose="020B0604020202020204" pitchFamily="34" charset="0"/>
              <a:buChar char="•"/>
            </a:pPr>
            <a:endParaRPr lang="vi-VN" dirty="0"/>
          </a:p>
        </p:txBody>
      </p:sp>
      <p:sp>
        <p:nvSpPr>
          <p:cNvPr id="4" name="Slide Number Placeholder 3">
            <a:extLst>
              <a:ext uri="{FF2B5EF4-FFF2-40B4-BE49-F238E27FC236}">
                <a16:creationId xmlns:a16="http://schemas.microsoft.com/office/drawing/2014/main" id="{5505FE62-2D69-ED65-C97F-6D231047199B}"/>
              </a:ext>
            </a:extLst>
          </p:cNvPr>
          <p:cNvSpPr>
            <a:spLocks noGrp="1"/>
          </p:cNvSpPr>
          <p:nvPr>
            <p:ph type="sldNum" sz="quarter" idx="5"/>
          </p:nvPr>
        </p:nvSpPr>
        <p:spPr/>
        <p:txBody>
          <a:bodyPr/>
          <a:lstStyle/>
          <a:p>
            <a:fld id="{7E9B1F58-AC68-46E8-808A-40B5D90CA113}" type="slidenum">
              <a:rPr lang="en-US" smtClean="0"/>
              <a:t>22</a:t>
            </a:fld>
            <a:endParaRPr lang="en-US"/>
          </a:p>
        </p:txBody>
      </p:sp>
    </p:spTree>
    <p:extLst>
      <p:ext uri="{BB962C8B-B14F-4D97-AF65-F5344CB8AC3E}">
        <p14:creationId xmlns:p14="http://schemas.microsoft.com/office/powerpoint/2010/main" val="36270493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49414-B6EF-BD3F-A58A-51BDFBD0A2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0FF7FD-D196-1FCB-7D6D-8F26B27E6B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1BD9D1-0453-5ABA-7ACA-FD8C8616FC21}"/>
              </a:ext>
            </a:extLst>
          </p:cNvPr>
          <p:cNvSpPr>
            <a:spLocks noGrp="1"/>
          </p:cNvSpPr>
          <p:nvPr>
            <p:ph type="body" idx="1"/>
          </p:nvPr>
        </p:nvSpPr>
        <p:spPr/>
        <p:txBody>
          <a:bodyPr/>
          <a:lstStyle/>
          <a:p>
            <a:pPr>
              <a:buFont typeface="Arial" panose="020B0604020202020204" pitchFamily="34" charset="0"/>
              <a:buChar char="•"/>
            </a:pPr>
            <a:endParaRPr lang="vi-VN" dirty="0"/>
          </a:p>
        </p:txBody>
      </p:sp>
      <p:sp>
        <p:nvSpPr>
          <p:cNvPr id="4" name="Slide Number Placeholder 3">
            <a:extLst>
              <a:ext uri="{FF2B5EF4-FFF2-40B4-BE49-F238E27FC236}">
                <a16:creationId xmlns:a16="http://schemas.microsoft.com/office/drawing/2014/main" id="{995F5CEC-CF8E-746D-A0F1-B5BD84292127}"/>
              </a:ext>
            </a:extLst>
          </p:cNvPr>
          <p:cNvSpPr>
            <a:spLocks noGrp="1"/>
          </p:cNvSpPr>
          <p:nvPr>
            <p:ph type="sldNum" sz="quarter" idx="5"/>
          </p:nvPr>
        </p:nvSpPr>
        <p:spPr/>
        <p:txBody>
          <a:bodyPr/>
          <a:lstStyle/>
          <a:p>
            <a:fld id="{7E9B1F58-AC68-46E8-808A-40B5D90CA113}" type="slidenum">
              <a:rPr lang="en-US" smtClean="0"/>
              <a:t>23</a:t>
            </a:fld>
            <a:endParaRPr lang="en-US"/>
          </a:p>
        </p:txBody>
      </p:sp>
    </p:spTree>
    <p:extLst>
      <p:ext uri="{BB962C8B-B14F-4D97-AF65-F5344CB8AC3E}">
        <p14:creationId xmlns:p14="http://schemas.microsoft.com/office/powerpoint/2010/main" val="18625327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B42C1-217D-B855-7299-A5BDCB819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5E137E-73A9-D90E-246A-BE6C124779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C10CA8-3CE8-CAFD-1101-2CAC5EE353A1}"/>
              </a:ext>
            </a:extLst>
          </p:cNvPr>
          <p:cNvSpPr>
            <a:spLocks noGrp="1"/>
          </p:cNvSpPr>
          <p:nvPr>
            <p:ph type="body" idx="1"/>
          </p:nvPr>
        </p:nvSpPr>
        <p:spPr/>
        <p:txBody>
          <a:bodyPr/>
          <a:lstStyle/>
          <a:p>
            <a:r>
              <a:rPr lang="en-US" dirty="0"/>
              <a:t>Trong lập trình </a:t>
            </a:r>
            <a:r>
              <a:rPr lang="en-US" dirty="0" err="1"/>
              <a:t>đa</a:t>
            </a:r>
            <a:r>
              <a:rPr lang="en-US" dirty="0"/>
              <a:t> </a:t>
            </a:r>
            <a:r>
              <a:rPr lang="en-US" dirty="0" err="1"/>
              <a:t>luồng</a:t>
            </a:r>
            <a:r>
              <a:rPr lang="en-US" dirty="0"/>
              <a:t>, </a:t>
            </a:r>
            <a:r>
              <a:rPr lang="en-US" b="1" dirty="0" err="1"/>
              <a:t>biến</a:t>
            </a:r>
            <a:r>
              <a:rPr lang="en-US" b="1" dirty="0"/>
              <a:t> </a:t>
            </a:r>
            <a:r>
              <a:rPr lang="en-US" b="1" dirty="0" err="1"/>
              <a:t>điều</a:t>
            </a:r>
            <a:r>
              <a:rPr lang="en-US" b="1" dirty="0"/>
              <a:t> </a:t>
            </a:r>
            <a:r>
              <a:rPr lang="en-US" b="1" dirty="0" err="1"/>
              <a:t>kiện</a:t>
            </a:r>
            <a:r>
              <a:rPr lang="en-US" b="1" dirty="0"/>
              <a:t> (</a:t>
            </a:r>
            <a:r>
              <a:rPr lang="en-US" b="1" dirty="0" err="1"/>
              <a:t>pthread_cond_t</a:t>
            </a:r>
            <a:r>
              <a:rPr lang="en-US" b="1" dirty="0"/>
              <a:t>) </a:t>
            </a:r>
            <a:r>
              <a:rPr lang="en-US" b="1" dirty="0" err="1"/>
              <a:t>và</a:t>
            </a:r>
            <a:r>
              <a:rPr lang="en-US" b="1" dirty="0"/>
              <a:t> mutex (</a:t>
            </a:r>
            <a:r>
              <a:rPr lang="en-US" b="1" dirty="0" err="1"/>
              <a:t>pthread_mutex_t</a:t>
            </a:r>
            <a:r>
              <a:rPr lang="en-US" b="1" dirty="0"/>
              <a:t>) </a:t>
            </a:r>
            <a:r>
              <a:rPr lang="en-US" b="1" dirty="0" err="1"/>
              <a:t>luôn</a:t>
            </a:r>
            <a:r>
              <a:rPr lang="en-US" b="1" dirty="0"/>
              <a:t> </a:t>
            </a:r>
            <a:r>
              <a:rPr lang="en-US" b="1" dirty="0" err="1"/>
              <a:t>đi</a:t>
            </a:r>
            <a:r>
              <a:rPr lang="en-US" b="1" dirty="0"/>
              <a:t> </a:t>
            </a:r>
            <a:r>
              <a:rPr lang="en-US" b="1" dirty="0" err="1"/>
              <a:t>kèm</a:t>
            </a:r>
            <a:r>
              <a:rPr lang="en-US" b="1" dirty="0"/>
              <a:t> </a:t>
            </a:r>
            <a:r>
              <a:rPr lang="en-US" b="1" dirty="0" err="1"/>
              <a:t>với</a:t>
            </a:r>
            <a:r>
              <a:rPr lang="en-US" b="1" dirty="0"/>
              <a:t> nhau</a:t>
            </a:r>
            <a:r>
              <a:rPr lang="en-US" dirty="0"/>
              <a:t> </a:t>
            </a:r>
            <a:r>
              <a:rPr lang="en-US" dirty="0" err="1"/>
              <a:t>để</a:t>
            </a:r>
            <a:r>
              <a:rPr lang="en-US" dirty="0"/>
              <a:t> </a:t>
            </a:r>
            <a:r>
              <a:rPr lang="en-US" b="1" dirty="0" err="1"/>
              <a:t>đồng</a:t>
            </a:r>
            <a:r>
              <a:rPr lang="en-US" b="1" dirty="0"/>
              <a:t> </a:t>
            </a:r>
            <a:r>
              <a:rPr lang="en-US" b="1" dirty="0" err="1"/>
              <a:t>bộ</a:t>
            </a:r>
            <a:r>
              <a:rPr lang="en-US" b="1" dirty="0"/>
              <a:t> </a:t>
            </a:r>
            <a:r>
              <a:rPr lang="en-US" b="1" dirty="0" err="1"/>
              <a:t>hóa</a:t>
            </a:r>
            <a:r>
              <a:rPr lang="en-US" b="1" dirty="0"/>
              <a:t> </a:t>
            </a:r>
            <a:r>
              <a:rPr lang="en-US" b="1" dirty="0" err="1"/>
              <a:t>luồng</a:t>
            </a:r>
            <a:r>
              <a:rPr lang="en-US" b="1" dirty="0"/>
              <a:t> </a:t>
            </a:r>
            <a:r>
              <a:rPr lang="en-US" b="1" dirty="0" err="1"/>
              <a:t>một</a:t>
            </a:r>
            <a:r>
              <a:rPr lang="en-US" b="1" dirty="0"/>
              <a:t> </a:t>
            </a:r>
            <a:r>
              <a:rPr lang="en-US" b="1" dirty="0" err="1"/>
              <a:t>cách</a:t>
            </a:r>
            <a:r>
              <a:rPr lang="en-US" b="1" dirty="0"/>
              <a:t> an </a:t>
            </a:r>
            <a:r>
              <a:rPr lang="en-US" b="1" dirty="0" err="1"/>
              <a:t>toàn</a:t>
            </a:r>
            <a:r>
              <a:rPr lang="en-US" b="1" dirty="0"/>
              <a:t> </a:t>
            </a:r>
            <a:r>
              <a:rPr lang="en-US" b="1" dirty="0" err="1"/>
              <a:t>và</a:t>
            </a:r>
            <a:r>
              <a:rPr lang="en-US" b="1" dirty="0"/>
              <a:t> hiệu </a:t>
            </a:r>
            <a:r>
              <a:rPr lang="en-US" b="1" dirty="0" err="1"/>
              <a:t>quả</a:t>
            </a:r>
            <a:r>
              <a:rPr lang="en-US" dirty="0"/>
              <a:t>.</a:t>
            </a:r>
          </a:p>
          <a:p>
            <a:r>
              <a:rPr lang="en-US" dirty="0"/>
              <a:t>📌 </a:t>
            </a:r>
            <a:r>
              <a:rPr lang="en-US" b="1" dirty="0"/>
              <a:t>Lý do </a:t>
            </a:r>
            <a:r>
              <a:rPr lang="en-US" b="1" dirty="0" err="1"/>
              <a:t>chính</a:t>
            </a:r>
            <a:r>
              <a:rPr lang="en-US" dirty="0"/>
              <a:t>:</a:t>
            </a:r>
            <a:br>
              <a:rPr lang="en-US" dirty="0"/>
            </a:br>
            <a:r>
              <a:rPr lang="en-US" dirty="0"/>
              <a:t>✅ </a:t>
            </a:r>
            <a:r>
              <a:rPr lang="en-US" b="1" dirty="0"/>
              <a:t>Mutex</a:t>
            </a:r>
            <a:r>
              <a:rPr lang="en-US" dirty="0"/>
              <a:t> </a:t>
            </a:r>
            <a:r>
              <a:rPr lang="en-US" dirty="0" err="1"/>
              <a:t>đảm</a:t>
            </a:r>
            <a:r>
              <a:rPr lang="en-US" dirty="0"/>
              <a:t> </a:t>
            </a:r>
            <a:r>
              <a:rPr lang="en-US" dirty="0" err="1"/>
              <a:t>bảo</a:t>
            </a:r>
            <a:r>
              <a:rPr lang="en-US" dirty="0"/>
              <a:t> </a:t>
            </a:r>
            <a:r>
              <a:rPr lang="en-US" b="1" dirty="0" err="1"/>
              <a:t>tránh</a:t>
            </a:r>
            <a:r>
              <a:rPr lang="en-US" b="1" dirty="0"/>
              <a:t> race condition</a:t>
            </a:r>
            <a:r>
              <a:rPr lang="en-US" dirty="0"/>
              <a:t>, </a:t>
            </a:r>
            <a:r>
              <a:rPr lang="en-US" dirty="0" err="1"/>
              <a:t>giúp</a:t>
            </a:r>
            <a:r>
              <a:rPr lang="en-US" dirty="0"/>
              <a:t> </a:t>
            </a:r>
            <a:r>
              <a:rPr lang="en-US" dirty="0" err="1"/>
              <a:t>truy</a:t>
            </a:r>
            <a:r>
              <a:rPr lang="en-US" dirty="0"/>
              <a:t> </a:t>
            </a:r>
            <a:r>
              <a:rPr lang="en-US" dirty="0" err="1"/>
              <a:t>cập</a:t>
            </a:r>
            <a:r>
              <a:rPr lang="en-US" dirty="0"/>
              <a:t> </a:t>
            </a:r>
            <a:r>
              <a:rPr lang="en-US" dirty="0" err="1"/>
              <a:t>tài</a:t>
            </a:r>
            <a:r>
              <a:rPr lang="en-US" dirty="0"/>
              <a:t> nguyên </a:t>
            </a:r>
            <a:r>
              <a:rPr lang="en-US" dirty="0" err="1"/>
              <a:t>một</a:t>
            </a:r>
            <a:r>
              <a:rPr lang="en-US" dirty="0"/>
              <a:t> </a:t>
            </a:r>
            <a:r>
              <a:rPr lang="en-US" dirty="0" err="1"/>
              <a:t>cách</a:t>
            </a:r>
            <a:r>
              <a:rPr lang="en-US" dirty="0"/>
              <a:t> an </a:t>
            </a:r>
            <a:r>
              <a:rPr lang="en-US" dirty="0" err="1"/>
              <a:t>toàn</a:t>
            </a:r>
            <a:r>
              <a:rPr lang="en-US" dirty="0"/>
              <a:t>.</a:t>
            </a:r>
            <a:br>
              <a:rPr lang="en-US" dirty="0"/>
            </a:br>
            <a:r>
              <a:rPr lang="en-US" dirty="0"/>
              <a:t>✅ </a:t>
            </a:r>
            <a:r>
              <a:rPr lang="en-US" b="1" dirty="0"/>
              <a:t>Condition Variable</a:t>
            </a:r>
            <a:r>
              <a:rPr lang="en-US" dirty="0"/>
              <a:t> </a:t>
            </a:r>
            <a:r>
              <a:rPr lang="en-US" dirty="0" err="1"/>
              <a:t>giúp</a:t>
            </a:r>
            <a:r>
              <a:rPr lang="en-US" dirty="0"/>
              <a:t> </a:t>
            </a:r>
            <a:r>
              <a:rPr lang="en-US" b="1" dirty="0" err="1"/>
              <a:t>luồng</a:t>
            </a:r>
            <a:r>
              <a:rPr lang="en-US" b="1" dirty="0"/>
              <a:t> </a:t>
            </a:r>
            <a:r>
              <a:rPr lang="en-US" b="1" dirty="0" err="1"/>
              <a:t>chờ</a:t>
            </a:r>
            <a:r>
              <a:rPr lang="en-US" b="1" dirty="0"/>
              <a:t> đợi </a:t>
            </a:r>
            <a:r>
              <a:rPr lang="en-US" b="1" dirty="0" err="1"/>
              <a:t>một</a:t>
            </a:r>
            <a:r>
              <a:rPr lang="en-US" b="1" dirty="0"/>
              <a:t> </a:t>
            </a:r>
            <a:r>
              <a:rPr lang="en-US" b="1" dirty="0" err="1"/>
              <a:t>sự</a:t>
            </a:r>
            <a:r>
              <a:rPr lang="en-US" b="1" dirty="0"/>
              <a:t> </a:t>
            </a:r>
            <a:r>
              <a:rPr lang="en-US" b="1" dirty="0" err="1"/>
              <a:t>kiện</a:t>
            </a:r>
            <a:r>
              <a:rPr lang="en-US" b="1" dirty="0"/>
              <a:t> </a:t>
            </a:r>
            <a:r>
              <a:rPr lang="en-US" b="1" dirty="0" err="1"/>
              <a:t>xảy</a:t>
            </a:r>
            <a:r>
              <a:rPr lang="en-US" b="1" dirty="0"/>
              <a:t> </a:t>
            </a:r>
            <a:r>
              <a:rPr lang="en-US" b="1" dirty="0" err="1"/>
              <a:t>ra</a:t>
            </a:r>
            <a:r>
              <a:rPr lang="en-US" dirty="0"/>
              <a:t> </a:t>
            </a:r>
            <a:r>
              <a:rPr lang="en-US" dirty="0" err="1"/>
              <a:t>mà</a:t>
            </a:r>
            <a:r>
              <a:rPr lang="en-US" dirty="0"/>
              <a:t> </a:t>
            </a:r>
            <a:r>
              <a:rPr lang="en-US" dirty="0" err="1"/>
              <a:t>không</a:t>
            </a:r>
            <a:r>
              <a:rPr lang="en-US" dirty="0"/>
              <a:t> </a:t>
            </a:r>
            <a:r>
              <a:rPr lang="en-US" dirty="0" err="1"/>
              <a:t>tiêu</a:t>
            </a:r>
            <a:r>
              <a:rPr lang="en-US" dirty="0"/>
              <a:t> </a:t>
            </a:r>
            <a:r>
              <a:rPr lang="en-US" dirty="0" err="1"/>
              <a:t>tốn</a:t>
            </a:r>
            <a:r>
              <a:rPr lang="en-US" dirty="0"/>
              <a:t> CPU (</a:t>
            </a:r>
            <a:r>
              <a:rPr lang="en-US" dirty="0" err="1"/>
              <a:t>tránh</a:t>
            </a:r>
            <a:r>
              <a:rPr lang="en-US" dirty="0"/>
              <a:t> polling - </a:t>
            </a:r>
            <a:r>
              <a:rPr lang="en-US" dirty="0" err="1"/>
              <a:t>kiểm</a:t>
            </a:r>
            <a:r>
              <a:rPr lang="en-US" dirty="0"/>
              <a:t> </a:t>
            </a:r>
            <a:r>
              <a:rPr lang="en-US" dirty="0" err="1"/>
              <a:t>tra</a:t>
            </a:r>
            <a:r>
              <a:rPr lang="en-US" dirty="0"/>
              <a:t> liên </a:t>
            </a:r>
            <a:r>
              <a:rPr lang="en-US" dirty="0" err="1"/>
              <a:t>tục</a:t>
            </a:r>
            <a:r>
              <a:rPr lang="en-US" dirty="0"/>
              <a:t>).</a:t>
            </a:r>
          </a:p>
          <a:p>
            <a:r>
              <a:rPr lang="en-US" dirty="0"/>
              <a:t>🔹 </a:t>
            </a:r>
            <a:r>
              <a:rPr lang="en-US" b="1" dirty="0" err="1"/>
              <a:t>Tóm</a:t>
            </a:r>
            <a:r>
              <a:rPr lang="en-US" b="1" dirty="0"/>
              <a:t> lại</a:t>
            </a:r>
            <a:r>
              <a:rPr lang="en-US" dirty="0"/>
              <a:t>:</a:t>
            </a:r>
          </a:p>
          <a:p>
            <a:pPr>
              <a:buFont typeface="Arial" panose="020B0604020202020204" pitchFamily="34" charset="0"/>
              <a:buChar char="•"/>
            </a:pPr>
            <a:r>
              <a:rPr lang="en-US" b="1" dirty="0"/>
              <a:t>Mutex </a:t>
            </a:r>
            <a:r>
              <a:rPr lang="en-US" b="1" dirty="0" err="1"/>
              <a:t>kiểm</a:t>
            </a:r>
            <a:r>
              <a:rPr lang="en-US" b="1" dirty="0"/>
              <a:t> </a:t>
            </a:r>
            <a:r>
              <a:rPr lang="en-US" b="1" dirty="0" err="1"/>
              <a:t>soát</a:t>
            </a:r>
            <a:r>
              <a:rPr lang="en-US" b="1" dirty="0"/>
              <a:t> </a:t>
            </a:r>
            <a:r>
              <a:rPr lang="en-US" b="1" dirty="0" err="1"/>
              <a:t>quyền</a:t>
            </a:r>
            <a:r>
              <a:rPr lang="en-US" b="1" dirty="0"/>
              <a:t> </a:t>
            </a:r>
            <a:r>
              <a:rPr lang="en-US" b="1" dirty="0" err="1"/>
              <a:t>truy</a:t>
            </a:r>
            <a:r>
              <a:rPr lang="en-US" b="1" dirty="0"/>
              <a:t> </a:t>
            </a:r>
            <a:r>
              <a:rPr lang="en-US" b="1" dirty="0" err="1"/>
              <a:t>cập</a:t>
            </a:r>
            <a:r>
              <a:rPr lang="en-US" b="1" dirty="0"/>
              <a:t> </a:t>
            </a:r>
            <a:r>
              <a:rPr lang="en-US" b="1" dirty="0" err="1"/>
              <a:t>tài</a:t>
            </a:r>
            <a:r>
              <a:rPr lang="en-US" b="1" dirty="0"/>
              <a:t> nguyên</a:t>
            </a:r>
            <a:r>
              <a:rPr lang="en-US" dirty="0"/>
              <a:t>.</a:t>
            </a:r>
          </a:p>
          <a:p>
            <a:pPr>
              <a:buFont typeface="Arial" panose="020B0604020202020204" pitchFamily="34" charset="0"/>
              <a:buChar char="•"/>
            </a:pPr>
            <a:r>
              <a:rPr lang="en-US" b="1" dirty="0"/>
              <a:t>Condition Variable </a:t>
            </a:r>
            <a:r>
              <a:rPr lang="en-US" b="1" dirty="0" err="1"/>
              <a:t>giúp</a:t>
            </a:r>
            <a:r>
              <a:rPr lang="en-US" b="1" dirty="0"/>
              <a:t> </a:t>
            </a:r>
            <a:r>
              <a:rPr lang="en-US" b="1" dirty="0" err="1"/>
              <a:t>luồng</a:t>
            </a:r>
            <a:r>
              <a:rPr lang="en-US" b="1" dirty="0"/>
              <a:t> </a:t>
            </a:r>
            <a:r>
              <a:rPr lang="en-US" b="1" dirty="0" err="1"/>
              <a:t>chờ</a:t>
            </a:r>
            <a:r>
              <a:rPr lang="en-US" b="1" dirty="0"/>
              <a:t> </a:t>
            </a:r>
            <a:r>
              <a:rPr lang="en-US" b="1" dirty="0" err="1"/>
              <a:t>mà</a:t>
            </a:r>
            <a:r>
              <a:rPr lang="en-US" b="1" dirty="0"/>
              <a:t> </a:t>
            </a:r>
            <a:r>
              <a:rPr lang="en-US" b="1" dirty="0" err="1"/>
              <a:t>không</a:t>
            </a:r>
            <a:r>
              <a:rPr lang="en-US" b="1" dirty="0"/>
              <a:t> </a:t>
            </a:r>
            <a:r>
              <a:rPr lang="en-US" b="1" dirty="0" err="1"/>
              <a:t>tiêu</a:t>
            </a:r>
            <a:r>
              <a:rPr lang="en-US" b="1" dirty="0"/>
              <a:t> </a:t>
            </a:r>
            <a:r>
              <a:rPr lang="en-US" b="1" dirty="0" err="1"/>
              <a:t>tốn</a:t>
            </a:r>
            <a:r>
              <a:rPr lang="en-US" b="1" dirty="0"/>
              <a:t> CPU, </a:t>
            </a:r>
            <a:r>
              <a:rPr lang="en-US" b="1" dirty="0" err="1"/>
              <a:t>và</a:t>
            </a:r>
            <a:r>
              <a:rPr lang="en-US" b="1" dirty="0"/>
              <a:t> </a:t>
            </a:r>
            <a:r>
              <a:rPr lang="en-US" b="1" dirty="0" err="1"/>
              <a:t>đánh</a:t>
            </a:r>
            <a:r>
              <a:rPr lang="en-US" b="1" dirty="0"/>
              <a:t> </a:t>
            </a:r>
            <a:r>
              <a:rPr lang="en-US" b="1" dirty="0" err="1"/>
              <a:t>thức</a:t>
            </a:r>
            <a:r>
              <a:rPr lang="en-US" b="1" dirty="0"/>
              <a:t> </a:t>
            </a:r>
            <a:r>
              <a:rPr lang="en-US" b="1" dirty="0" err="1"/>
              <a:t>nó</a:t>
            </a:r>
            <a:r>
              <a:rPr lang="en-US" b="1" dirty="0"/>
              <a:t> </a:t>
            </a:r>
            <a:r>
              <a:rPr lang="en-US" b="1" dirty="0" err="1"/>
              <a:t>khi</a:t>
            </a:r>
            <a:r>
              <a:rPr lang="en-US" b="1" dirty="0"/>
              <a:t> cần</a:t>
            </a:r>
            <a:r>
              <a:rPr lang="en-US" dirty="0"/>
              <a:t>.</a:t>
            </a:r>
            <a:endParaRPr lang="vi-VN" dirty="0"/>
          </a:p>
          <a:p>
            <a:pPr>
              <a:buFont typeface="Arial" panose="020B0604020202020204" pitchFamily="34" charset="0"/>
              <a:buChar char="•"/>
            </a:pPr>
            <a:endParaRPr lang="en-US" dirty="0"/>
          </a:p>
          <a:p>
            <a:pPr>
              <a:buFont typeface="Arial" panose="020B0604020202020204" pitchFamily="34" charset="0"/>
              <a:buChar char="•"/>
            </a:pPr>
            <a:endParaRPr lang="vi-VN" dirty="0"/>
          </a:p>
        </p:txBody>
      </p:sp>
      <p:sp>
        <p:nvSpPr>
          <p:cNvPr id="4" name="Slide Number Placeholder 3">
            <a:extLst>
              <a:ext uri="{FF2B5EF4-FFF2-40B4-BE49-F238E27FC236}">
                <a16:creationId xmlns:a16="http://schemas.microsoft.com/office/drawing/2014/main" id="{C5E4BE76-447B-4A0F-A39C-03DB1C7453A2}"/>
              </a:ext>
            </a:extLst>
          </p:cNvPr>
          <p:cNvSpPr>
            <a:spLocks noGrp="1"/>
          </p:cNvSpPr>
          <p:nvPr>
            <p:ph type="sldNum" sz="quarter" idx="5"/>
          </p:nvPr>
        </p:nvSpPr>
        <p:spPr/>
        <p:txBody>
          <a:bodyPr/>
          <a:lstStyle/>
          <a:p>
            <a:fld id="{7E9B1F58-AC68-46E8-808A-40B5D90CA113}" type="slidenum">
              <a:rPr lang="en-US" smtClean="0"/>
              <a:t>24</a:t>
            </a:fld>
            <a:endParaRPr lang="en-US"/>
          </a:p>
        </p:txBody>
      </p:sp>
    </p:spTree>
    <p:extLst>
      <p:ext uri="{BB962C8B-B14F-4D97-AF65-F5344CB8AC3E}">
        <p14:creationId xmlns:p14="http://schemas.microsoft.com/office/powerpoint/2010/main" val="14505366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4948B-5788-DA59-D67A-D8998B819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45E800-5D08-B59F-E893-B0348B6031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0781DD-3D58-8C8D-1F7F-279853CA87CB}"/>
              </a:ext>
            </a:extLst>
          </p:cNvPr>
          <p:cNvSpPr>
            <a:spLocks noGrp="1"/>
          </p:cNvSpPr>
          <p:nvPr>
            <p:ph type="body" idx="1"/>
          </p:nvPr>
        </p:nvSpPr>
        <p:spPr/>
        <p:txBody>
          <a:bodyPr/>
          <a:lstStyle/>
          <a:p>
            <a:pPr>
              <a:buFont typeface="Arial" panose="020B0604020202020204" pitchFamily="34" charset="0"/>
              <a:buChar char="•"/>
            </a:pPr>
            <a:endParaRPr lang="vi-VN" dirty="0"/>
          </a:p>
        </p:txBody>
      </p:sp>
      <p:sp>
        <p:nvSpPr>
          <p:cNvPr id="4" name="Slide Number Placeholder 3">
            <a:extLst>
              <a:ext uri="{FF2B5EF4-FFF2-40B4-BE49-F238E27FC236}">
                <a16:creationId xmlns:a16="http://schemas.microsoft.com/office/drawing/2014/main" id="{72E3FE67-99CA-28D7-B233-50AB6072F266}"/>
              </a:ext>
            </a:extLst>
          </p:cNvPr>
          <p:cNvSpPr>
            <a:spLocks noGrp="1"/>
          </p:cNvSpPr>
          <p:nvPr>
            <p:ph type="sldNum" sz="quarter" idx="5"/>
          </p:nvPr>
        </p:nvSpPr>
        <p:spPr/>
        <p:txBody>
          <a:bodyPr/>
          <a:lstStyle/>
          <a:p>
            <a:fld id="{7E9B1F58-AC68-46E8-808A-40B5D90CA113}" type="slidenum">
              <a:rPr lang="en-US" smtClean="0"/>
              <a:t>25</a:t>
            </a:fld>
            <a:endParaRPr lang="en-US"/>
          </a:p>
        </p:txBody>
      </p:sp>
    </p:spTree>
    <p:extLst>
      <p:ext uri="{BB962C8B-B14F-4D97-AF65-F5344CB8AC3E}">
        <p14:creationId xmlns:p14="http://schemas.microsoft.com/office/powerpoint/2010/main" val="4525412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B8623-F449-DDF6-DD4C-80B9CF0F22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51B64C-882D-1546-C5FD-12DF02A4C4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56C4CE-DB8F-29FA-F495-899D635FD4F8}"/>
              </a:ext>
            </a:extLst>
          </p:cNvPr>
          <p:cNvSpPr>
            <a:spLocks noGrp="1"/>
          </p:cNvSpPr>
          <p:nvPr>
            <p:ph type="body" idx="1"/>
          </p:nvPr>
        </p:nvSpPr>
        <p:spPr/>
        <p:txBody>
          <a:bodyPr/>
          <a:lstStyle/>
          <a:p>
            <a:pPr>
              <a:buFont typeface="Arial" panose="020B0604020202020204" pitchFamily="34" charset="0"/>
              <a:buChar char="•"/>
            </a:pPr>
            <a:endParaRPr lang="vi-VN" dirty="0"/>
          </a:p>
        </p:txBody>
      </p:sp>
      <p:sp>
        <p:nvSpPr>
          <p:cNvPr id="4" name="Slide Number Placeholder 3">
            <a:extLst>
              <a:ext uri="{FF2B5EF4-FFF2-40B4-BE49-F238E27FC236}">
                <a16:creationId xmlns:a16="http://schemas.microsoft.com/office/drawing/2014/main" id="{D4CA6817-9BE0-E2AD-E406-4D4915D71484}"/>
              </a:ext>
            </a:extLst>
          </p:cNvPr>
          <p:cNvSpPr>
            <a:spLocks noGrp="1"/>
          </p:cNvSpPr>
          <p:nvPr>
            <p:ph type="sldNum" sz="quarter" idx="5"/>
          </p:nvPr>
        </p:nvSpPr>
        <p:spPr/>
        <p:txBody>
          <a:bodyPr/>
          <a:lstStyle/>
          <a:p>
            <a:fld id="{7E9B1F58-AC68-46E8-808A-40B5D90CA113}" type="slidenum">
              <a:rPr lang="en-US" smtClean="0"/>
              <a:t>26</a:t>
            </a:fld>
            <a:endParaRPr lang="en-US"/>
          </a:p>
        </p:txBody>
      </p:sp>
    </p:spTree>
    <p:extLst>
      <p:ext uri="{BB962C8B-B14F-4D97-AF65-F5344CB8AC3E}">
        <p14:creationId xmlns:p14="http://schemas.microsoft.com/office/powerpoint/2010/main" val="7097958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3C30D-AB68-4B24-3AEA-F2C3D4ED83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7741CA-3A0C-D142-C5CE-E6800926B0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DC8AD1-F72D-7DEF-8977-1AAFD6BD6ACD}"/>
              </a:ext>
            </a:extLst>
          </p:cNvPr>
          <p:cNvSpPr>
            <a:spLocks noGrp="1"/>
          </p:cNvSpPr>
          <p:nvPr>
            <p:ph type="body" idx="1"/>
          </p:nvPr>
        </p:nvSpPr>
        <p:spPr/>
        <p:txBody>
          <a:bodyPr/>
          <a:lstStyle/>
          <a:p>
            <a:pPr>
              <a:buFont typeface="Arial" panose="020B0604020202020204" pitchFamily="34" charset="0"/>
              <a:buChar char="•"/>
            </a:pPr>
            <a:r>
              <a:rPr lang="vi-VN" b="1" dirty="0"/>
              <a:t>Chỉ đánh thức một luồng đang chờ trên biến điều kiện: Nếu có nhiều luồng chờ, chỉ một luồng được đánh thức (không xác định luồng nào).</a:t>
            </a:r>
          </a:p>
          <a:p>
            <a:pPr>
              <a:buFont typeface="Arial" panose="020B0604020202020204" pitchFamily="34" charset="0"/>
              <a:buChar char="•"/>
            </a:pPr>
            <a:r>
              <a:rPr lang="en-US" b="1" dirty="0" err="1"/>
              <a:t>Đánh</a:t>
            </a:r>
            <a:r>
              <a:rPr lang="en-US" b="1" dirty="0"/>
              <a:t> </a:t>
            </a:r>
            <a:r>
              <a:rPr lang="en-US" b="1" dirty="0" err="1"/>
              <a:t>thức</a:t>
            </a:r>
            <a:r>
              <a:rPr lang="en-US" b="1" dirty="0"/>
              <a:t> tất cả </a:t>
            </a:r>
            <a:r>
              <a:rPr lang="en-US" b="1" dirty="0" err="1"/>
              <a:t>các</a:t>
            </a:r>
            <a:r>
              <a:rPr lang="en-US" b="1" dirty="0"/>
              <a:t> </a:t>
            </a:r>
            <a:r>
              <a:rPr lang="en-US" b="1" dirty="0" err="1"/>
              <a:t>luồng</a:t>
            </a:r>
            <a:r>
              <a:rPr lang="en-US" b="1" dirty="0"/>
              <a:t> </a:t>
            </a:r>
            <a:r>
              <a:rPr lang="en-US" b="1" dirty="0" err="1"/>
              <a:t>đang</a:t>
            </a:r>
            <a:r>
              <a:rPr lang="en-US" b="1" dirty="0"/>
              <a:t> </a:t>
            </a:r>
            <a:r>
              <a:rPr lang="en-US" b="1" dirty="0" err="1"/>
              <a:t>chờ</a:t>
            </a:r>
            <a:r>
              <a:rPr lang="en-US" b="1" dirty="0"/>
              <a:t> trên </a:t>
            </a:r>
            <a:r>
              <a:rPr lang="en-US" b="1" dirty="0" err="1"/>
              <a:t>biến</a:t>
            </a:r>
            <a:r>
              <a:rPr lang="en-US" b="1" dirty="0"/>
              <a:t> </a:t>
            </a:r>
            <a:r>
              <a:rPr lang="en-US" b="1" dirty="0" err="1"/>
              <a:t>điều</a:t>
            </a:r>
            <a:r>
              <a:rPr lang="en-US" b="1" dirty="0"/>
              <a:t> </a:t>
            </a:r>
            <a:r>
              <a:rPr lang="vi-VN" b="1" dirty="0"/>
              <a:t>kiện:</a:t>
            </a:r>
            <a:r>
              <a:rPr lang="en-US" dirty="0"/>
              <a:t> </a:t>
            </a:r>
            <a:r>
              <a:rPr lang="en-US" b="1" dirty="0"/>
              <a:t>Tất cả </a:t>
            </a:r>
            <a:r>
              <a:rPr lang="en-US" b="1" dirty="0" err="1"/>
              <a:t>các</a:t>
            </a:r>
            <a:r>
              <a:rPr lang="en-US" b="1" dirty="0"/>
              <a:t> </a:t>
            </a:r>
            <a:r>
              <a:rPr lang="en-US" b="1" dirty="0" err="1"/>
              <a:t>luồng</a:t>
            </a:r>
            <a:r>
              <a:rPr lang="en-US" b="1" dirty="0"/>
              <a:t> </a:t>
            </a:r>
            <a:r>
              <a:rPr lang="en-US" b="1" dirty="0" err="1"/>
              <a:t>nhận</a:t>
            </a:r>
            <a:r>
              <a:rPr lang="en-US" b="1" dirty="0"/>
              <a:t> </a:t>
            </a:r>
            <a:r>
              <a:rPr lang="en-US" b="1" dirty="0" err="1"/>
              <a:t>tín</a:t>
            </a:r>
            <a:r>
              <a:rPr lang="en-US" b="1" dirty="0"/>
              <a:t> hiệu đều tiếp </a:t>
            </a:r>
            <a:r>
              <a:rPr lang="en-US" b="1" dirty="0" err="1"/>
              <a:t>tục</a:t>
            </a:r>
            <a:r>
              <a:rPr lang="en-US" b="1" dirty="0"/>
              <a:t> </a:t>
            </a:r>
            <a:r>
              <a:rPr lang="en-US" b="1" dirty="0" err="1"/>
              <a:t>thực</a:t>
            </a:r>
            <a:r>
              <a:rPr lang="en-US" b="1" dirty="0"/>
              <a:t> </a:t>
            </a:r>
            <a:r>
              <a:rPr lang="en-US" b="1" dirty="0" err="1"/>
              <a:t>thi</a:t>
            </a:r>
            <a:r>
              <a:rPr lang="en-US" b="1" dirty="0"/>
              <a:t>.</a:t>
            </a:r>
            <a:endParaRPr lang="vi-VN" dirty="0"/>
          </a:p>
        </p:txBody>
      </p:sp>
      <p:sp>
        <p:nvSpPr>
          <p:cNvPr id="4" name="Slide Number Placeholder 3">
            <a:extLst>
              <a:ext uri="{FF2B5EF4-FFF2-40B4-BE49-F238E27FC236}">
                <a16:creationId xmlns:a16="http://schemas.microsoft.com/office/drawing/2014/main" id="{54F24A3A-0BEF-C197-DF48-4CB7662AF46A}"/>
              </a:ext>
            </a:extLst>
          </p:cNvPr>
          <p:cNvSpPr>
            <a:spLocks noGrp="1"/>
          </p:cNvSpPr>
          <p:nvPr>
            <p:ph type="sldNum" sz="quarter" idx="5"/>
          </p:nvPr>
        </p:nvSpPr>
        <p:spPr/>
        <p:txBody>
          <a:bodyPr/>
          <a:lstStyle/>
          <a:p>
            <a:fld id="{7E9B1F58-AC68-46E8-808A-40B5D90CA113}" type="slidenum">
              <a:rPr lang="en-US" smtClean="0"/>
              <a:t>27</a:t>
            </a:fld>
            <a:endParaRPr lang="en-US"/>
          </a:p>
        </p:txBody>
      </p:sp>
    </p:spTree>
    <p:extLst>
      <p:ext uri="{BB962C8B-B14F-4D97-AF65-F5344CB8AC3E}">
        <p14:creationId xmlns:p14="http://schemas.microsoft.com/office/powerpoint/2010/main" val="8490143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744A3-C262-84D1-1AB5-ABC395FC27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73E46C-084A-3388-0604-698911FBF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6ACE84-ABC2-FFDC-9BC9-B4ADC5154EC3}"/>
              </a:ext>
            </a:extLst>
          </p:cNvPr>
          <p:cNvSpPr>
            <a:spLocks noGrp="1"/>
          </p:cNvSpPr>
          <p:nvPr>
            <p:ph type="body" idx="1"/>
          </p:nvPr>
        </p:nvSpPr>
        <p:spPr/>
        <p:txBody>
          <a:bodyPr/>
          <a:lstStyle/>
          <a:p>
            <a:pPr>
              <a:buFont typeface="Arial" panose="020B0604020202020204" pitchFamily="34" charset="0"/>
              <a:buChar char="•"/>
            </a:pPr>
            <a:endParaRPr lang="vi-VN" dirty="0"/>
          </a:p>
        </p:txBody>
      </p:sp>
      <p:sp>
        <p:nvSpPr>
          <p:cNvPr id="4" name="Slide Number Placeholder 3">
            <a:extLst>
              <a:ext uri="{FF2B5EF4-FFF2-40B4-BE49-F238E27FC236}">
                <a16:creationId xmlns:a16="http://schemas.microsoft.com/office/drawing/2014/main" id="{EDF2EACE-039E-EAAE-739A-1E8321A00811}"/>
              </a:ext>
            </a:extLst>
          </p:cNvPr>
          <p:cNvSpPr>
            <a:spLocks noGrp="1"/>
          </p:cNvSpPr>
          <p:nvPr>
            <p:ph type="sldNum" sz="quarter" idx="5"/>
          </p:nvPr>
        </p:nvSpPr>
        <p:spPr/>
        <p:txBody>
          <a:bodyPr/>
          <a:lstStyle/>
          <a:p>
            <a:fld id="{7E9B1F58-AC68-46E8-808A-40B5D90CA113}" type="slidenum">
              <a:rPr lang="en-US" smtClean="0"/>
              <a:t>28</a:t>
            </a:fld>
            <a:endParaRPr lang="en-US"/>
          </a:p>
        </p:txBody>
      </p:sp>
    </p:spTree>
    <p:extLst>
      <p:ext uri="{BB962C8B-B14F-4D97-AF65-F5344CB8AC3E}">
        <p14:creationId xmlns:p14="http://schemas.microsoft.com/office/powerpoint/2010/main" val="22559794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5C4B5-EC0D-6DEB-73C3-C89C6F6DE1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5B17B8-282F-EED3-21F0-28976708CF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7D3EE4-E001-AFB8-413F-EB01A06A8BEA}"/>
              </a:ext>
            </a:extLst>
          </p:cNvPr>
          <p:cNvSpPr>
            <a:spLocks noGrp="1"/>
          </p:cNvSpPr>
          <p:nvPr>
            <p:ph type="body" idx="1"/>
          </p:nvPr>
        </p:nvSpPr>
        <p:spPr/>
        <p:txBody>
          <a:bodyPr/>
          <a:lstStyle/>
          <a:p>
            <a:pPr>
              <a:buFont typeface="Arial" panose="020B0604020202020204" pitchFamily="34" charset="0"/>
              <a:buChar char="•"/>
            </a:pPr>
            <a:endParaRPr lang="vi-VN" dirty="0"/>
          </a:p>
        </p:txBody>
      </p:sp>
      <p:sp>
        <p:nvSpPr>
          <p:cNvPr id="4" name="Slide Number Placeholder 3">
            <a:extLst>
              <a:ext uri="{FF2B5EF4-FFF2-40B4-BE49-F238E27FC236}">
                <a16:creationId xmlns:a16="http://schemas.microsoft.com/office/drawing/2014/main" id="{7C74365A-DF76-CCDB-9B3D-138772CFBE6B}"/>
              </a:ext>
            </a:extLst>
          </p:cNvPr>
          <p:cNvSpPr>
            <a:spLocks noGrp="1"/>
          </p:cNvSpPr>
          <p:nvPr>
            <p:ph type="sldNum" sz="quarter" idx="5"/>
          </p:nvPr>
        </p:nvSpPr>
        <p:spPr/>
        <p:txBody>
          <a:bodyPr/>
          <a:lstStyle/>
          <a:p>
            <a:fld id="{7E9B1F58-AC68-46E8-808A-40B5D90CA113}" type="slidenum">
              <a:rPr lang="en-US" smtClean="0"/>
              <a:t>29</a:t>
            </a:fld>
            <a:endParaRPr lang="en-US"/>
          </a:p>
        </p:txBody>
      </p:sp>
    </p:spTree>
    <p:extLst>
      <p:ext uri="{BB962C8B-B14F-4D97-AF65-F5344CB8AC3E}">
        <p14:creationId xmlns:p14="http://schemas.microsoft.com/office/powerpoint/2010/main" val="2204150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2">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571935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B6772-2DFA-A0FD-9FD7-AD191D6E71EE}"/>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4176A5E2-45E7-1731-2FF1-5C548149EE86}"/>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6928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0E28E-4C72-AC38-6BA7-2DF4BB3768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B71BED-69FB-F64E-38DC-EA5728390A66}"/>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CFFB3B-8350-C9B3-3AD6-1152B413B14C}"/>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10-Mar-25</a:t>
            </a:fld>
            <a:endParaRPr lang="en-US"/>
          </a:p>
        </p:txBody>
      </p:sp>
      <p:sp>
        <p:nvSpPr>
          <p:cNvPr id="5" name="Footer Placeholder 4">
            <a:extLst>
              <a:ext uri="{FF2B5EF4-FFF2-40B4-BE49-F238E27FC236}">
                <a16:creationId xmlns:a16="http://schemas.microsoft.com/office/drawing/2014/main" id="{90420E20-9661-07A1-D628-A34A266B8FA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3929FD2-0772-EC8B-74A5-084CC80D6A36}"/>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2805286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D560F-5482-58B1-E919-C2B0C54A0EBF}"/>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2758D08-6A58-FF2E-17EB-1D79DD6376AF}"/>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41D292-79A0-9AFC-AE10-56D6C501845C}"/>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CB8BC9-0C9E-3AF8-8199-8C98B0B523B5}"/>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10-Mar-25</a:t>
            </a:fld>
            <a:endParaRPr lang="en-US"/>
          </a:p>
        </p:txBody>
      </p:sp>
      <p:sp>
        <p:nvSpPr>
          <p:cNvPr id="6" name="Footer Placeholder 5">
            <a:extLst>
              <a:ext uri="{FF2B5EF4-FFF2-40B4-BE49-F238E27FC236}">
                <a16:creationId xmlns:a16="http://schemas.microsoft.com/office/drawing/2014/main" id="{AC80D20F-1760-CD05-B479-30D3C1BD588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415AD3D2-CC78-0A68-A9B9-81D2F2EE0629}"/>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407120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F6685-CD1B-734F-8659-3A0801A4C0E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46DF79B5-5C83-B613-D7F9-76E189864357}"/>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C9887B-5786-6285-54A6-355421D44BA6}"/>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3DE4EB-524D-AA6A-D606-4294973D995D}"/>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C8AAC1-65B6-F623-82A5-3175AA9761B0}"/>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BC4AB0-9866-9475-19CC-1179BEE4A139}"/>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10-Mar-25</a:t>
            </a:fld>
            <a:endParaRPr lang="en-US"/>
          </a:p>
        </p:txBody>
      </p:sp>
      <p:sp>
        <p:nvSpPr>
          <p:cNvPr id="8" name="Footer Placeholder 7">
            <a:extLst>
              <a:ext uri="{FF2B5EF4-FFF2-40B4-BE49-F238E27FC236}">
                <a16:creationId xmlns:a16="http://schemas.microsoft.com/office/drawing/2014/main" id="{805D1CC9-DCD4-79CE-2497-69F3DF0F967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382F4CD-8285-508E-2B45-F5B2C9A5B383}"/>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3081047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FF99B-A2F7-186C-0C0F-368C3FD8B1A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B247839A-B8B0-83E0-91B6-D426CA4F9755}"/>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10-Mar-25</a:t>
            </a:fld>
            <a:endParaRPr lang="en-US"/>
          </a:p>
        </p:txBody>
      </p:sp>
      <p:sp>
        <p:nvSpPr>
          <p:cNvPr id="4" name="Footer Placeholder 3">
            <a:extLst>
              <a:ext uri="{FF2B5EF4-FFF2-40B4-BE49-F238E27FC236}">
                <a16:creationId xmlns:a16="http://schemas.microsoft.com/office/drawing/2014/main" id="{523D2850-F287-4343-84AE-94EE97E7D5D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609E254B-6C7E-BB86-F627-CF20B347E96C}"/>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4249183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45667F-5979-B62B-3C80-D2C01F396928}"/>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10-Mar-25</a:t>
            </a:fld>
            <a:endParaRPr lang="en-US"/>
          </a:p>
        </p:txBody>
      </p:sp>
      <p:sp>
        <p:nvSpPr>
          <p:cNvPr id="3" name="Footer Placeholder 2">
            <a:extLst>
              <a:ext uri="{FF2B5EF4-FFF2-40B4-BE49-F238E27FC236}">
                <a16:creationId xmlns:a16="http://schemas.microsoft.com/office/drawing/2014/main" id="{70752A54-505D-E10A-AD91-0F1B8DE6C84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21C5B76A-9160-3CE7-5569-9FB268749E67}"/>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1948713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75D6A-0BD4-9C52-53F0-6B198C46E1F1}"/>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BE23FE7-7FD1-B111-8B41-190C75501D6B}"/>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10E578-D4C1-2F47-429E-B71195DA688A}"/>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5EB8CC-8CA8-32DA-E0B1-57E67FB6A060}"/>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10-Mar-25</a:t>
            </a:fld>
            <a:endParaRPr lang="en-US"/>
          </a:p>
        </p:txBody>
      </p:sp>
      <p:sp>
        <p:nvSpPr>
          <p:cNvPr id="6" name="Footer Placeholder 5">
            <a:extLst>
              <a:ext uri="{FF2B5EF4-FFF2-40B4-BE49-F238E27FC236}">
                <a16:creationId xmlns:a16="http://schemas.microsoft.com/office/drawing/2014/main" id="{059962E6-0AD5-4D1F-7D36-19A2DCD2389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6DDB9BF6-3F86-A335-5F76-2F8C63591FFF}"/>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3192697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DCD07-572C-15B9-F31C-B1E4C76490F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0AA8CE-DD51-3D6D-FFA6-97E674BF1715}"/>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27FFA98-50DC-1B36-E035-129227400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F0F2B9-E397-BD54-1343-26D2F565CC4F}"/>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10-Mar-25</a:t>
            </a:fld>
            <a:endParaRPr lang="en-US"/>
          </a:p>
        </p:txBody>
      </p:sp>
      <p:sp>
        <p:nvSpPr>
          <p:cNvPr id="6" name="Footer Placeholder 5">
            <a:extLst>
              <a:ext uri="{FF2B5EF4-FFF2-40B4-BE49-F238E27FC236}">
                <a16:creationId xmlns:a16="http://schemas.microsoft.com/office/drawing/2014/main" id="{89F775A2-13CD-8CA0-9C3B-3DE8956ED96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C62F769-ADDA-BFD7-73AA-42BC09C6AE37}"/>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4211308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0E891-3048-9D27-A509-73C47AF3B6D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9309A1-B931-822F-47CE-11EFC3EFD3B7}"/>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5FC3C5-505E-D3C3-B2DC-E608F50DB411}"/>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10-Mar-25</a:t>
            </a:fld>
            <a:endParaRPr lang="en-US"/>
          </a:p>
        </p:txBody>
      </p:sp>
      <p:sp>
        <p:nvSpPr>
          <p:cNvPr id="5" name="Footer Placeholder 4">
            <a:extLst>
              <a:ext uri="{FF2B5EF4-FFF2-40B4-BE49-F238E27FC236}">
                <a16:creationId xmlns:a16="http://schemas.microsoft.com/office/drawing/2014/main" id="{2E134AC1-1929-4AD5-C4DB-6083AE805C2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FBEB6E4-CCAC-D271-55D0-83CD92806456}"/>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4039626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4A8EB9-D0AC-3EBF-73CD-31ABE5019A98}"/>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D68CEEC-08E9-80BA-A5FB-D0369978F7B6}"/>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6C485F-3FFC-A9D1-3883-FECBDA7D23E3}"/>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10-Mar-25</a:t>
            </a:fld>
            <a:endParaRPr lang="en-US"/>
          </a:p>
        </p:txBody>
      </p:sp>
      <p:sp>
        <p:nvSpPr>
          <p:cNvPr id="5" name="Footer Placeholder 4">
            <a:extLst>
              <a:ext uri="{FF2B5EF4-FFF2-40B4-BE49-F238E27FC236}">
                <a16:creationId xmlns:a16="http://schemas.microsoft.com/office/drawing/2014/main" id="{7BD023F2-84F3-B0B4-C921-2906D89B92D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BD66FE9-9F6D-3964-463C-A0F54C3BEAD4}"/>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4176317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A blue and black logo&#10;&#10;Description automatically generated">
            <a:extLst>
              <a:ext uri="{FF2B5EF4-FFF2-40B4-BE49-F238E27FC236}">
                <a16:creationId xmlns:a16="http://schemas.microsoft.com/office/drawing/2014/main" id="{6178EA7D-A847-155D-78C9-8A3F37D793F0}"/>
              </a:ext>
            </a:extLst>
          </p:cNvPr>
          <p:cNvPicPr>
            <a:picLocks noChangeAspect="1"/>
          </p:cNvPicPr>
          <p:nvPr userDrawn="1"/>
        </p:nvPicPr>
        <p:blipFill>
          <a:blip r:embed="rId13"/>
          <a:stretch>
            <a:fillRect/>
          </a:stretch>
        </p:blipFill>
        <p:spPr>
          <a:xfrm>
            <a:off x="1212481" y="291471"/>
            <a:ext cx="608153" cy="251021"/>
          </a:xfrm>
          <a:prstGeom prst="rect">
            <a:avLst/>
          </a:prstGeom>
        </p:spPr>
      </p:pic>
      <p:pic>
        <p:nvPicPr>
          <p:cNvPr id="8" name="Picture 2">
            <a:extLst>
              <a:ext uri="{FF2B5EF4-FFF2-40B4-BE49-F238E27FC236}">
                <a16:creationId xmlns:a16="http://schemas.microsoft.com/office/drawing/2014/main" id="{B45AE5D3-C826-6767-6823-69A566615462}"/>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741386" y="221446"/>
            <a:ext cx="382127" cy="38212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2">
            <a:extLst>
              <a:ext uri="{FF2B5EF4-FFF2-40B4-BE49-F238E27FC236}">
                <a16:creationId xmlns:a16="http://schemas.microsoft.com/office/drawing/2014/main" id="{9E9327F4-F6DE-E142-2752-1B7949167B43}"/>
              </a:ext>
            </a:extLst>
          </p:cNvPr>
          <p:cNvSpPr txBox="1">
            <a:spLocks/>
          </p:cNvSpPr>
          <p:nvPr userDrawn="1"/>
        </p:nvSpPr>
        <p:spPr>
          <a:xfrm>
            <a:off x="1868259" y="417721"/>
            <a:ext cx="2864962" cy="32196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vi-VN" sz="1200" b="1" dirty="0">
                <a:solidFill>
                  <a:schemeClr val="tx2">
                    <a:lumMod val="75000"/>
                    <a:lumOff val="25000"/>
                  </a:schemeClr>
                </a:solidFill>
                <a:latin typeface="+mj-lt"/>
              </a:rPr>
              <a:t>KHOA ĐIỆN TỬ VIỄN THÔNG</a:t>
            </a:r>
          </a:p>
        </p:txBody>
      </p:sp>
      <p:sp>
        <p:nvSpPr>
          <p:cNvPr id="10" name="Text Placeholder 2">
            <a:extLst>
              <a:ext uri="{FF2B5EF4-FFF2-40B4-BE49-F238E27FC236}">
                <a16:creationId xmlns:a16="http://schemas.microsoft.com/office/drawing/2014/main" id="{D3E14BDB-0F66-4DAD-F574-3E2F18DEBF72}"/>
              </a:ext>
            </a:extLst>
          </p:cNvPr>
          <p:cNvSpPr txBox="1">
            <a:spLocks/>
          </p:cNvSpPr>
          <p:nvPr userDrawn="1"/>
        </p:nvSpPr>
        <p:spPr>
          <a:xfrm>
            <a:off x="1868259" y="172746"/>
            <a:ext cx="2959645" cy="32196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vi-VN" sz="1200" b="0" dirty="0">
                <a:solidFill>
                  <a:schemeClr val="tx2">
                    <a:lumMod val="75000"/>
                    <a:lumOff val="25000"/>
                  </a:schemeClr>
                </a:solidFill>
                <a:latin typeface="Averta CY" panose="00000500000000000000" pitchFamily="50" charset="0"/>
              </a:rPr>
              <a:t>TRƯỜNG ĐẠI HỌC CÔNG NGHỆ</a:t>
            </a:r>
          </a:p>
        </p:txBody>
      </p:sp>
      <p:cxnSp>
        <p:nvCxnSpPr>
          <p:cNvPr id="11" name="Straight Connector 10">
            <a:extLst>
              <a:ext uri="{FF2B5EF4-FFF2-40B4-BE49-F238E27FC236}">
                <a16:creationId xmlns:a16="http://schemas.microsoft.com/office/drawing/2014/main" id="{40AEB371-4333-BF4F-523E-F5ED312D3761}"/>
              </a:ext>
            </a:extLst>
          </p:cNvPr>
          <p:cNvCxnSpPr>
            <a:cxnSpLocks/>
          </p:cNvCxnSpPr>
          <p:nvPr userDrawn="1"/>
        </p:nvCxnSpPr>
        <p:spPr>
          <a:xfrm>
            <a:off x="-182880" y="752356"/>
            <a:ext cx="12446000" cy="0"/>
          </a:xfrm>
          <a:prstGeom prst="line">
            <a:avLst/>
          </a:prstGeom>
          <a:ln w="19050">
            <a:solidFill>
              <a:srgbClr val="E9E9E9"/>
            </a:solidFill>
          </a:ln>
        </p:spPr>
        <p:style>
          <a:lnRef idx="1">
            <a:schemeClr val="accent2"/>
          </a:lnRef>
          <a:fillRef idx="0">
            <a:schemeClr val="accent2"/>
          </a:fillRef>
          <a:effectRef idx="0">
            <a:schemeClr val="accent2"/>
          </a:effectRef>
          <a:fontRef idx="minor">
            <a:schemeClr val="tx1"/>
          </a:fontRef>
        </p:style>
      </p:cxnSp>
      <p:sp>
        <p:nvSpPr>
          <p:cNvPr id="2" name="Date Placeholder 3">
            <a:extLst>
              <a:ext uri="{FF2B5EF4-FFF2-40B4-BE49-F238E27FC236}">
                <a16:creationId xmlns:a16="http://schemas.microsoft.com/office/drawing/2014/main" id="{E77C5897-653A-F2F1-77FE-E1D5D3865A4B}"/>
              </a:ext>
            </a:extLst>
          </p:cNvPr>
          <p:cNvSpPr txBox="1">
            <a:spLocks/>
          </p:cNvSpPr>
          <p:nvPr userDrawn="1"/>
        </p:nvSpPr>
        <p:spPr>
          <a:xfrm>
            <a:off x="8531157" y="6337623"/>
            <a:ext cx="2994069"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accent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vi-VN" sz="1300" b="0" i="1" dirty="0">
                <a:solidFill>
                  <a:schemeClr val="tx2">
                    <a:lumMod val="75000"/>
                    <a:lumOff val="25000"/>
                  </a:schemeClr>
                </a:solidFill>
                <a:latin typeface="Averta CY" panose="00000500000000000000" pitchFamily="50" charset="0"/>
              </a:rPr>
              <a:t>Học kỳ II, năm học 2024 - 2025</a:t>
            </a:r>
            <a:endParaRPr lang="en-US" sz="1300" b="0" i="1" dirty="0">
              <a:solidFill>
                <a:schemeClr val="tx2">
                  <a:lumMod val="75000"/>
                  <a:lumOff val="25000"/>
                </a:schemeClr>
              </a:solidFill>
              <a:latin typeface="Averta CY" panose="00000500000000000000" pitchFamily="50" charset="0"/>
            </a:endParaRPr>
          </a:p>
        </p:txBody>
      </p:sp>
      <p:cxnSp>
        <p:nvCxnSpPr>
          <p:cNvPr id="20" name="Straight Connector 19">
            <a:extLst>
              <a:ext uri="{FF2B5EF4-FFF2-40B4-BE49-F238E27FC236}">
                <a16:creationId xmlns:a16="http://schemas.microsoft.com/office/drawing/2014/main" id="{1AA7F6F6-894D-3640-190D-9CE5F4102A4D}"/>
              </a:ext>
            </a:extLst>
          </p:cNvPr>
          <p:cNvCxnSpPr>
            <a:cxnSpLocks/>
          </p:cNvCxnSpPr>
          <p:nvPr userDrawn="1"/>
        </p:nvCxnSpPr>
        <p:spPr>
          <a:xfrm>
            <a:off x="-277792" y="6263727"/>
            <a:ext cx="12674278" cy="0"/>
          </a:xfrm>
          <a:prstGeom prst="line">
            <a:avLst/>
          </a:prstGeom>
          <a:ln w="19050">
            <a:solidFill>
              <a:srgbClr val="E9E9E9"/>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9015458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accent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3CCB468-C979-1CDA-04DA-576C0643CB83}"/>
              </a:ext>
            </a:extLst>
          </p:cNvPr>
          <p:cNvSpPr txBox="1"/>
          <p:nvPr/>
        </p:nvSpPr>
        <p:spPr>
          <a:xfrm>
            <a:off x="1092073" y="2418448"/>
            <a:ext cx="10007850" cy="706091"/>
          </a:xfrm>
          <a:prstGeom prst="rect">
            <a:avLst/>
          </a:prstGeom>
          <a:noFill/>
        </p:spPr>
        <p:txBody>
          <a:bodyPr wrap="square" rtlCol="0">
            <a:spAutoFit/>
          </a:bodyPr>
          <a:lstStyle/>
          <a:p>
            <a:pPr algn="ctr">
              <a:lnSpc>
                <a:spcPct val="140000"/>
              </a:lnSpc>
            </a:pPr>
            <a:r>
              <a:rPr lang="vi-VN" sz="3200" b="1" dirty="0">
                <a:solidFill>
                  <a:schemeClr val="tx2">
                    <a:lumMod val="90000"/>
                    <a:lumOff val="10000"/>
                  </a:schemeClr>
                </a:solidFill>
                <a:latin typeface="+mj-lt"/>
              </a:rPr>
              <a:t>KỸ THUẬT LẬP TRÌNH NÂNG CAO</a:t>
            </a:r>
          </a:p>
        </p:txBody>
      </p:sp>
      <p:sp>
        <p:nvSpPr>
          <p:cNvPr id="4" name="Rectangle: Rounded Corners 3">
            <a:extLst>
              <a:ext uri="{FF2B5EF4-FFF2-40B4-BE49-F238E27FC236}">
                <a16:creationId xmlns:a16="http://schemas.microsoft.com/office/drawing/2014/main" id="{DB3A15CA-E8F9-8934-82F2-7178AD31101E}"/>
              </a:ext>
            </a:extLst>
          </p:cNvPr>
          <p:cNvSpPr/>
          <p:nvPr/>
        </p:nvSpPr>
        <p:spPr>
          <a:xfrm>
            <a:off x="2372029" y="3429000"/>
            <a:ext cx="7447937" cy="796074"/>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tIns="0" rtlCol="0" anchor="ctr"/>
          <a:lstStyle/>
          <a:p>
            <a:pPr algn="ctr">
              <a:lnSpc>
                <a:spcPct val="150000"/>
              </a:lnSpc>
            </a:pPr>
            <a:r>
              <a:rPr lang="vi-VN" sz="2800" dirty="0">
                <a:latin typeface="Averta CY Semibold" panose="00000700000000000000" pitchFamily="50" charset="0"/>
              </a:rPr>
              <a:t>LAB </a:t>
            </a:r>
            <a:r>
              <a:rPr lang="en-US" sz="2800" dirty="0">
                <a:latin typeface="Averta CY Semibold" panose="00000700000000000000" pitchFamily="50" charset="0"/>
              </a:rPr>
              <a:t>4</a:t>
            </a:r>
            <a:r>
              <a:rPr lang="vi-VN" sz="2800" dirty="0">
                <a:latin typeface="Averta CY Semibold" panose="00000700000000000000" pitchFamily="50" charset="0"/>
              </a:rPr>
              <a:t>. </a:t>
            </a:r>
            <a:r>
              <a:rPr lang="en-US" sz="2800" dirty="0">
                <a:latin typeface="Averta CY Semibold" panose="00000700000000000000" pitchFamily="50" charset="0"/>
              </a:rPr>
              <a:t>THREADS </a:t>
            </a:r>
            <a:r>
              <a:rPr lang="vi-VN" sz="2800" dirty="0">
                <a:latin typeface="Averta CY Semibold" panose="00000700000000000000" pitchFamily="50" charset="0"/>
              </a:rPr>
              <a:t>TRÊN LINUX</a:t>
            </a:r>
            <a:endParaRPr lang="en-US" sz="2800" dirty="0">
              <a:latin typeface="Averta CY Semibold" panose="00000700000000000000" pitchFamily="50" charset="0"/>
            </a:endParaRPr>
          </a:p>
        </p:txBody>
      </p:sp>
    </p:spTree>
    <p:extLst>
      <p:ext uri="{BB962C8B-B14F-4D97-AF65-F5344CB8AC3E}">
        <p14:creationId xmlns:p14="http://schemas.microsoft.com/office/powerpoint/2010/main" val="34575368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CC31E-B94E-2A87-B961-ADA75860F7A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028DC55-3378-8EC0-A12E-CB039622D053}"/>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10" name="TextBox 9">
            <a:extLst>
              <a:ext uri="{FF2B5EF4-FFF2-40B4-BE49-F238E27FC236}">
                <a16:creationId xmlns:a16="http://schemas.microsoft.com/office/drawing/2014/main" id="{CEF5A8A1-15AE-04A6-E970-7C3A3F4E15CA}"/>
              </a:ext>
            </a:extLst>
          </p:cNvPr>
          <p:cNvSpPr txBox="1"/>
          <p:nvPr/>
        </p:nvSpPr>
        <p:spPr>
          <a:xfrm>
            <a:off x="521381" y="2627594"/>
            <a:ext cx="6331240" cy="2633670"/>
          </a:xfrm>
          <a:prstGeom prst="rect">
            <a:avLst/>
          </a:prstGeom>
          <a:noFill/>
        </p:spPr>
        <p:txBody>
          <a:bodyPr wrap="square" rtlCol="0">
            <a:spAutoFit/>
          </a:bodyPr>
          <a:lstStyle/>
          <a:p>
            <a:pPr algn="just">
              <a:lnSpc>
                <a:spcPct val="150000"/>
              </a:lnSpc>
            </a:pPr>
            <a:r>
              <a:rPr lang="vi-VN" sz="1600" dirty="0">
                <a:solidFill>
                  <a:srgbClr val="00477F"/>
                </a:solidFill>
                <a:latin typeface="Averta CY Semibold" panose="00000700000000000000" pitchFamily="50" charset="0"/>
              </a:rPr>
              <a:t>Thread </a:t>
            </a:r>
            <a:r>
              <a:rPr lang="vi-VN" sz="1600" dirty="0">
                <a:solidFill>
                  <a:srgbClr val="00477F"/>
                </a:solidFill>
                <a:latin typeface="Averta CY" panose="00000500000000000000" pitchFamily="50" charset="0"/>
              </a:rPr>
              <a:t>là một cơ chế cho phép một ứng dụng thực hiện nhiều tác vụ đồng thời.</a:t>
            </a:r>
            <a:endParaRPr lang="en-US" sz="1600" dirty="0">
              <a:solidFill>
                <a:srgbClr val="00477F"/>
              </a:solidFill>
              <a:latin typeface="Averta CY" panose="00000500000000000000" pitchFamily="50" charset="0"/>
            </a:endParaRPr>
          </a:p>
          <a:p>
            <a:pPr algn="just">
              <a:lnSpc>
                <a:spcPct val="150000"/>
              </a:lnSpc>
            </a:pPr>
            <a:endParaRPr lang="en-US" sz="1600" dirty="0">
              <a:solidFill>
                <a:srgbClr val="00477F"/>
              </a:solidFill>
              <a:latin typeface="Averta CY" panose="00000500000000000000" pitchFamily="50" charset="0"/>
            </a:endParaRPr>
          </a:p>
          <a:p>
            <a:pPr algn="just">
              <a:lnSpc>
                <a:spcPct val="150000"/>
              </a:lnSpc>
            </a:pPr>
            <a:r>
              <a:rPr lang="vi-VN" sz="1600" dirty="0">
                <a:solidFill>
                  <a:srgbClr val="00477F"/>
                </a:solidFill>
                <a:latin typeface="Averta CY" panose="00000500000000000000" pitchFamily="50" charset="0"/>
              </a:rPr>
              <a:t>Một process có thể chứa nhiều threads, tất cả các threads này thực thi </a:t>
            </a:r>
            <a:r>
              <a:rPr lang="vi-VN" sz="1600" dirty="0">
                <a:solidFill>
                  <a:srgbClr val="00477F"/>
                </a:solidFill>
                <a:latin typeface="Averta CY Semibold" panose="00000700000000000000" pitchFamily="50" charset="0"/>
              </a:rPr>
              <a:t>cùng một chương trình</a:t>
            </a:r>
            <a:r>
              <a:rPr lang="vi-VN" sz="1600" dirty="0">
                <a:solidFill>
                  <a:srgbClr val="00477F"/>
                </a:solidFill>
                <a:latin typeface="Averta CY" panose="00000500000000000000" pitchFamily="50" charset="0"/>
              </a:rPr>
              <a:t> và </a:t>
            </a:r>
            <a:r>
              <a:rPr lang="vi-VN" sz="1600" dirty="0">
                <a:solidFill>
                  <a:srgbClr val="00477F"/>
                </a:solidFill>
                <a:latin typeface="Averta CY Semibold" panose="00000700000000000000" pitchFamily="50" charset="0"/>
              </a:rPr>
              <a:t>chia sẻ bộ nhớ toàn cục</a:t>
            </a:r>
            <a:r>
              <a:rPr lang="vi-VN" sz="1600" dirty="0">
                <a:solidFill>
                  <a:srgbClr val="00477F"/>
                </a:solidFill>
                <a:latin typeface="Averta CY" panose="00000500000000000000" pitchFamily="50" charset="0"/>
              </a:rPr>
              <a:t>, bao gồm dữ liệu đã khởi tạo, dữ liệu chưa khởi tạo và vùng nhớ heap.</a:t>
            </a:r>
            <a:endParaRPr lang="en-US" sz="1600" dirty="0">
              <a:solidFill>
                <a:srgbClr val="00477F"/>
              </a:solidFill>
              <a:latin typeface="Averta CY" panose="00000500000000000000" pitchFamily="50" charset="0"/>
            </a:endParaRPr>
          </a:p>
        </p:txBody>
      </p:sp>
      <p:sp>
        <p:nvSpPr>
          <p:cNvPr id="2" name="Rectangle: Rounded Corners 1">
            <a:extLst>
              <a:ext uri="{FF2B5EF4-FFF2-40B4-BE49-F238E27FC236}">
                <a16:creationId xmlns:a16="http://schemas.microsoft.com/office/drawing/2014/main" id="{0AAA35CF-EE04-3072-2794-8E37FEDF4650}"/>
              </a:ext>
            </a:extLst>
          </p:cNvPr>
          <p:cNvSpPr/>
          <p:nvPr/>
        </p:nvSpPr>
        <p:spPr>
          <a:xfrm>
            <a:off x="521381" y="1417726"/>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rta CY Semibold" panose="00000700000000000000" pitchFamily="50" charset="0"/>
              </a:rPr>
              <a:t>THREADS</a:t>
            </a:r>
          </a:p>
        </p:txBody>
      </p:sp>
      <p:pic>
        <p:nvPicPr>
          <p:cNvPr id="3" name="Picture 2">
            <a:extLst>
              <a:ext uri="{FF2B5EF4-FFF2-40B4-BE49-F238E27FC236}">
                <a16:creationId xmlns:a16="http://schemas.microsoft.com/office/drawing/2014/main" id="{8777A4C9-AF4B-823A-DBEB-AE68F31210F8}"/>
              </a:ext>
            </a:extLst>
          </p:cNvPr>
          <p:cNvPicPr>
            <a:picLocks noChangeAspect="1"/>
          </p:cNvPicPr>
          <p:nvPr/>
        </p:nvPicPr>
        <p:blipFill>
          <a:blip r:embed="rId3"/>
          <a:srcRect l="19421" t="10150" r="16116" b="29932"/>
          <a:stretch/>
        </p:blipFill>
        <p:spPr>
          <a:xfrm>
            <a:off x="7213717" y="2775439"/>
            <a:ext cx="4534713" cy="1968649"/>
          </a:xfrm>
          <a:prstGeom prst="rect">
            <a:avLst/>
          </a:prstGeom>
        </p:spPr>
      </p:pic>
    </p:spTree>
    <p:extLst>
      <p:ext uri="{BB962C8B-B14F-4D97-AF65-F5344CB8AC3E}">
        <p14:creationId xmlns:p14="http://schemas.microsoft.com/office/powerpoint/2010/main" val="2354964483"/>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B4BB0-D54B-A79C-8298-2733C96B6FF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668B63F-F356-4390-5B6E-A94BE12F9740}"/>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A69A4DA7-AA3B-9E60-BEA3-7E5DAA1883D5}"/>
              </a:ext>
            </a:extLst>
          </p:cNvPr>
          <p:cNvSpPr/>
          <p:nvPr/>
        </p:nvSpPr>
        <p:spPr>
          <a:xfrm>
            <a:off x="521381" y="1417726"/>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THUỘC TÍNH THREADS</a:t>
            </a:r>
            <a:endParaRPr lang="en-US" dirty="0">
              <a:latin typeface="Averta CY Semibold" panose="00000700000000000000" pitchFamily="50" charset="0"/>
            </a:endParaRPr>
          </a:p>
        </p:txBody>
      </p:sp>
      <p:sp>
        <p:nvSpPr>
          <p:cNvPr id="4" name="TextBox 3">
            <a:extLst>
              <a:ext uri="{FF2B5EF4-FFF2-40B4-BE49-F238E27FC236}">
                <a16:creationId xmlns:a16="http://schemas.microsoft.com/office/drawing/2014/main" id="{16270806-11BC-C0D5-4336-4D6BB9E782EC}"/>
              </a:ext>
            </a:extLst>
          </p:cNvPr>
          <p:cNvSpPr txBox="1"/>
          <p:nvPr/>
        </p:nvSpPr>
        <p:spPr>
          <a:xfrm>
            <a:off x="624420" y="2538077"/>
            <a:ext cx="6331240" cy="2633670"/>
          </a:xfrm>
          <a:prstGeom prst="rect">
            <a:avLst/>
          </a:prstGeom>
          <a:noFill/>
        </p:spPr>
        <p:txBody>
          <a:bodyPr wrap="square" rtlCol="0">
            <a:spAutoFit/>
          </a:bodyPr>
          <a:lstStyle/>
          <a:p>
            <a:pPr algn="just">
              <a:lnSpc>
                <a:spcPct val="150000"/>
              </a:lnSpc>
            </a:pPr>
            <a:r>
              <a:rPr lang="vi-VN" sz="1600" dirty="0">
                <a:solidFill>
                  <a:srgbClr val="00477F"/>
                </a:solidFill>
                <a:latin typeface="Averta CY Semibold" panose="00000700000000000000" pitchFamily="50" charset="0"/>
              </a:rPr>
              <a:t>Threads trong cùng một process chia sẻ các thuộc tính sau:</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ID của process (PID) và ID của tiến trình cha.</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Group ID, Session ID, và terminal điều khiển.</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Credentials (user ID, group ID).</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Danh sách file descriptor mở.</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Thông tin hệ thống tập tin (umask, thư mục làm việc hiện tại).</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Các bộ đếm thời gian và tài nguyên hệ thống.</a:t>
            </a:r>
            <a:endParaRPr lang="en-US" sz="1600" dirty="0">
              <a:solidFill>
                <a:srgbClr val="00477F"/>
              </a:solidFill>
              <a:latin typeface="Averta CY" panose="00000500000000000000" pitchFamily="50" charset="0"/>
            </a:endParaRPr>
          </a:p>
        </p:txBody>
      </p:sp>
      <p:pic>
        <p:nvPicPr>
          <p:cNvPr id="5" name="Picture 4">
            <a:extLst>
              <a:ext uri="{FF2B5EF4-FFF2-40B4-BE49-F238E27FC236}">
                <a16:creationId xmlns:a16="http://schemas.microsoft.com/office/drawing/2014/main" id="{48F16550-20E9-9C6D-8578-5F80A24310C2}"/>
              </a:ext>
            </a:extLst>
          </p:cNvPr>
          <p:cNvPicPr>
            <a:picLocks noChangeAspect="1"/>
          </p:cNvPicPr>
          <p:nvPr/>
        </p:nvPicPr>
        <p:blipFill>
          <a:blip r:embed="rId3"/>
          <a:srcRect l="19421" t="10150" r="16116" b="29932"/>
          <a:stretch/>
        </p:blipFill>
        <p:spPr>
          <a:xfrm>
            <a:off x="7213717" y="2775439"/>
            <a:ext cx="4534713" cy="1968649"/>
          </a:xfrm>
          <a:prstGeom prst="rect">
            <a:avLst/>
          </a:prstGeom>
        </p:spPr>
      </p:pic>
    </p:spTree>
    <p:extLst>
      <p:ext uri="{BB962C8B-B14F-4D97-AF65-F5344CB8AC3E}">
        <p14:creationId xmlns:p14="http://schemas.microsoft.com/office/powerpoint/2010/main" val="1738058566"/>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A00D8-4AE0-349B-39A4-F82FCD730E8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8FDB0CA-8641-0209-AC1E-CE76D2D559EC}"/>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0E3495B9-D292-71D0-E241-6718B3AC355C}"/>
              </a:ext>
            </a:extLst>
          </p:cNvPr>
          <p:cNvSpPr/>
          <p:nvPr/>
        </p:nvSpPr>
        <p:spPr>
          <a:xfrm>
            <a:off x="521381" y="1417726"/>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THUỘC TÍNH THREADS</a:t>
            </a:r>
            <a:endParaRPr lang="en-US" dirty="0">
              <a:latin typeface="Averta CY Semibold" panose="00000700000000000000" pitchFamily="50" charset="0"/>
            </a:endParaRPr>
          </a:p>
        </p:txBody>
      </p:sp>
      <p:sp>
        <p:nvSpPr>
          <p:cNvPr id="4" name="TextBox 3">
            <a:extLst>
              <a:ext uri="{FF2B5EF4-FFF2-40B4-BE49-F238E27FC236}">
                <a16:creationId xmlns:a16="http://schemas.microsoft.com/office/drawing/2014/main" id="{52F7FC08-BF82-851B-B651-627FA4090440}"/>
              </a:ext>
            </a:extLst>
          </p:cNvPr>
          <p:cNvSpPr txBox="1"/>
          <p:nvPr/>
        </p:nvSpPr>
        <p:spPr>
          <a:xfrm>
            <a:off x="624420" y="2538077"/>
            <a:ext cx="7002752" cy="2633670"/>
          </a:xfrm>
          <a:prstGeom prst="rect">
            <a:avLst/>
          </a:prstGeom>
          <a:noFill/>
        </p:spPr>
        <p:txBody>
          <a:bodyPr wrap="square" rtlCol="0">
            <a:spAutoFit/>
          </a:bodyPr>
          <a:lstStyle/>
          <a:p>
            <a:pPr algn="just">
              <a:lnSpc>
                <a:spcPct val="150000"/>
              </a:lnSpc>
            </a:pPr>
            <a:r>
              <a:rPr lang="vi-VN" sz="1600" dirty="0">
                <a:solidFill>
                  <a:srgbClr val="00477F"/>
                </a:solidFill>
                <a:latin typeface="Averta CY Semibold" panose="00000700000000000000" pitchFamily="50" charset="0"/>
              </a:rPr>
              <a:t>Mỗi thread có các thuộc tính riêng, không chia sẻ với thread khác:</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Thread ID.</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Mặt nạ tín hiệu (signal mask).</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Biến errno.</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Môi trường số dấu chấm động (floating-point environment).</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Chính sách và mức độ ưu tiên lập lịch thời gian thực.</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Vùng nhớ stack riêng biệt.</a:t>
            </a:r>
            <a:endParaRPr lang="en-US" sz="1600" dirty="0">
              <a:solidFill>
                <a:srgbClr val="00477F"/>
              </a:solidFill>
              <a:latin typeface="Averta CY" panose="00000500000000000000" pitchFamily="50" charset="0"/>
            </a:endParaRPr>
          </a:p>
        </p:txBody>
      </p:sp>
      <p:pic>
        <p:nvPicPr>
          <p:cNvPr id="3" name="Picture 2">
            <a:extLst>
              <a:ext uri="{FF2B5EF4-FFF2-40B4-BE49-F238E27FC236}">
                <a16:creationId xmlns:a16="http://schemas.microsoft.com/office/drawing/2014/main" id="{9C7364CD-18AF-355D-695E-F4557FB64FAD}"/>
              </a:ext>
            </a:extLst>
          </p:cNvPr>
          <p:cNvPicPr>
            <a:picLocks noChangeAspect="1"/>
          </p:cNvPicPr>
          <p:nvPr/>
        </p:nvPicPr>
        <p:blipFill>
          <a:blip r:embed="rId3"/>
          <a:srcRect l="19421" t="10150" r="16116" b="29932"/>
          <a:stretch/>
        </p:blipFill>
        <p:spPr>
          <a:xfrm>
            <a:off x="7213717" y="2775439"/>
            <a:ext cx="4534713" cy="1968649"/>
          </a:xfrm>
          <a:prstGeom prst="rect">
            <a:avLst/>
          </a:prstGeom>
        </p:spPr>
      </p:pic>
    </p:spTree>
    <p:extLst>
      <p:ext uri="{BB962C8B-B14F-4D97-AF65-F5344CB8AC3E}">
        <p14:creationId xmlns:p14="http://schemas.microsoft.com/office/powerpoint/2010/main" val="1165256582"/>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1BAAD-7140-B144-C339-032849E0DAF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A7994EE-985F-20F3-2ACE-3029C0FC9E5E}"/>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26491FDC-8AED-51ED-4D90-10EBE7894E54}"/>
              </a:ext>
            </a:extLst>
          </p:cNvPr>
          <p:cNvSpPr/>
          <p:nvPr/>
        </p:nvSpPr>
        <p:spPr>
          <a:xfrm>
            <a:off x="521381" y="1417726"/>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PTHREADS API</a:t>
            </a:r>
            <a:endParaRPr lang="en-US" dirty="0">
              <a:latin typeface="Averta CY Semibold" panose="00000700000000000000" pitchFamily="50" charset="0"/>
            </a:endParaRPr>
          </a:p>
        </p:txBody>
      </p:sp>
      <p:sp>
        <p:nvSpPr>
          <p:cNvPr id="4" name="TextBox 3">
            <a:extLst>
              <a:ext uri="{FF2B5EF4-FFF2-40B4-BE49-F238E27FC236}">
                <a16:creationId xmlns:a16="http://schemas.microsoft.com/office/drawing/2014/main" id="{70E63962-2A16-8C74-79E4-31D7972673EF}"/>
              </a:ext>
            </a:extLst>
          </p:cNvPr>
          <p:cNvSpPr txBox="1"/>
          <p:nvPr/>
        </p:nvSpPr>
        <p:spPr>
          <a:xfrm>
            <a:off x="521381" y="2190576"/>
            <a:ext cx="7923372" cy="3741665"/>
          </a:xfrm>
          <a:prstGeom prst="rect">
            <a:avLst/>
          </a:prstGeom>
          <a:noFill/>
        </p:spPr>
        <p:txBody>
          <a:bodyPr wrap="square" rtlCol="0">
            <a:spAutoFit/>
          </a:bodyPr>
          <a:lstStyle/>
          <a:p>
            <a:pPr algn="just">
              <a:lnSpc>
                <a:spcPct val="150000"/>
              </a:lnSpc>
            </a:pPr>
            <a:r>
              <a:rPr lang="vi-VN" sz="1600" dirty="0">
                <a:solidFill>
                  <a:srgbClr val="00477F"/>
                </a:solidFill>
                <a:latin typeface="Averta CY Semibold" panose="00000700000000000000" pitchFamily="50" charset="0"/>
              </a:rPr>
              <a:t>Năm 1995, POSIX.1c chuẩn hóa POSIX threads API (Pthreads)</a:t>
            </a:r>
          </a:p>
          <a:p>
            <a:pPr algn="just">
              <a:lnSpc>
                <a:spcPct val="150000"/>
              </a:lnSpc>
            </a:pPr>
            <a:r>
              <a:rPr lang="vi-VN" sz="1600" dirty="0">
                <a:solidFill>
                  <a:srgbClr val="00477F"/>
                </a:solidFill>
                <a:latin typeface="Averta CY" panose="00000500000000000000" pitchFamily="50" charset="0"/>
              </a:rPr>
              <a:t>Pthreads API định nghĩa nhiều kiểu dữ liệu để quản lý threads, bao gồm:</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pthread_t: Thread identifier (định danh thread).</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pthread_mutex_t: Mutex (cơ chế khóa tránh xung đột giữa các threads).</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pthread_mutexattr_t: Thuộc tính của Mutex.</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pthread_cond_t: Biến điều kiện (dùng để đồng bộ hóa giữa các threads).</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pthread_condattr_t: Thuộc tính của biến điều kiện.</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pthread_key_t: Key cho dữ liệu riêng của thread.</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pthread_once_t: Kiểm soát khởi tạo một lần duy nhất.</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pthread_attr_t: Thuộc tính của thread.</a:t>
            </a:r>
            <a:endParaRPr lang="en-US" sz="1600" dirty="0">
              <a:solidFill>
                <a:srgbClr val="00477F"/>
              </a:solidFill>
              <a:latin typeface="Averta CY" panose="00000500000000000000" pitchFamily="50" charset="0"/>
            </a:endParaRPr>
          </a:p>
        </p:txBody>
      </p:sp>
    </p:spTree>
    <p:extLst>
      <p:ext uri="{BB962C8B-B14F-4D97-AF65-F5344CB8AC3E}">
        <p14:creationId xmlns:p14="http://schemas.microsoft.com/office/powerpoint/2010/main" val="2364905848"/>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4E799-A868-C7EB-6F18-AE774827EA8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D0F280E-AB4E-22D3-FE38-ABBDF20216ED}"/>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F5DA1C98-5BC6-7807-C02E-397561EB30F7}"/>
              </a:ext>
            </a:extLst>
          </p:cNvPr>
          <p:cNvSpPr/>
          <p:nvPr/>
        </p:nvSpPr>
        <p:spPr>
          <a:xfrm>
            <a:off x="4115217" y="3356173"/>
            <a:ext cx="3961568" cy="860824"/>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2100" dirty="0">
                <a:latin typeface="Averta CY Semibold" panose="00000700000000000000" pitchFamily="50" charset="0"/>
              </a:rPr>
              <a:t>SYSTEM CALL CƠ BẢN</a:t>
            </a:r>
            <a:endParaRPr lang="en-US" sz="2100" dirty="0">
              <a:latin typeface="Averta CY Semibold" panose="00000700000000000000" pitchFamily="50" charset="0"/>
            </a:endParaRPr>
          </a:p>
        </p:txBody>
      </p:sp>
      <p:sp>
        <p:nvSpPr>
          <p:cNvPr id="3" name="TextBox 2">
            <a:extLst>
              <a:ext uri="{FF2B5EF4-FFF2-40B4-BE49-F238E27FC236}">
                <a16:creationId xmlns:a16="http://schemas.microsoft.com/office/drawing/2014/main" id="{197977B1-4144-965E-C46B-0FB3B93282A0}"/>
              </a:ext>
            </a:extLst>
          </p:cNvPr>
          <p:cNvSpPr txBox="1"/>
          <p:nvPr/>
        </p:nvSpPr>
        <p:spPr>
          <a:xfrm>
            <a:off x="1092075" y="2305656"/>
            <a:ext cx="10007850" cy="706091"/>
          </a:xfrm>
          <a:prstGeom prst="rect">
            <a:avLst/>
          </a:prstGeom>
          <a:noFill/>
        </p:spPr>
        <p:txBody>
          <a:bodyPr wrap="square" rtlCol="0">
            <a:spAutoFit/>
          </a:bodyPr>
          <a:lstStyle/>
          <a:p>
            <a:pPr algn="ctr">
              <a:lnSpc>
                <a:spcPct val="140000"/>
              </a:lnSpc>
            </a:pPr>
            <a:r>
              <a:rPr lang="vi-VN" sz="3200" b="1" dirty="0">
                <a:solidFill>
                  <a:schemeClr val="tx2">
                    <a:lumMod val="90000"/>
                    <a:lumOff val="10000"/>
                  </a:schemeClr>
                </a:solidFill>
                <a:latin typeface="+mj-lt"/>
              </a:rPr>
              <a:t>LÀM VIỆC VỚI THREADS</a:t>
            </a:r>
          </a:p>
        </p:txBody>
      </p:sp>
    </p:spTree>
    <p:extLst>
      <p:ext uri="{BB962C8B-B14F-4D97-AF65-F5344CB8AC3E}">
        <p14:creationId xmlns:p14="http://schemas.microsoft.com/office/powerpoint/2010/main" val="85426664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4F5E7-FAA9-538B-76ED-C749AE95308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49BA7F0-43B9-B16F-533D-FF1CDC2197B9}"/>
              </a:ext>
            </a:extLst>
          </p:cNvPr>
          <p:cNvSpPr txBox="1"/>
          <p:nvPr/>
        </p:nvSpPr>
        <p:spPr>
          <a:xfrm>
            <a:off x="826043" y="2735431"/>
            <a:ext cx="11276309" cy="78701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Khi một chương trình khởi động, nó chỉ có một thread duy nhất, gọi là </a:t>
            </a:r>
            <a:r>
              <a:rPr lang="vi-VN" sz="1600" dirty="0">
                <a:solidFill>
                  <a:srgbClr val="00477F"/>
                </a:solidFill>
                <a:latin typeface="Averta CY Semibold" panose="00000700000000000000" pitchFamily="50" charset="0"/>
              </a:rPr>
              <a:t>main thread</a:t>
            </a:r>
            <a:r>
              <a:rPr lang="vi-VN" sz="1600" dirty="0">
                <a:solidFill>
                  <a:srgbClr val="00477F"/>
                </a:solidFill>
                <a:latin typeface="Averta CY" panose="00000500000000000000" pitchFamily="50" charset="0"/>
              </a:rPr>
              <a:t>.</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Để tạo thêm threads, sử dụng hàm </a:t>
            </a:r>
            <a:r>
              <a:rPr lang="vi-VN" sz="1600" dirty="0">
                <a:solidFill>
                  <a:srgbClr val="00477F"/>
                </a:solidFill>
                <a:latin typeface="Averta CY Semibold" panose="00000700000000000000" pitchFamily="50" charset="0"/>
              </a:rPr>
              <a:t>pthread_create()</a:t>
            </a:r>
          </a:p>
        </p:txBody>
      </p:sp>
      <p:sp>
        <p:nvSpPr>
          <p:cNvPr id="6" name="TextBox 5">
            <a:extLst>
              <a:ext uri="{FF2B5EF4-FFF2-40B4-BE49-F238E27FC236}">
                <a16:creationId xmlns:a16="http://schemas.microsoft.com/office/drawing/2014/main" id="{E270B6AD-5FA2-3738-AACD-63AC221A9091}"/>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10" name="TextBox 9">
            <a:extLst>
              <a:ext uri="{FF2B5EF4-FFF2-40B4-BE49-F238E27FC236}">
                <a16:creationId xmlns:a16="http://schemas.microsoft.com/office/drawing/2014/main" id="{E8028FB2-B364-F3F0-F523-E23A84A42143}"/>
              </a:ext>
            </a:extLst>
          </p:cNvPr>
          <p:cNvSpPr txBox="1"/>
          <p:nvPr/>
        </p:nvSpPr>
        <p:spPr>
          <a:xfrm>
            <a:off x="521381" y="2187487"/>
            <a:ext cx="4689716" cy="41767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vi-VN" sz="1600" dirty="0">
                <a:solidFill>
                  <a:srgbClr val="00477F"/>
                </a:solidFill>
                <a:latin typeface="Averta Std CY Bold" panose="00000800000000000000" pitchFamily="50" charset="0"/>
              </a:rPr>
              <a:t>pthread_create() </a:t>
            </a:r>
            <a:r>
              <a:rPr lang="vi-VN" sz="1600" dirty="0">
                <a:solidFill>
                  <a:srgbClr val="00477F"/>
                </a:solidFill>
                <a:latin typeface="Averta Std CY" panose="00000500000000000000" pitchFamily="50" charset="0"/>
              </a:rPr>
              <a:t>system call</a:t>
            </a:r>
            <a:endParaRPr lang="en-US" sz="1600" dirty="0">
              <a:solidFill>
                <a:srgbClr val="00477F"/>
              </a:solidFill>
              <a:latin typeface="Averta Std CY" panose="00000500000000000000" pitchFamily="50" charset="0"/>
            </a:endParaRPr>
          </a:p>
        </p:txBody>
      </p:sp>
      <p:sp>
        <p:nvSpPr>
          <p:cNvPr id="2" name="Rectangle: Rounded Corners 1">
            <a:extLst>
              <a:ext uri="{FF2B5EF4-FFF2-40B4-BE49-F238E27FC236}">
                <a16:creationId xmlns:a16="http://schemas.microsoft.com/office/drawing/2014/main" id="{54B3439E-497B-5FE1-AD34-2B3846CE2838}"/>
              </a:ext>
            </a:extLst>
          </p:cNvPr>
          <p:cNvSpPr/>
          <p:nvPr/>
        </p:nvSpPr>
        <p:spPr>
          <a:xfrm>
            <a:off x="521381" y="1384444"/>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TẠO THREADS</a:t>
            </a:r>
            <a:endParaRPr lang="en-US" dirty="0">
              <a:latin typeface="Averta CY Semibold" panose="00000700000000000000" pitchFamily="50" charset="0"/>
            </a:endParaRPr>
          </a:p>
        </p:txBody>
      </p:sp>
      <p:sp>
        <p:nvSpPr>
          <p:cNvPr id="5" name="Rectangle 4">
            <a:extLst>
              <a:ext uri="{FF2B5EF4-FFF2-40B4-BE49-F238E27FC236}">
                <a16:creationId xmlns:a16="http://schemas.microsoft.com/office/drawing/2014/main" id="{1C5747B2-8CC5-9E72-E1B4-7AD6ADFFDD21}"/>
              </a:ext>
            </a:extLst>
          </p:cNvPr>
          <p:cNvSpPr/>
          <p:nvPr/>
        </p:nvSpPr>
        <p:spPr>
          <a:xfrm>
            <a:off x="1216511" y="3797086"/>
            <a:ext cx="9498106" cy="91247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600" dirty="0">
                <a:solidFill>
                  <a:schemeClr val="bg1"/>
                </a:solidFill>
                <a:latin typeface="+mj-lt"/>
              </a:rPr>
              <a:t>#include &lt;</a:t>
            </a:r>
            <a:r>
              <a:rPr lang="en-US" sz="1600" dirty="0" err="1">
                <a:solidFill>
                  <a:schemeClr val="bg1"/>
                </a:solidFill>
                <a:latin typeface="+mj-lt"/>
              </a:rPr>
              <a:t>pthread.h</a:t>
            </a:r>
            <a:r>
              <a:rPr lang="en-US" sz="1600" dirty="0">
                <a:solidFill>
                  <a:schemeClr val="bg1"/>
                </a:solidFill>
                <a:latin typeface="+mj-lt"/>
              </a:rPr>
              <a:t>&gt;</a:t>
            </a:r>
            <a:endParaRPr lang="vi-VN" sz="1600" dirty="0">
              <a:solidFill>
                <a:schemeClr val="bg1"/>
              </a:solidFill>
              <a:latin typeface="+mj-lt"/>
            </a:endParaRPr>
          </a:p>
          <a:p>
            <a:pPr algn="just">
              <a:lnSpc>
                <a:spcPct val="150000"/>
              </a:lnSpc>
            </a:pPr>
            <a:r>
              <a:rPr lang="vi-VN" sz="1600" dirty="0">
                <a:solidFill>
                  <a:schemeClr val="bg1"/>
                </a:solidFill>
                <a:latin typeface="+mj-lt"/>
              </a:rPr>
              <a:t>i</a:t>
            </a:r>
            <a:r>
              <a:rPr lang="en-US" sz="1600" dirty="0" err="1">
                <a:solidFill>
                  <a:schemeClr val="bg1"/>
                </a:solidFill>
                <a:latin typeface="+mj-lt"/>
              </a:rPr>
              <a:t>nt</a:t>
            </a:r>
            <a:r>
              <a:rPr lang="en-US" sz="1600" dirty="0">
                <a:solidFill>
                  <a:schemeClr val="bg1"/>
                </a:solidFill>
                <a:latin typeface="+mj-lt"/>
              </a:rPr>
              <a:t> </a:t>
            </a:r>
            <a:r>
              <a:rPr lang="en-US" sz="1600" dirty="0" err="1">
                <a:solidFill>
                  <a:schemeClr val="bg1"/>
                </a:solidFill>
                <a:latin typeface="+mj-lt"/>
              </a:rPr>
              <a:t>pthread_create</a:t>
            </a:r>
            <a:r>
              <a:rPr lang="en-US" sz="1600" dirty="0">
                <a:solidFill>
                  <a:schemeClr val="bg1"/>
                </a:solidFill>
                <a:latin typeface="+mj-lt"/>
              </a:rPr>
              <a:t>(</a:t>
            </a:r>
            <a:r>
              <a:rPr lang="en-US" sz="1600" dirty="0" err="1">
                <a:solidFill>
                  <a:schemeClr val="bg1"/>
                </a:solidFill>
                <a:latin typeface="+mj-lt"/>
              </a:rPr>
              <a:t>pthread_t</a:t>
            </a:r>
            <a:r>
              <a:rPr lang="en-US" sz="1600" dirty="0">
                <a:solidFill>
                  <a:schemeClr val="bg1"/>
                </a:solidFill>
                <a:latin typeface="+mj-lt"/>
              </a:rPr>
              <a:t> *thread, const </a:t>
            </a:r>
            <a:r>
              <a:rPr lang="en-US" sz="1600" dirty="0" err="1">
                <a:solidFill>
                  <a:schemeClr val="bg1"/>
                </a:solidFill>
                <a:latin typeface="+mj-lt"/>
              </a:rPr>
              <a:t>pthread_attr_t</a:t>
            </a:r>
            <a:r>
              <a:rPr lang="en-US" sz="1600" dirty="0">
                <a:solidFill>
                  <a:schemeClr val="bg1"/>
                </a:solidFill>
                <a:latin typeface="+mj-lt"/>
              </a:rPr>
              <a:t> *</a:t>
            </a:r>
            <a:r>
              <a:rPr lang="en-US" sz="1600" dirty="0" err="1">
                <a:solidFill>
                  <a:schemeClr val="bg1"/>
                </a:solidFill>
                <a:latin typeface="+mj-lt"/>
              </a:rPr>
              <a:t>attr</a:t>
            </a:r>
            <a:r>
              <a:rPr lang="en-US" sz="1600" dirty="0">
                <a:solidFill>
                  <a:schemeClr val="bg1"/>
                </a:solidFill>
                <a:latin typeface="+mj-lt"/>
              </a:rPr>
              <a:t>,    void *(*start)(void *), void *</a:t>
            </a:r>
            <a:r>
              <a:rPr lang="en-US" sz="1600" dirty="0" err="1">
                <a:solidFill>
                  <a:schemeClr val="bg1"/>
                </a:solidFill>
                <a:latin typeface="+mj-lt"/>
              </a:rPr>
              <a:t>arg</a:t>
            </a:r>
            <a:r>
              <a:rPr lang="en-US" sz="1600" dirty="0">
                <a:solidFill>
                  <a:schemeClr val="bg1"/>
                </a:solidFill>
                <a:latin typeface="+mj-lt"/>
              </a:rPr>
              <a:t>);</a:t>
            </a:r>
          </a:p>
        </p:txBody>
      </p:sp>
      <p:sp>
        <p:nvSpPr>
          <p:cNvPr id="3" name="TextBox 2">
            <a:extLst>
              <a:ext uri="{FF2B5EF4-FFF2-40B4-BE49-F238E27FC236}">
                <a16:creationId xmlns:a16="http://schemas.microsoft.com/office/drawing/2014/main" id="{62A8D4FB-7DF0-3790-B843-EFBEFB6BD759}"/>
              </a:ext>
            </a:extLst>
          </p:cNvPr>
          <p:cNvSpPr txBox="1"/>
          <p:nvPr/>
        </p:nvSpPr>
        <p:spPr>
          <a:xfrm>
            <a:off x="919780" y="4984207"/>
            <a:ext cx="11276309" cy="41767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Trả về: 0 nếu thành công, hoặc một số nguyên dương nếu lỗi.</a:t>
            </a:r>
          </a:p>
        </p:txBody>
      </p:sp>
    </p:spTree>
    <p:extLst>
      <p:ext uri="{BB962C8B-B14F-4D97-AF65-F5344CB8AC3E}">
        <p14:creationId xmlns:p14="http://schemas.microsoft.com/office/powerpoint/2010/main" val="387862811"/>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86883-AC1D-2A3A-F744-A225DD76960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D708DE0-BC1A-589D-5D87-8E1ECD3A4C2E}"/>
              </a:ext>
            </a:extLst>
          </p:cNvPr>
          <p:cNvSpPr txBox="1"/>
          <p:nvPr/>
        </p:nvSpPr>
        <p:spPr>
          <a:xfrm>
            <a:off x="790031" y="2746188"/>
            <a:ext cx="10700128" cy="2633670"/>
          </a:xfrm>
          <a:prstGeom prst="rect">
            <a:avLst/>
          </a:prstGeom>
          <a:noFill/>
        </p:spPr>
        <p:txBody>
          <a:bodyPr wrap="square">
            <a:spAutoFit/>
          </a:bodyPr>
          <a:lstStyle/>
          <a:p>
            <a:pPr algn="just">
              <a:lnSpc>
                <a:spcPct val="150000"/>
              </a:lnSpc>
            </a:pPr>
            <a:r>
              <a:rPr lang="vi-VN" sz="1600" dirty="0">
                <a:solidFill>
                  <a:srgbClr val="00477F"/>
                </a:solidFill>
                <a:latin typeface="Averta CY" panose="00000500000000000000" pitchFamily="50" charset="0"/>
              </a:rPr>
              <a:t>Một thread có thể kết thúc theo một trong các cách sau:</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Trả về từ hàm start: Hàm start của thread hoàn thành và trả về một giá trị.</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Gọi pthread_exit(): Thread tự kết thúc bằng cách gọi pthread_exit().</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Bị hủy bằng pthread_cancel(): Thread bị một thread khác hủy.</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Kết thúc toàn bộ tiến trình: </a:t>
            </a:r>
          </a:p>
          <a:p>
            <a:pPr marL="742950" lvl="1"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Bất kỳ thread nào gọi exit(), làm toàn bộ tiến trình dừng.</a:t>
            </a:r>
          </a:p>
          <a:p>
            <a:pPr marL="742950" lvl="1"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Thread chính (main thread) trả về từ main(), làm tất cả các thread trong tiến trình kết thúc ngay lập tức.</a:t>
            </a:r>
            <a:endParaRPr lang="vi-VN" sz="1600" dirty="0">
              <a:solidFill>
                <a:srgbClr val="00477F"/>
              </a:solidFill>
              <a:latin typeface="Averta CY Semibold" panose="00000700000000000000" pitchFamily="50" charset="0"/>
            </a:endParaRPr>
          </a:p>
        </p:txBody>
      </p:sp>
      <p:sp>
        <p:nvSpPr>
          <p:cNvPr id="6" name="TextBox 5">
            <a:extLst>
              <a:ext uri="{FF2B5EF4-FFF2-40B4-BE49-F238E27FC236}">
                <a16:creationId xmlns:a16="http://schemas.microsoft.com/office/drawing/2014/main" id="{5B84650C-2134-1EEB-822B-50DC0FA85D9E}"/>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10" name="TextBox 9">
            <a:extLst>
              <a:ext uri="{FF2B5EF4-FFF2-40B4-BE49-F238E27FC236}">
                <a16:creationId xmlns:a16="http://schemas.microsoft.com/office/drawing/2014/main" id="{B4D71462-C8D1-7F9E-CE7F-F72C93BA0C46}"/>
              </a:ext>
            </a:extLst>
          </p:cNvPr>
          <p:cNvSpPr txBox="1"/>
          <p:nvPr/>
        </p:nvSpPr>
        <p:spPr>
          <a:xfrm>
            <a:off x="521381" y="2187487"/>
            <a:ext cx="4689716" cy="41767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vi-VN" sz="1600" dirty="0">
                <a:solidFill>
                  <a:srgbClr val="00477F"/>
                </a:solidFill>
                <a:latin typeface="Averta Std CY Bold" panose="00000800000000000000" pitchFamily="50" charset="0"/>
              </a:rPr>
              <a:t>pthread_exit() </a:t>
            </a:r>
            <a:r>
              <a:rPr lang="vi-VN" sz="1600" dirty="0">
                <a:solidFill>
                  <a:srgbClr val="00477F"/>
                </a:solidFill>
                <a:latin typeface="Averta Std CY" panose="00000500000000000000" pitchFamily="50" charset="0"/>
              </a:rPr>
              <a:t>system call</a:t>
            </a:r>
            <a:endParaRPr lang="en-US" sz="1600" dirty="0">
              <a:solidFill>
                <a:srgbClr val="00477F"/>
              </a:solidFill>
              <a:latin typeface="Averta Std CY" panose="00000500000000000000" pitchFamily="50" charset="0"/>
            </a:endParaRPr>
          </a:p>
        </p:txBody>
      </p:sp>
      <p:sp>
        <p:nvSpPr>
          <p:cNvPr id="2" name="Rectangle: Rounded Corners 1">
            <a:extLst>
              <a:ext uri="{FF2B5EF4-FFF2-40B4-BE49-F238E27FC236}">
                <a16:creationId xmlns:a16="http://schemas.microsoft.com/office/drawing/2014/main" id="{CCE7E1C3-211E-68AA-5228-1F7C2C38E0DF}"/>
              </a:ext>
            </a:extLst>
          </p:cNvPr>
          <p:cNvSpPr/>
          <p:nvPr/>
        </p:nvSpPr>
        <p:spPr>
          <a:xfrm>
            <a:off x="521381" y="1384444"/>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KẾT THÚC THREADS</a:t>
            </a:r>
            <a:endParaRPr lang="en-US" dirty="0">
              <a:latin typeface="Averta CY Semibold" panose="00000700000000000000" pitchFamily="50" charset="0"/>
            </a:endParaRPr>
          </a:p>
        </p:txBody>
      </p:sp>
    </p:spTree>
    <p:extLst>
      <p:ext uri="{BB962C8B-B14F-4D97-AF65-F5344CB8AC3E}">
        <p14:creationId xmlns:p14="http://schemas.microsoft.com/office/powerpoint/2010/main" val="258653229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1FB35-8EDF-167C-E420-D58314FF6184}"/>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DF72287-4800-CA49-7C3B-D98E74BBD050}"/>
              </a:ext>
            </a:extLst>
          </p:cNvPr>
          <p:cNvSpPr txBox="1"/>
          <p:nvPr/>
        </p:nvSpPr>
        <p:spPr>
          <a:xfrm>
            <a:off x="645650" y="3935319"/>
            <a:ext cx="11241549" cy="152567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retval</a:t>
            </a:r>
            <a:r>
              <a:rPr lang="vi-VN" sz="1600" dirty="0">
                <a:solidFill>
                  <a:srgbClr val="00477F"/>
                </a:solidFill>
                <a:latin typeface="Averta CY" panose="00000500000000000000" pitchFamily="50" charset="0"/>
              </a:rPr>
              <a:t>: Con trỏ đến giá trị mà thread muốn trả về. Thread </a:t>
            </a:r>
            <a:r>
              <a:rPr lang="vi-VN" sz="1600" dirty="0">
                <a:solidFill>
                  <a:srgbClr val="00477F"/>
                </a:solidFill>
                <a:latin typeface="Averta CY Semibold" panose="00000700000000000000" pitchFamily="50" charset="0"/>
              </a:rPr>
              <a:t>gọi pthread_exit() </a:t>
            </a:r>
            <a:r>
              <a:rPr lang="vi-VN" sz="1600" dirty="0">
                <a:solidFill>
                  <a:srgbClr val="00477F"/>
                </a:solidFill>
                <a:latin typeface="Averta CY" panose="00000500000000000000" pitchFamily="50" charset="0"/>
              </a:rPr>
              <a:t>có thể gửi dữ liệu này để thread khác nhận lại khi gọi </a:t>
            </a:r>
            <a:r>
              <a:rPr lang="vi-VN" sz="1600" dirty="0">
                <a:solidFill>
                  <a:srgbClr val="00477F"/>
                </a:solidFill>
                <a:latin typeface="Averta CY Semibold" panose="00000700000000000000" pitchFamily="50" charset="0"/>
              </a:rPr>
              <a:t>pthread_join()</a:t>
            </a:r>
            <a:r>
              <a:rPr lang="vi-VN" sz="1600" dirty="0">
                <a:solidFill>
                  <a:srgbClr val="00477F"/>
                </a:solidFill>
                <a:latin typeface="Averta CY" panose="00000500000000000000" pitchFamily="50" charset="0"/>
              </a:rPr>
              <a:t>. </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Khi một thread gọi </a:t>
            </a:r>
            <a:r>
              <a:rPr lang="vi-VN" sz="1600" dirty="0">
                <a:solidFill>
                  <a:srgbClr val="00477F"/>
                </a:solidFill>
                <a:latin typeface="Averta CY Semibold" panose="00000700000000000000" pitchFamily="50" charset="0"/>
              </a:rPr>
              <a:t>pthread_exit()</a:t>
            </a:r>
            <a:r>
              <a:rPr lang="vi-VN" sz="1600" dirty="0">
                <a:solidFill>
                  <a:srgbClr val="00477F"/>
                </a:solidFill>
                <a:latin typeface="Averta CY" panose="00000500000000000000" pitchFamily="50" charset="0"/>
              </a:rPr>
              <a:t>, hàm này không có giá trị trả về và thread sẽ kết thúc ngay lập tức tại điểm đó.</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Bất kỳ lệnh nào sau pthread_exit() trong cùng thread đó sẽ không bao giờ được thực thi.</a:t>
            </a:r>
            <a:endParaRPr lang="vi-VN" sz="1600" dirty="0">
              <a:solidFill>
                <a:srgbClr val="00477F"/>
              </a:solidFill>
              <a:latin typeface="Averta CY Semibold" panose="00000700000000000000" pitchFamily="50" charset="0"/>
            </a:endParaRPr>
          </a:p>
        </p:txBody>
      </p:sp>
      <p:sp>
        <p:nvSpPr>
          <p:cNvPr id="6" name="TextBox 5">
            <a:extLst>
              <a:ext uri="{FF2B5EF4-FFF2-40B4-BE49-F238E27FC236}">
                <a16:creationId xmlns:a16="http://schemas.microsoft.com/office/drawing/2014/main" id="{95A4AC8C-94C7-123B-5276-418C0967349A}"/>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10" name="TextBox 9">
            <a:extLst>
              <a:ext uri="{FF2B5EF4-FFF2-40B4-BE49-F238E27FC236}">
                <a16:creationId xmlns:a16="http://schemas.microsoft.com/office/drawing/2014/main" id="{B30A4C54-6879-1877-D55D-9BEB7DB55953}"/>
              </a:ext>
            </a:extLst>
          </p:cNvPr>
          <p:cNvSpPr txBox="1"/>
          <p:nvPr/>
        </p:nvSpPr>
        <p:spPr>
          <a:xfrm>
            <a:off x="521381" y="2187487"/>
            <a:ext cx="4689716" cy="41767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vi-VN" sz="1600" dirty="0">
                <a:solidFill>
                  <a:srgbClr val="00477F"/>
                </a:solidFill>
                <a:latin typeface="Averta Std CY Bold" panose="00000800000000000000" pitchFamily="50" charset="0"/>
              </a:rPr>
              <a:t>pthread_exit() </a:t>
            </a:r>
            <a:r>
              <a:rPr lang="vi-VN" sz="1600" dirty="0">
                <a:solidFill>
                  <a:srgbClr val="00477F"/>
                </a:solidFill>
                <a:latin typeface="Averta Std CY" panose="00000500000000000000" pitchFamily="50" charset="0"/>
              </a:rPr>
              <a:t>system call</a:t>
            </a:r>
            <a:endParaRPr lang="en-US" sz="1600" dirty="0">
              <a:solidFill>
                <a:srgbClr val="00477F"/>
              </a:solidFill>
              <a:latin typeface="Averta Std CY" panose="00000500000000000000" pitchFamily="50" charset="0"/>
            </a:endParaRPr>
          </a:p>
        </p:txBody>
      </p:sp>
      <p:sp>
        <p:nvSpPr>
          <p:cNvPr id="2" name="Rectangle: Rounded Corners 1">
            <a:extLst>
              <a:ext uri="{FF2B5EF4-FFF2-40B4-BE49-F238E27FC236}">
                <a16:creationId xmlns:a16="http://schemas.microsoft.com/office/drawing/2014/main" id="{4CB870F2-D4D2-E430-168F-A976EBB4477E}"/>
              </a:ext>
            </a:extLst>
          </p:cNvPr>
          <p:cNvSpPr/>
          <p:nvPr/>
        </p:nvSpPr>
        <p:spPr>
          <a:xfrm>
            <a:off x="521381" y="1384444"/>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KẾT THÚC THREADS</a:t>
            </a:r>
            <a:endParaRPr lang="en-US" dirty="0">
              <a:latin typeface="Averta CY Semibold" panose="00000700000000000000" pitchFamily="50" charset="0"/>
            </a:endParaRPr>
          </a:p>
        </p:txBody>
      </p:sp>
      <p:sp>
        <p:nvSpPr>
          <p:cNvPr id="4" name="Rectangle 3">
            <a:extLst>
              <a:ext uri="{FF2B5EF4-FFF2-40B4-BE49-F238E27FC236}">
                <a16:creationId xmlns:a16="http://schemas.microsoft.com/office/drawing/2014/main" id="{DD5FC972-95CA-C7EF-5FF2-6C12AA49685B}"/>
              </a:ext>
            </a:extLst>
          </p:cNvPr>
          <p:cNvSpPr/>
          <p:nvPr/>
        </p:nvSpPr>
        <p:spPr>
          <a:xfrm>
            <a:off x="4207703" y="2808318"/>
            <a:ext cx="3776594" cy="91247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600" dirty="0">
                <a:solidFill>
                  <a:schemeClr val="bg1"/>
                </a:solidFill>
                <a:latin typeface="+mj-lt"/>
              </a:rPr>
              <a:t>#include &lt;</a:t>
            </a:r>
            <a:r>
              <a:rPr lang="en-US" sz="1600" dirty="0" err="1">
                <a:solidFill>
                  <a:schemeClr val="bg1"/>
                </a:solidFill>
                <a:latin typeface="+mj-lt"/>
              </a:rPr>
              <a:t>pthread.h</a:t>
            </a:r>
            <a:r>
              <a:rPr lang="en-US" sz="1600" dirty="0">
                <a:solidFill>
                  <a:schemeClr val="bg1"/>
                </a:solidFill>
                <a:latin typeface="+mj-lt"/>
              </a:rPr>
              <a:t>&gt;</a:t>
            </a:r>
            <a:endParaRPr lang="vi-VN" sz="1600" dirty="0">
              <a:solidFill>
                <a:schemeClr val="bg1"/>
              </a:solidFill>
              <a:latin typeface="+mj-lt"/>
            </a:endParaRPr>
          </a:p>
          <a:p>
            <a:pPr algn="just">
              <a:lnSpc>
                <a:spcPct val="150000"/>
              </a:lnSpc>
            </a:pPr>
            <a:r>
              <a:rPr lang="en-US" sz="1600" dirty="0">
                <a:solidFill>
                  <a:schemeClr val="bg1"/>
                </a:solidFill>
                <a:latin typeface="+mj-lt"/>
              </a:rPr>
              <a:t>void </a:t>
            </a:r>
            <a:r>
              <a:rPr lang="en-US" sz="1600" dirty="0" err="1">
                <a:solidFill>
                  <a:schemeClr val="bg1"/>
                </a:solidFill>
                <a:latin typeface="+mj-lt"/>
              </a:rPr>
              <a:t>pthread_exit</a:t>
            </a:r>
            <a:r>
              <a:rPr lang="en-US" sz="1600" dirty="0">
                <a:solidFill>
                  <a:schemeClr val="bg1"/>
                </a:solidFill>
                <a:latin typeface="+mj-lt"/>
              </a:rPr>
              <a:t>(void *</a:t>
            </a:r>
            <a:r>
              <a:rPr lang="en-US" sz="1600" dirty="0" err="1">
                <a:solidFill>
                  <a:schemeClr val="bg1"/>
                </a:solidFill>
                <a:latin typeface="+mj-lt"/>
              </a:rPr>
              <a:t>retval</a:t>
            </a:r>
            <a:r>
              <a:rPr lang="en-US" sz="1600" dirty="0">
                <a:solidFill>
                  <a:schemeClr val="bg1"/>
                </a:solidFill>
                <a:latin typeface="+mj-lt"/>
              </a:rPr>
              <a:t>);</a:t>
            </a:r>
          </a:p>
        </p:txBody>
      </p:sp>
    </p:spTree>
    <p:extLst>
      <p:ext uri="{BB962C8B-B14F-4D97-AF65-F5344CB8AC3E}">
        <p14:creationId xmlns:p14="http://schemas.microsoft.com/office/powerpoint/2010/main" val="3924985375"/>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0A24D-03DE-ED08-7909-131181C585B4}"/>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BA0882C5-C6AB-40F2-BCCA-D09D96FEA51E}"/>
              </a:ext>
            </a:extLst>
          </p:cNvPr>
          <p:cNvSpPr txBox="1"/>
          <p:nvPr/>
        </p:nvSpPr>
        <p:spPr>
          <a:xfrm>
            <a:off x="826124" y="2641990"/>
            <a:ext cx="11241549" cy="3003002"/>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Quản lý thread</a:t>
            </a:r>
            <a:r>
              <a:rPr lang="vi-VN" sz="1600" dirty="0">
                <a:solidFill>
                  <a:srgbClr val="00477F"/>
                </a:solidFill>
                <a:latin typeface="Averta CY" panose="00000500000000000000" pitchFamily="50" charset="0"/>
              </a:rPr>
              <a:t>: Nhiều hàm trong Pthreads sử dụng thread ID để xác định thread mục tiêu:</a:t>
            </a:r>
          </a:p>
          <a:p>
            <a:pPr marL="742950" lvl="1"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pthread_join()</a:t>
            </a:r>
          </a:p>
          <a:p>
            <a:pPr marL="742950" lvl="1"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pthread_detach()</a:t>
            </a:r>
          </a:p>
          <a:p>
            <a:pPr marL="742950" lvl="1"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pthread_cancel()</a:t>
            </a:r>
          </a:p>
          <a:p>
            <a:pPr marL="742950" lvl="1"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pthread_kill()</a:t>
            </a:r>
          </a:p>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Đánh dấu cấu trúc dữ liệu: </a:t>
            </a:r>
          </a:p>
          <a:p>
            <a:pPr marL="742950" lvl="1"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Theo dõi thread nào đã tạo hoặc sở hữu tài nguyên.</a:t>
            </a:r>
          </a:p>
          <a:p>
            <a:pPr marL="742950" lvl="1"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Xác định thread nào sẽ xử lý dữ liệu sau này.</a:t>
            </a:r>
            <a:endParaRPr lang="vi-VN" sz="1600" dirty="0">
              <a:solidFill>
                <a:srgbClr val="00477F"/>
              </a:solidFill>
              <a:latin typeface="Averta CY Semibold" panose="00000700000000000000" pitchFamily="50" charset="0"/>
            </a:endParaRPr>
          </a:p>
        </p:txBody>
      </p:sp>
      <p:sp>
        <p:nvSpPr>
          <p:cNvPr id="6" name="TextBox 5">
            <a:extLst>
              <a:ext uri="{FF2B5EF4-FFF2-40B4-BE49-F238E27FC236}">
                <a16:creationId xmlns:a16="http://schemas.microsoft.com/office/drawing/2014/main" id="{FB83EF83-7BC2-9046-80B1-EFB8B49B003B}"/>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10" name="TextBox 9">
            <a:extLst>
              <a:ext uri="{FF2B5EF4-FFF2-40B4-BE49-F238E27FC236}">
                <a16:creationId xmlns:a16="http://schemas.microsoft.com/office/drawing/2014/main" id="{13462357-3F0F-E888-713F-2D64240DE4CC}"/>
              </a:ext>
            </a:extLst>
          </p:cNvPr>
          <p:cNvSpPr txBox="1"/>
          <p:nvPr/>
        </p:nvSpPr>
        <p:spPr>
          <a:xfrm>
            <a:off x="521381" y="2187487"/>
            <a:ext cx="4689716" cy="41767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vi-VN" sz="1600" dirty="0">
                <a:solidFill>
                  <a:srgbClr val="00477F"/>
                </a:solidFill>
                <a:latin typeface="Averta Std CY Bold" panose="00000800000000000000" pitchFamily="50" charset="0"/>
              </a:rPr>
              <a:t>Ứng dụng Thread IDs</a:t>
            </a:r>
            <a:endParaRPr lang="en-US" sz="1600" dirty="0">
              <a:solidFill>
                <a:srgbClr val="00477F"/>
              </a:solidFill>
              <a:latin typeface="Averta Std CY" panose="00000500000000000000" pitchFamily="50" charset="0"/>
            </a:endParaRPr>
          </a:p>
        </p:txBody>
      </p:sp>
      <p:sp>
        <p:nvSpPr>
          <p:cNvPr id="2" name="Rectangle: Rounded Corners 1">
            <a:extLst>
              <a:ext uri="{FF2B5EF4-FFF2-40B4-BE49-F238E27FC236}">
                <a16:creationId xmlns:a16="http://schemas.microsoft.com/office/drawing/2014/main" id="{E7F3684D-D99E-EA40-B96F-B876219E3B0A}"/>
              </a:ext>
            </a:extLst>
          </p:cNvPr>
          <p:cNvSpPr/>
          <p:nvPr/>
        </p:nvSpPr>
        <p:spPr>
          <a:xfrm>
            <a:off x="521381" y="1384444"/>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THREAD IDs</a:t>
            </a:r>
            <a:endParaRPr lang="en-US" dirty="0">
              <a:latin typeface="Averta CY Semibold" panose="00000700000000000000" pitchFamily="50" charset="0"/>
            </a:endParaRPr>
          </a:p>
        </p:txBody>
      </p:sp>
    </p:spTree>
    <p:extLst>
      <p:ext uri="{BB962C8B-B14F-4D97-AF65-F5344CB8AC3E}">
        <p14:creationId xmlns:p14="http://schemas.microsoft.com/office/powerpoint/2010/main" val="2138791924"/>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93EE7-EE12-A8C5-C90E-ED4CA97AAD2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BD65ACCF-38D0-F32D-59B3-A6DDC2FBE3A5}"/>
              </a:ext>
            </a:extLst>
          </p:cNvPr>
          <p:cNvSpPr txBox="1"/>
          <p:nvPr/>
        </p:nvSpPr>
        <p:spPr>
          <a:xfrm>
            <a:off x="826124" y="2641990"/>
            <a:ext cx="11241549" cy="41767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Để kiểm tra hai thread ID có giống nhau không, sử dụng </a:t>
            </a:r>
            <a:r>
              <a:rPr lang="vi-VN" sz="1600" dirty="0">
                <a:solidFill>
                  <a:srgbClr val="00477F"/>
                </a:solidFill>
                <a:latin typeface="Averta CY Semibold" panose="00000700000000000000" pitchFamily="50" charset="0"/>
              </a:rPr>
              <a:t>pthread_equal():</a:t>
            </a:r>
          </a:p>
        </p:txBody>
      </p:sp>
      <p:sp>
        <p:nvSpPr>
          <p:cNvPr id="6" name="TextBox 5">
            <a:extLst>
              <a:ext uri="{FF2B5EF4-FFF2-40B4-BE49-F238E27FC236}">
                <a16:creationId xmlns:a16="http://schemas.microsoft.com/office/drawing/2014/main" id="{CD8A045C-BD53-454F-DECF-73AC509E99C6}"/>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10" name="TextBox 9">
            <a:extLst>
              <a:ext uri="{FF2B5EF4-FFF2-40B4-BE49-F238E27FC236}">
                <a16:creationId xmlns:a16="http://schemas.microsoft.com/office/drawing/2014/main" id="{352B465C-7EC1-A8E3-01B0-9A65BFCD799A}"/>
              </a:ext>
            </a:extLst>
          </p:cNvPr>
          <p:cNvSpPr txBox="1"/>
          <p:nvPr/>
        </p:nvSpPr>
        <p:spPr>
          <a:xfrm>
            <a:off x="521381" y="2187487"/>
            <a:ext cx="4689716" cy="41767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vi-VN" sz="1600" dirty="0">
                <a:solidFill>
                  <a:srgbClr val="00477F"/>
                </a:solidFill>
                <a:latin typeface="Averta Std CY Bold" panose="00000800000000000000" pitchFamily="50" charset="0"/>
              </a:rPr>
              <a:t>So sánh ID của 02 Threads</a:t>
            </a:r>
            <a:endParaRPr lang="en-US" sz="1600" dirty="0">
              <a:solidFill>
                <a:srgbClr val="00477F"/>
              </a:solidFill>
              <a:latin typeface="Averta Std CY" panose="00000500000000000000" pitchFamily="50" charset="0"/>
            </a:endParaRPr>
          </a:p>
        </p:txBody>
      </p:sp>
      <p:sp>
        <p:nvSpPr>
          <p:cNvPr id="2" name="Rectangle: Rounded Corners 1">
            <a:extLst>
              <a:ext uri="{FF2B5EF4-FFF2-40B4-BE49-F238E27FC236}">
                <a16:creationId xmlns:a16="http://schemas.microsoft.com/office/drawing/2014/main" id="{1278D3C0-7952-EA68-E0D7-FCE8E87C1188}"/>
              </a:ext>
            </a:extLst>
          </p:cNvPr>
          <p:cNvSpPr/>
          <p:nvPr/>
        </p:nvSpPr>
        <p:spPr>
          <a:xfrm>
            <a:off x="521381" y="1384444"/>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THREAD IDs</a:t>
            </a:r>
            <a:endParaRPr lang="en-US" dirty="0">
              <a:latin typeface="Averta CY Semibold" panose="00000700000000000000" pitchFamily="50" charset="0"/>
            </a:endParaRPr>
          </a:p>
        </p:txBody>
      </p:sp>
      <p:sp>
        <p:nvSpPr>
          <p:cNvPr id="3" name="Rectangle 2">
            <a:extLst>
              <a:ext uri="{FF2B5EF4-FFF2-40B4-BE49-F238E27FC236}">
                <a16:creationId xmlns:a16="http://schemas.microsoft.com/office/drawing/2014/main" id="{31735AC3-5F43-A538-0B16-23B98C05FD52}"/>
              </a:ext>
            </a:extLst>
          </p:cNvPr>
          <p:cNvSpPr/>
          <p:nvPr/>
        </p:nvSpPr>
        <p:spPr>
          <a:xfrm>
            <a:off x="3465425" y="3217391"/>
            <a:ext cx="5261150" cy="91247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600" dirty="0">
                <a:solidFill>
                  <a:schemeClr val="bg1"/>
                </a:solidFill>
                <a:latin typeface="+mj-lt"/>
              </a:rPr>
              <a:t>#include &lt;</a:t>
            </a:r>
            <a:r>
              <a:rPr lang="en-US" sz="1600" dirty="0" err="1">
                <a:solidFill>
                  <a:schemeClr val="bg1"/>
                </a:solidFill>
                <a:latin typeface="+mj-lt"/>
              </a:rPr>
              <a:t>pthread.h</a:t>
            </a:r>
            <a:r>
              <a:rPr lang="en-US" sz="1600" dirty="0">
                <a:solidFill>
                  <a:schemeClr val="bg1"/>
                </a:solidFill>
                <a:latin typeface="+mj-lt"/>
              </a:rPr>
              <a:t>&gt;</a:t>
            </a:r>
            <a:endParaRPr lang="vi-VN" sz="1600" dirty="0">
              <a:solidFill>
                <a:schemeClr val="bg1"/>
              </a:solidFill>
              <a:latin typeface="+mj-lt"/>
            </a:endParaRPr>
          </a:p>
          <a:p>
            <a:pPr algn="just">
              <a:lnSpc>
                <a:spcPct val="150000"/>
              </a:lnSpc>
            </a:pPr>
            <a:r>
              <a:rPr lang="en-US" sz="1600" dirty="0">
                <a:solidFill>
                  <a:schemeClr val="bg1"/>
                </a:solidFill>
                <a:latin typeface="+mj-lt"/>
              </a:rPr>
              <a:t>int </a:t>
            </a:r>
            <a:r>
              <a:rPr lang="en-US" sz="1600" dirty="0" err="1">
                <a:solidFill>
                  <a:schemeClr val="bg1"/>
                </a:solidFill>
                <a:latin typeface="+mj-lt"/>
              </a:rPr>
              <a:t>pthread_equal</a:t>
            </a:r>
            <a:r>
              <a:rPr lang="en-US" sz="1600" dirty="0">
                <a:solidFill>
                  <a:schemeClr val="bg1"/>
                </a:solidFill>
                <a:latin typeface="+mj-lt"/>
              </a:rPr>
              <a:t>(</a:t>
            </a:r>
            <a:r>
              <a:rPr lang="en-US" sz="1600" dirty="0" err="1">
                <a:solidFill>
                  <a:schemeClr val="bg1"/>
                </a:solidFill>
                <a:latin typeface="+mj-lt"/>
              </a:rPr>
              <a:t>pthread_t</a:t>
            </a:r>
            <a:r>
              <a:rPr lang="en-US" sz="1600" dirty="0">
                <a:solidFill>
                  <a:schemeClr val="bg1"/>
                </a:solidFill>
                <a:latin typeface="+mj-lt"/>
              </a:rPr>
              <a:t> t1, </a:t>
            </a:r>
            <a:r>
              <a:rPr lang="en-US" sz="1600" dirty="0" err="1">
                <a:solidFill>
                  <a:schemeClr val="bg1"/>
                </a:solidFill>
                <a:latin typeface="+mj-lt"/>
              </a:rPr>
              <a:t>pthread_t</a:t>
            </a:r>
            <a:r>
              <a:rPr lang="en-US" sz="1600" dirty="0">
                <a:solidFill>
                  <a:schemeClr val="bg1"/>
                </a:solidFill>
                <a:latin typeface="+mj-lt"/>
              </a:rPr>
              <a:t> t2);</a:t>
            </a:r>
          </a:p>
        </p:txBody>
      </p:sp>
      <p:sp>
        <p:nvSpPr>
          <p:cNvPr id="4" name="TextBox 3">
            <a:extLst>
              <a:ext uri="{FF2B5EF4-FFF2-40B4-BE49-F238E27FC236}">
                <a16:creationId xmlns:a16="http://schemas.microsoft.com/office/drawing/2014/main" id="{260611A0-E8D2-93D0-C56F-C50FA5EBE40E}"/>
              </a:ext>
            </a:extLst>
          </p:cNvPr>
          <p:cNvSpPr txBox="1"/>
          <p:nvPr/>
        </p:nvSpPr>
        <p:spPr>
          <a:xfrm>
            <a:off x="826124" y="4230468"/>
            <a:ext cx="10074487" cy="189500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Trên Linux, ID của thread là duy nhất trên toàn bộ hệ thống. Nhưng trên một số hệ thống khác, ID của thread có thể không duy nhất bên ngoài tiến trình của nó. </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ID của thread có thể được tái sử dụng sau khi: </a:t>
            </a:r>
          </a:p>
          <a:p>
            <a:pPr marL="742950" lvl="1"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Một thread bị kết thúc bằng pthread_join().</a:t>
            </a:r>
          </a:p>
          <a:p>
            <a:pPr marL="742950" lvl="1"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Một thread tách rời (detached thread) kết thúc.</a:t>
            </a:r>
          </a:p>
        </p:txBody>
      </p:sp>
    </p:spTree>
    <p:extLst>
      <p:ext uri="{BB962C8B-B14F-4D97-AF65-F5344CB8AC3E}">
        <p14:creationId xmlns:p14="http://schemas.microsoft.com/office/powerpoint/2010/main" val="3672842417"/>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B4701-513A-EEBF-4BFF-EF2442BEB3D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F3654C5-1D9D-174F-EE61-D58226484B60}"/>
              </a:ext>
            </a:extLst>
          </p:cNvPr>
          <p:cNvSpPr txBox="1"/>
          <p:nvPr/>
        </p:nvSpPr>
        <p:spPr>
          <a:xfrm>
            <a:off x="826124" y="2571441"/>
            <a:ext cx="11241549" cy="78701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Hàm </a:t>
            </a:r>
            <a:r>
              <a:rPr lang="vi-VN" sz="1600" dirty="0">
                <a:solidFill>
                  <a:srgbClr val="00477F"/>
                </a:solidFill>
                <a:latin typeface="Averta CY Semibold" panose="00000700000000000000" pitchFamily="50" charset="0"/>
              </a:rPr>
              <a:t>pthread_join() </a:t>
            </a:r>
            <a:r>
              <a:rPr lang="vi-VN" sz="1600" dirty="0">
                <a:solidFill>
                  <a:srgbClr val="00477F"/>
                </a:solidFill>
                <a:latin typeface="Averta CY" panose="00000500000000000000" pitchFamily="50" charset="0"/>
              </a:rPr>
              <a:t>cho phép một thread đợi một thread khác kết thúc. </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Nếu thread được chỉ định đã hoàn thành, </a:t>
            </a:r>
            <a:r>
              <a:rPr lang="vi-VN" sz="1600" dirty="0">
                <a:solidFill>
                  <a:srgbClr val="00477F"/>
                </a:solidFill>
                <a:latin typeface="Averta CY Semibold" panose="00000700000000000000" pitchFamily="50" charset="0"/>
              </a:rPr>
              <a:t>pthread_join() </a:t>
            </a:r>
            <a:r>
              <a:rPr lang="vi-VN" sz="1600" dirty="0">
                <a:solidFill>
                  <a:srgbClr val="00477F"/>
                </a:solidFill>
                <a:latin typeface="Averta CY" panose="00000500000000000000" pitchFamily="50" charset="0"/>
              </a:rPr>
              <a:t>trả về ngay lập tức.</a:t>
            </a:r>
            <a:endParaRPr lang="vi-VN" sz="1600" dirty="0">
              <a:solidFill>
                <a:srgbClr val="00477F"/>
              </a:solidFill>
              <a:latin typeface="Averta CY Semibold" panose="00000700000000000000" pitchFamily="50" charset="0"/>
            </a:endParaRPr>
          </a:p>
        </p:txBody>
      </p:sp>
      <p:sp>
        <p:nvSpPr>
          <p:cNvPr id="6" name="TextBox 5">
            <a:extLst>
              <a:ext uri="{FF2B5EF4-FFF2-40B4-BE49-F238E27FC236}">
                <a16:creationId xmlns:a16="http://schemas.microsoft.com/office/drawing/2014/main" id="{C909858D-8388-95BD-AFBE-8D6983CD5B7A}"/>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10" name="TextBox 9">
            <a:extLst>
              <a:ext uri="{FF2B5EF4-FFF2-40B4-BE49-F238E27FC236}">
                <a16:creationId xmlns:a16="http://schemas.microsoft.com/office/drawing/2014/main" id="{9C4106CC-BA73-706C-FEE5-C5E352ED6EFF}"/>
              </a:ext>
            </a:extLst>
          </p:cNvPr>
          <p:cNvSpPr txBox="1"/>
          <p:nvPr/>
        </p:nvSpPr>
        <p:spPr>
          <a:xfrm>
            <a:off x="521381" y="2187487"/>
            <a:ext cx="4689716" cy="41767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vi-VN" sz="1600" dirty="0">
                <a:solidFill>
                  <a:srgbClr val="00477F"/>
                </a:solidFill>
                <a:latin typeface="Averta CY Semibold" panose="00000700000000000000" pitchFamily="50" charset="0"/>
              </a:rPr>
              <a:t>pthread_join </a:t>
            </a:r>
            <a:r>
              <a:rPr lang="vi-VN" sz="1600" dirty="0">
                <a:solidFill>
                  <a:srgbClr val="00477F"/>
                </a:solidFill>
                <a:latin typeface="Averta Std CY" panose="00000500000000000000" pitchFamily="50" charset="0"/>
              </a:rPr>
              <a:t>system call</a:t>
            </a:r>
            <a:endParaRPr lang="en-US" sz="1600" dirty="0">
              <a:solidFill>
                <a:srgbClr val="00477F"/>
              </a:solidFill>
              <a:latin typeface="Averta Std CY" panose="00000500000000000000" pitchFamily="50" charset="0"/>
            </a:endParaRPr>
          </a:p>
        </p:txBody>
      </p:sp>
      <p:sp>
        <p:nvSpPr>
          <p:cNvPr id="2" name="Rectangle: Rounded Corners 1">
            <a:extLst>
              <a:ext uri="{FF2B5EF4-FFF2-40B4-BE49-F238E27FC236}">
                <a16:creationId xmlns:a16="http://schemas.microsoft.com/office/drawing/2014/main" id="{5CE3EDD8-7B40-45E5-CF33-C0F4E75CD15A}"/>
              </a:ext>
            </a:extLst>
          </p:cNvPr>
          <p:cNvSpPr/>
          <p:nvPr/>
        </p:nvSpPr>
        <p:spPr>
          <a:xfrm>
            <a:off x="521381" y="1384444"/>
            <a:ext cx="4231093"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atin typeface="Averta CY Semibold" panose="00000700000000000000" pitchFamily="50" charset="0"/>
              </a:rPr>
              <a:t>KẾT NỐI VỚI THREAD ĐÃ DỪNG</a:t>
            </a:r>
            <a:endParaRPr lang="en-US" dirty="0">
              <a:latin typeface="Averta CY Semibold" panose="00000700000000000000" pitchFamily="50" charset="0"/>
            </a:endParaRPr>
          </a:p>
        </p:txBody>
      </p:sp>
      <p:sp>
        <p:nvSpPr>
          <p:cNvPr id="3" name="Rectangle 2">
            <a:extLst>
              <a:ext uri="{FF2B5EF4-FFF2-40B4-BE49-F238E27FC236}">
                <a16:creationId xmlns:a16="http://schemas.microsoft.com/office/drawing/2014/main" id="{343EE180-6B41-ACA9-087C-7AA5D97758B5}"/>
              </a:ext>
            </a:extLst>
          </p:cNvPr>
          <p:cNvSpPr/>
          <p:nvPr/>
        </p:nvSpPr>
        <p:spPr>
          <a:xfrm>
            <a:off x="3465425" y="3412138"/>
            <a:ext cx="5261150" cy="91247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600" dirty="0">
                <a:solidFill>
                  <a:schemeClr val="bg1"/>
                </a:solidFill>
                <a:latin typeface="+mj-lt"/>
              </a:rPr>
              <a:t>#include &lt;</a:t>
            </a:r>
            <a:r>
              <a:rPr lang="en-US" sz="1600" dirty="0" err="1">
                <a:solidFill>
                  <a:schemeClr val="bg1"/>
                </a:solidFill>
                <a:latin typeface="+mj-lt"/>
              </a:rPr>
              <a:t>pthread.h</a:t>
            </a:r>
            <a:r>
              <a:rPr lang="en-US" sz="1600" dirty="0">
                <a:solidFill>
                  <a:schemeClr val="bg1"/>
                </a:solidFill>
                <a:latin typeface="+mj-lt"/>
              </a:rPr>
              <a:t>&gt;</a:t>
            </a:r>
            <a:endParaRPr lang="vi-VN" sz="1600" dirty="0">
              <a:solidFill>
                <a:schemeClr val="bg1"/>
              </a:solidFill>
              <a:latin typeface="+mj-lt"/>
            </a:endParaRPr>
          </a:p>
          <a:p>
            <a:pPr algn="just">
              <a:lnSpc>
                <a:spcPct val="150000"/>
              </a:lnSpc>
            </a:pPr>
            <a:r>
              <a:rPr lang="en-US" sz="1600" dirty="0">
                <a:solidFill>
                  <a:schemeClr val="bg1"/>
                </a:solidFill>
                <a:latin typeface="+mj-lt"/>
              </a:rPr>
              <a:t>int </a:t>
            </a:r>
            <a:r>
              <a:rPr lang="en-US" sz="1600" dirty="0" err="1">
                <a:solidFill>
                  <a:schemeClr val="bg1"/>
                </a:solidFill>
                <a:latin typeface="+mj-lt"/>
              </a:rPr>
              <a:t>pthread_join</a:t>
            </a:r>
            <a:r>
              <a:rPr lang="en-US" sz="1600" dirty="0">
                <a:solidFill>
                  <a:schemeClr val="bg1"/>
                </a:solidFill>
                <a:latin typeface="+mj-lt"/>
              </a:rPr>
              <a:t>(</a:t>
            </a:r>
            <a:r>
              <a:rPr lang="en-US" sz="1600" dirty="0" err="1">
                <a:solidFill>
                  <a:schemeClr val="bg1"/>
                </a:solidFill>
                <a:latin typeface="+mj-lt"/>
              </a:rPr>
              <a:t>pthread_t</a:t>
            </a:r>
            <a:r>
              <a:rPr lang="en-US" sz="1600" dirty="0">
                <a:solidFill>
                  <a:schemeClr val="bg1"/>
                </a:solidFill>
                <a:latin typeface="+mj-lt"/>
              </a:rPr>
              <a:t> thread, void **</a:t>
            </a:r>
            <a:r>
              <a:rPr lang="en-US" sz="1600" dirty="0" err="1">
                <a:solidFill>
                  <a:schemeClr val="bg1"/>
                </a:solidFill>
                <a:latin typeface="+mj-lt"/>
              </a:rPr>
              <a:t>retval</a:t>
            </a:r>
            <a:r>
              <a:rPr lang="en-US" sz="1600" dirty="0">
                <a:solidFill>
                  <a:schemeClr val="bg1"/>
                </a:solidFill>
                <a:latin typeface="+mj-lt"/>
              </a:rPr>
              <a:t>);</a:t>
            </a:r>
          </a:p>
        </p:txBody>
      </p:sp>
      <p:sp>
        <p:nvSpPr>
          <p:cNvPr id="4" name="TextBox 3">
            <a:extLst>
              <a:ext uri="{FF2B5EF4-FFF2-40B4-BE49-F238E27FC236}">
                <a16:creationId xmlns:a16="http://schemas.microsoft.com/office/drawing/2014/main" id="{F2ED818E-2CB8-091E-916A-79ED15EC991B}"/>
              </a:ext>
            </a:extLst>
          </p:cNvPr>
          <p:cNvSpPr txBox="1"/>
          <p:nvPr/>
        </p:nvSpPr>
        <p:spPr>
          <a:xfrm>
            <a:off x="826124" y="4322364"/>
            <a:ext cx="10074487" cy="189500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Trả về </a:t>
            </a:r>
            <a:r>
              <a:rPr lang="vi-VN" sz="1600" dirty="0">
                <a:solidFill>
                  <a:srgbClr val="00477F"/>
                </a:solidFill>
                <a:latin typeface="Averta CY" panose="00000500000000000000" pitchFamily="50" charset="0"/>
              </a:rPr>
              <a:t>0 nếu thành công hoặc một số nguyên dương nếu lỗi.</a:t>
            </a:r>
          </a:p>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Tham số</a:t>
            </a:r>
            <a:r>
              <a:rPr lang="vi-VN" sz="1600" dirty="0">
                <a:solidFill>
                  <a:srgbClr val="00477F"/>
                </a:solidFill>
                <a:latin typeface="Averta CY" panose="00000500000000000000" pitchFamily="50" charset="0"/>
              </a:rPr>
              <a:t>:</a:t>
            </a:r>
          </a:p>
          <a:p>
            <a:pPr marL="742950" lvl="1"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thread</a:t>
            </a:r>
            <a:r>
              <a:rPr lang="vi-VN" sz="1600" dirty="0">
                <a:solidFill>
                  <a:srgbClr val="00477F"/>
                </a:solidFill>
                <a:latin typeface="Averta CY" panose="00000500000000000000" pitchFamily="50" charset="0"/>
              </a:rPr>
              <a:t>: ID của thread cần kết nối.</a:t>
            </a:r>
          </a:p>
          <a:p>
            <a:pPr marL="742950" lvl="1"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retval</a:t>
            </a:r>
            <a:r>
              <a:rPr lang="vi-VN" sz="1600" dirty="0">
                <a:solidFill>
                  <a:srgbClr val="00477F"/>
                </a:solidFill>
                <a:latin typeface="Averta CY" panose="00000500000000000000" pitchFamily="50" charset="0"/>
              </a:rPr>
              <a:t>: Con trỏ để lưu giá trị trả về của thread đã kết thúc (giá trị này có thể được thiết lập trong pthread_exit() hoặc do hàm start của thread trả về). Nếu không cần, có thể đặt NULL.</a:t>
            </a:r>
          </a:p>
        </p:txBody>
      </p:sp>
    </p:spTree>
    <p:extLst>
      <p:ext uri="{BB962C8B-B14F-4D97-AF65-F5344CB8AC3E}">
        <p14:creationId xmlns:p14="http://schemas.microsoft.com/office/powerpoint/2010/main" val="890854541"/>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50250-63CE-760D-A2CA-11395633075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A0E78C2-A112-92EA-33C7-00BB4AF31AE6}"/>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10" name="TextBox 9">
            <a:extLst>
              <a:ext uri="{FF2B5EF4-FFF2-40B4-BE49-F238E27FC236}">
                <a16:creationId xmlns:a16="http://schemas.microsoft.com/office/drawing/2014/main" id="{49CA67CB-0FF9-63B3-9C04-F91576040A15}"/>
              </a:ext>
            </a:extLst>
          </p:cNvPr>
          <p:cNvSpPr txBox="1"/>
          <p:nvPr/>
        </p:nvSpPr>
        <p:spPr>
          <a:xfrm>
            <a:off x="521380" y="2187487"/>
            <a:ext cx="5939577" cy="41767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vi-VN" sz="1600" dirty="0">
                <a:solidFill>
                  <a:srgbClr val="00477F"/>
                </a:solidFill>
                <a:latin typeface="Averta CY Semibold" panose="00000700000000000000" pitchFamily="50" charset="0"/>
              </a:rPr>
              <a:t>pthread_join </a:t>
            </a:r>
            <a:r>
              <a:rPr lang="vi-VN" sz="1600" dirty="0">
                <a:solidFill>
                  <a:srgbClr val="00477F"/>
                </a:solidFill>
                <a:latin typeface="Averta Std CY" panose="00000500000000000000" pitchFamily="50" charset="0"/>
              </a:rPr>
              <a:t>system call – </a:t>
            </a:r>
            <a:r>
              <a:rPr lang="vi-VN" sz="1600" dirty="0">
                <a:solidFill>
                  <a:srgbClr val="00477F"/>
                </a:solidFill>
                <a:latin typeface="Averta CY Semibold" panose="00000700000000000000" pitchFamily="50" charset="0"/>
              </a:rPr>
              <a:t>waitpid() </a:t>
            </a:r>
            <a:r>
              <a:rPr lang="vi-VN" sz="1600" dirty="0">
                <a:solidFill>
                  <a:srgbClr val="00477F"/>
                </a:solidFill>
                <a:latin typeface="Averta Std CY" panose="00000500000000000000" pitchFamily="50" charset="0"/>
              </a:rPr>
              <a:t>system call</a:t>
            </a:r>
            <a:endParaRPr lang="en-US" sz="1600" dirty="0">
              <a:solidFill>
                <a:srgbClr val="00477F"/>
              </a:solidFill>
              <a:latin typeface="Averta Std CY" panose="00000500000000000000" pitchFamily="50" charset="0"/>
            </a:endParaRPr>
          </a:p>
        </p:txBody>
      </p:sp>
      <p:sp>
        <p:nvSpPr>
          <p:cNvPr id="2" name="Rectangle: Rounded Corners 1">
            <a:extLst>
              <a:ext uri="{FF2B5EF4-FFF2-40B4-BE49-F238E27FC236}">
                <a16:creationId xmlns:a16="http://schemas.microsoft.com/office/drawing/2014/main" id="{95ADDBCC-13C2-BD54-EFBE-64F15A120952}"/>
              </a:ext>
            </a:extLst>
          </p:cNvPr>
          <p:cNvSpPr/>
          <p:nvPr/>
        </p:nvSpPr>
        <p:spPr>
          <a:xfrm>
            <a:off x="521381" y="1384444"/>
            <a:ext cx="4231093"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atin typeface="Averta CY Semibold" panose="00000700000000000000" pitchFamily="50" charset="0"/>
              </a:rPr>
              <a:t>KẾT NỐI VỚI THREAD ĐÃ DỪNG</a:t>
            </a:r>
            <a:endParaRPr lang="en-US" dirty="0">
              <a:latin typeface="Averta CY Semibold" panose="00000700000000000000" pitchFamily="50" charset="0"/>
            </a:endParaRPr>
          </a:p>
        </p:txBody>
      </p:sp>
      <p:graphicFrame>
        <p:nvGraphicFramePr>
          <p:cNvPr id="5" name="Table 4">
            <a:extLst>
              <a:ext uri="{FF2B5EF4-FFF2-40B4-BE49-F238E27FC236}">
                <a16:creationId xmlns:a16="http://schemas.microsoft.com/office/drawing/2014/main" id="{7FF91EB9-C146-C710-F320-41F2437B37A1}"/>
              </a:ext>
            </a:extLst>
          </p:cNvPr>
          <p:cNvGraphicFramePr>
            <a:graphicFrameLocks noGrp="1"/>
          </p:cNvGraphicFramePr>
          <p:nvPr>
            <p:extLst>
              <p:ext uri="{D42A27DB-BD31-4B8C-83A1-F6EECF244321}">
                <p14:modId xmlns:p14="http://schemas.microsoft.com/office/powerpoint/2010/main" val="710174581"/>
              </p:ext>
            </p:extLst>
          </p:nvPr>
        </p:nvGraphicFramePr>
        <p:xfrm>
          <a:off x="639679" y="2998851"/>
          <a:ext cx="10912642" cy="2108200"/>
        </p:xfrm>
        <a:graphic>
          <a:graphicData uri="http://schemas.openxmlformats.org/drawingml/2006/table">
            <a:tbl>
              <a:tblPr firstRow="1" bandRow="1">
                <a:tableStyleId>{69012ECD-51FC-41F1-AA8D-1B2483CD663E}</a:tableStyleId>
              </a:tblPr>
              <a:tblGrid>
                <a:gridCol w="5456321">
                  <a:extLst>
                    <a:ext uri="{9D8B030D-6E8A-4147-A177-3AD203B41FA5}">
                      <a16:colId xmlns:a16="http://schemas.microsoft.com/office/drawing/2014/main" val="2129431841"/>
                    </a:ext>
                  </a:extLst>
                </a:gridCol>
                <a:gridCol w="5456321">
                  <a:extLst>
                    <a:ext uri="{9D8B030D-6E8A-4147-A177-3AD203B41FA5}">
                      <a16:colId xmlns:a16="http://schemas.microsoft.com/office/drawing/2014/main" val="2141985082"/>
                    </a:ext>
                  </a:extLst>
                </a:gridCol>
              </a:tblGrid>
              <a:tr h="370840">
                <a:tc>
                  <a:txBody>
                    <a:bodyPr/>
                    <a:lstStyle/>
                    <a:p>
                      <a:pPr algn="ctr"/>
                      <a:r>
                        <a:rPr lang="vi-VN" sz="1600" b="0" dirty="0">
                          <a:latin typeface="Averta CY Semibold" panose="00000700000000000000" pitchFamily="50" charset="0"/>
                        </a:rPr>
                        <a:t>pthread_join</a:t>
                      </a:r>
                      <a:endParaRPr lang="en-US" sz="1600" b="0" dirty="0">
                        <a:latin typeface="Averta CY Semibold" panose="00000700000000000000" pitchFamily="50" charset="0"/>
                      </a:endParaRPr>
                    </a:p>
                  </a:txBody>
                  <a:tcPr>
                    <a:lnB w="12700" cap="flat" cmpd="sng" algn="ctr">
                      <a:solidFill>
                        <a:schemeClr val="tx1"/>
                      </a:solidFill>
                      <a:prstDash val="solid"/>
                      <a:round/>
                      <a:headEnd type="none" w="med" len="med"/>
                      <a:tailEnd type="none" w="med" len="med"/>
                    </a:lnB>
                  </a:tcPr>
                </a:tc>
                <a:tc>
                  <a:txBody>
                    <a:bodyPr/>
                    <a:lstStyle/>
                    <a:p>
                      <a:pPr algn="ctr"/>
                      <a:r>
                        <a:rPr lang="vi-VN" sz="1600" b="0" dirty="0">
                          <a:latin typeface="Averta CY Semibold" panose="00000700000000000000" pitchFamily="50" charset="0"/>
                        </a:rPr>
                        <a:t>wait_pid</a:t>
                      </a:r>
                      <a:endParaRPr lang="en-US" sz="1600" b="0" dirty="0">
                        <a:latin typeface="Averta CY Semibold" panose="00000700000000000000" pitchFamily="50" charset="0"/>
                      </a:endParaRP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0671859"/>
                  </a:ext>
                </a:extLst>
              </a:tr>
              <a:tr h="370840">
                <a:tc>
                  <a:txBody>
                    <a:bodyPr/>
                    <a:lstStyle/>
                    <a:p>
                      <a:pPr algn="just"/>
                      <a:r>
                        <a:rPr lang="en-US" sz="1600" dirty="0" err="1">
                          <a:solidFill>
                            <a:srgbClr val="00477F"/>
                          </a:solidFill>
                          <a:latin typeface="Averta CY" panose="00000500000000000000" pitchFamily="50" charset="0"/>
                        </a:rPr>
                        <a:t>Bất</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kỳ</a:t>
                      </a:r>
                      <a:r>
                        <a:rPr lang="en-US" sz="1600" dirty="0">
                          <a:solidFill>
                            <a:srgbClr val="00477F"/>
                          </a:solidFill>
                          <a:latin typeface="Averta CY" panose="00000500000000000000" pitchFamily="50" charset="0"/>
                        </a:rPr>
                        <a:t> thread nào </a:t>
                      </a:r>
                      <a:r>
                        <a:rPr lang="en-US" sz="1600" dirty="0" err="1">
                          <a:solidFill>
                            <a:srgbClr val="00477F"/>
                          </a:solidFill>
                          <a:latin typeface="Averta CY" panose="00000500000000000000" pitchFamily="50" charset="0"/>
                        </a:rPr>
                        <a:t>trong</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cùng</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một</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tiến</a:t>
                      </a:r>
                      <a:r>
                        <a:rPr lang="en-US" sz="1600" dirty="0">
                          <a:solidFill>
                            <a:srgbClr val="00477F"/>
                          </a:solidFill>
                          <a:latin typeface="Averta CY" panose="00000500000000000000" pitchFamily="50" charset="0"/>
                        </a:rPr>
                        <a:t> trình </a:t>
                      </a:r>
                      <a:r>
                        <a:rPr lang="en-US" sz="1600" dirty="0" err="1">
                          <a:solidFill>
                            <a:srgbClr val="00477F"/>
                          </a:solidFill>
                          <a:latin typeface="Averta CY" panose="00000500000000000000" pitchFamily="50" charset="0"/>
                        </a:rPr>
                        <a:t>có</a:t>
                      </a:r>
                      <a:r>
                        <a:rPr lang="en-US" sz="1600" dirty="0">
                          <a:solidFill>
                            <a:srgbClr val="00477F"/>
                          </a:solidFill>
                          <a:latin typeface="Averta CY" panose="00000500000000000000" pitchFamily="50" charset="0"/>
                        </a:rPr>
                        <a:t> thể dùng </a:t>
                      </a:r>
                      <a:r>
                        <a:rPr lang="en-US" sz="1600" dirty="0" err="1">
                          <a:solidFill>
                            <a:srgbClr val="00477F"/>
                          </a:solidFill>
                          <a:latin typeface="Averta CY Semibold" panose="00000700000000000000" pitchFamily="50" charset="0"/>
                        </a:rPr>
                        <a:t>pthread_join</a:t>
                      </a:r>
                      <a:r>
                        <a:rPr lang="en-US" sz="1600" dirty="0">
                          <a:solidFill>
                            <a:srgbClr val="00477F"/>
                          </a:solidFill>
                          <a:latin typeface="Averta CY Semibold" panose="00000700000000000000" pitchFamily="50" charset="0"/>
                        </a:rPr>
                        <a:t>() </a:t>
                      </a:r>
                      <a:r>
                        <a:rPr lang="en-US" sz="1600" dirty="0" err="1">
                          <a:solidFill>
                            <a:srgbClr val="00477F"/>
                          </a:solidFill>
                          <a:latin typeface="Averta CY" panose="00000500000000000000" pitchFamily="50" charset="0"/>
                        </a:rPr>
                        <a:t>để</a:t>
                      </a:r>
                      <a:r>
                        <a:rPr lang="en-US" sz="1600" dirty="0">
                          <a:solidFill>
                            <a:srgbClr val="00477F"/>
                          </a:solidFill>
                          <a:latin typeface="Averta CY" panose="00000500000000000000" pitchFamily="50" charset="0"/>
                        </a:rPr>
                        <a:t> join </a:t>
                      </a:r>
                      <a:r>
                        <a:rPr lang="en-US" sz="1600" dirty="0" err="1">
                          <a:solidFill>
                            <a:srgbClr val="00477F"/>
                          </a:solidFill>
                          <a:latin typeface="Averta CY" panose="00000500000000000000" pitchFamily="50" charset="0"/>
                        </a:rPr>
                        <a:t>với</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bất</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kỳ</a:t>
                      </a:r>
                      <a:r>
                        <a:rPr lang="en-US" sz="1600" dirty="0">
                          <a:solidFill>
                            <a:srgbClr val="00477F"/>
                          </a:solidFill>
                          <a:latin typeface="Averta CY" panose="00000500000000000000" pitchFamily="50" charset="0"/>
                        </a:rPr>
                        <a:t> thread nào khác </a:t>
                      </a:r>
                      <a:r>
                        <a:rPr lang="en-US" sz="1600" dirty="0" err="1">
                          <a:solidFill>
                            <a:srgbClr val="00477F"/>
                          </a:solidFill>
                          <a:latin typeface="Averta CY" panose="00000500000000000000" pitchFamily="50" charset="0"/>
                        </a:rPr>
                        <a:t>trong</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cùng</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tiến</a:t>
                      </a:r>
                      <a:r>
                        <a:rPr lang="en-US" sz="1600" dirty="0">
                          <a:solidFill>
                            <a:srgbClr val="00477F"/>
                          </a:solidFill>
                          <a:latin typeface="Averta CY" panose="00000500000000000000" pitchFamily="50" charset="0"/>
                        </a:rPr>
                        <a:t> trình.</a:t>
                      </a:r>
                      <a:endParaRPr lang="vi-VN" sz="1600" dirty="0">
                        <a:solidFill>
                          <a:srgbClr val="00477F"/>
                        </a:solidFill>
                        <a:latin typeface="Averta CY" panose="00000500000000000000" pitchFamily="50"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600" dirty="0">
                          <a:solidFill>
                            <a:srgbClr val="00477F"/>
                          </a:solidFill>
                          <a:latin typeface="Averta CY" panose="00000500000000000000" pitchFamily="50" charset="0"/>
                        </a:rPr>
                        <a:t>C</a:t>
                      </a:r>
                      <a:r>
                        <a:rPr lang="en-US" sz="1600" dirty="0" err="1">
                          <a:solidFill>
                            <a:srgbClr val="00477F"/>
                          </a:solidFill>
                          <a:latin typeface="Averta CY" panose="00000500000000000000" pitchFamily="50" charset="0"/>
                        </a:rPr>
                        <a:t>hỉ</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có</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tiến</a:t>
                      </a:r>
                      <a:r>
                        <a:rPr lang="en-US" sz="1600" dirty="0">
                          <a:solidFill>
                            <a:srgbClr val="00477F"/>
                          </a:solidFill>
                          <a:latin typeface="Averta CY" panose="00000500000000000000" pitchFamily="50" charset="0"/>
                        </a:rPr>
                        <a:t> trình cha </a:t>
                      </a:r>
                      <a:r>
                        <a:rPr lang="en-US" sz="1600" dirty="0" err="1">
                          <a:solidFill>
                            <a:srgbClr val="00477F"/>
                          </a:solidFill>
                          <a:latin typeface="Averta CY" panose="00000500000000000000" pitchFamily="50" charset="0"/>
                        </a:rPr>
                        <a:t>mới</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có</a:t>
                      </a:r>
                      <a:r>
                        <a:rPr lang="en-US" sz="1600" dirty="0">
                          <a:solidFill>
                            <a:srgbClr val="00477F"/>
                          </a:solidFill>
                          <a:latin typeface="Averta CY" panose="00000500000000000000" pitchFamily="50" charset="0"/>
                        </a:rPr>
                        <a:t> thể wait() trên </a:t>
                      </a:r>
                      <a:r>
                        <a:rPr lang="en-US" sz="1600" dirty="0" err="1">
                          <a:solidFill>
                            <a:srgbClr val="00477F"/>
                          </a:solidFill>
                          <a:latin typeface="Averta CY" panose="00000500000000000000" pitchFamily="50" charset="0"/>
                        </a:rPr>
                        <a:t>tiến</a:t>
                      </a:r>
                      <a:r>
                        <a:rPr lang="en-US" sz="1600" dirty="0">
                          <a:solidFill>
                            <a:srgbClr val="00477F"/>
                          </a:solidFill>
                          <a:latin typeface="Averta CY" panose="00000500000000000000" pitchFamily="50" charset="0"/>
                        </a:rPr>
                        <a:t> trình con.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7830494"/>
                  </a:ext>
                </a:extLst>
              </a:tr>
              <a:tr h="0">
                <a:tc>
                  <a:txBody>
                    <a:bodyPr/>
                    <a:lstStyle/>
                    <a:p>
                      <a:r>
                        <a:rPr lang="en-US" sz="1600" dirty="0" err="1">
                          <a:solidFill>
                            <a:srgbClr val="00477F"/>
                          </a:solidFill>
                          <a:latin typeface="Averta CY Semibold" panose="00000700000000000000" pitchFamily="50" charset="0"/>
                        </a:rPr>
                        <a:t>pthread_join</a:t>
                      </a:r>
                      <a:r>
                        <a:rPr lang="en-US" sz="1600" dirty="0">
                          <a:solidFill>
                            <a:srgbClr val="00477F"/>
                          </a:solidFill>
                          <a:latin typeface="Averta CY Semibold" panose="00000700000000000000" pitchFamily="50" charset="0"/>
                        </a:rPr>
                        <a:t>() </a:t>
                      </a:r>
                      <a:r>
                        <a:rPr lang="en-US" sz="1600" dirty="0" err="1">
                          <a:solidFill>
                            <a:srgbClr val="00477F"/>
                          </a:solidFill>
                          <a:latin typeface="Averta CY" panose="00000500000000000000" pitchFamily="50" charset="0"/>
                        </a:rPr>
                        <a:t>chỉ</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có</a:t>
                      </a:r>
                      <a:r>
                        <a:rPr lang="en-US" sz="1600" dirty="0">
                          <a:solidFill>
                            <a:srgbClr val="00477F"/>
                          </a:solidFill>
                          <a:latin typeface="Averta CY" panose="00000500000000000000" pitchFamily="50" charset="0"/>
                        </a:rPr>
                        <a:t> thể join </a:t>
                      </a:r>
                      <a:r>
                        <a:rPr lang="en-US" sz="1600" dirty="0" err="1">
                          <a:solidFill>
                            <a:srgbClr val="00477F"/>
                          </a:solidFill>
                          <a:latin typeface="Averta CY" panose="00000500000000000000" pitchFamily="50" charset="0"/>
                        </a:rPr>
                        <a:t>với</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một</a:t>
                      </a:r>
                      <a:r>
                        <a:rPr lang="en-US" sz="1600" dirty="0">
                          <a:solidFill>
                            <a:srgbClr val="00477F"/>
                          </a:solidFill>
                          <a:latin typeface="Averta CY" panose="00000500000000000000" pitchFamily="50" charset="0"/>
                        </a:rPr>
                        <a:t> thread cụ thể.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600" dirty="0">
                          <a:solidFill>
                            <a:srgbClr val="00477F"/>
                          </a:solidFill>
                          <a:latin typeface="Averta CY" panose="00000500000000000000" pitchFamily="50" charset="0"/>
                        </a:rPr>
                        <a:t>T</a:t>
                      </a:r>
                      <a:r>
                        <a:rPr lang="en-US" sz="1600" dirty="0" err="1">
                          <a:solidFill>
                            <a:srgbClr val="00477F"/>
                          </a:solidFill>
                          <a:latin typeface="Averta CY" panose="00000500000000000000" pitchFamily="50" charset="0"/>
                        </a:rPr>
                        <a:t>iến</a:t>
                      </a:r>
                      <a:r>
                        <a:rPr lang="en-US" sz="1600" dirty="0">
                          <a:solidFill>
                            <a:srgbClr val="00477F"/>
                          </a:solidFill>
                          <a:latin typeface="Averta CY" panose="00000500000000000000" pitchFamily="50" charset="0"/>
                        </a:rPr>
                        <a:t> trình </a:t>
                      </a:r>
                      <a:r>
                        <a:rPr lang="en-US" sz="1600" dirty="0" err="1">
                          <a:solidFill>
                            <a:srgbClr val="00477F"/>
                          </a:solidFill>
                          <a:latin typeface="Averta CY" panose="00000500000000000000" pitchFamily="50" charset="0"/>
                        </a:rPr>
                        <a:t>có</a:t>
                      </a:r>
                      <a:r>
                        <a:rPr lang="en-US" sz="1600" dirty="0">
                          <a:solidFill>
                            <a:srgbClr val="00477F"/>
                          </a:solidFill>
                          <a:latin typeface="Averta CY" panose="00000500000000000000" pitchFamily="50" charset="0"/>
                        </a:rPr>
                        <a:t> thể dùng </a:t>
                      </a:r>
                      <a:r>
                        <a:rPr lang="en-US" sz="1600" dirty="0" err="1">
                          <a:solidFill>
                            <a:srgbClr val="00477F"/>
                          </a:solidFill>
                          <a:latin typeface="Averta CY" panose="00000500000000000000" pitchFamily="50" charset="0"/>
                        </a:rPr>
                        <a:t>waitpid</a:t>
                      </a:r>
                      <a:r>
                        <a:rPr lang="en-US" sz="1600" dirty="0">
                          <a:solidFill>
                            <a:srgbClr val="00477F"/>
                          </a:solidFill>
                          <a:latin typeface="Averta CY" panose="00000500000000000000" pitchFamily="50" charset="0"/>
                        </a:rPr>
                        <a:t>(-1, &amp;status, options) </a:t>
                      </a:r>
                      <a:r>
                        <a:rPr lang="en-US" sz="1600" dirty="0" err="1">
                          <a:solidFill>
                            <a:srgbClr val="00477F"/>
                          </a:solidFill>
                          <a:latin typeface="Averta CY" panose="00000500000000000000" pitchFamily="50" charset="0"/>
                        </a:rPr>
                        <a:t>để</a:t>
                      </a:r>
                      <a:r>
                        <a:rPr lang="en-US" sz="1600" dirty="0">
                          <a:solidFill>
                            <a:srgbClr val="00477F"/>
                          </a:solidFill>
                          <a:latin typeface="Averta CY" panose="00000500000000000000" pitchFamily="50" charset="0"/>
                        </a:rPr>
                        <a:t> đợi </a:t>
                      </a:r>
                      <a:r>
                        <a:rPr lang="en-US" sz="1600" dirty="0" err="1">
                          <a:solidFill>
                            <a:srgbClr val="00477F"/>
                          </a:solidFill>
                          <a:latin typeface="Averta CY" panose="00000500000000000000" pitchFamily="50" charset="0"/>
                        </a:rPr>
                        <a:t>bất</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kỳ</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tiến</a:t>
                      </a:r>
                      <a:r>
                        <a:rPr lang="en-US" sz="1600" dirty="0">
                          <a:solidFill>
                            <a:srgbClr val="00477F"/>
                          </a:solidFill>
                          <a:latin typeface="Averta CY" panose="00000500000000000000" pitchFamily="50" charset="0"/>
                        </a:rPr>
                        <a:t> trình con nào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5383578"/>
                  </a:ext>
                </a:extLst>
              </a:tr>
              <a:tr h="0">
                <a:tc>
                  <a:txBody>
                    <a:bodyPr/>
                    <a:lstStyle/>
                    <a:p>
                      <a:r>
                        <a:rPr lang="en-US" sz="1600" dirty="0" err="1">
                          <a:solidFill>
                            <a:srgbClr val="00477F"/>
                          </a:solidFill>
                          <a:latin typeface="Averta CY" panose="00000500000000000000" pitchFamily="50" charset="0"/>
                        </a:rPr>
                        <a:t>Không</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có</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chế</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độ</a:t>
                      </a:r>
                      <a:r>
                        <a:rPr lang="en-US" sz="1600" dirty="0">
                          <a:solidFill>
                            <a:srgbClr val="00477F"/>
                          </a:solidFill>
                          <a:latin typeface="Averta CY" panose="00000500000000000000" pitchFamily="50" charset="0"/>
                        </a:rPr>
                        <a:t> join </a:t>
                      </a:r>
                      <a:r>
                        <a:rPr lang="en-US" sz="1600" dirty="0" err="1">
                          <a:solidFill>
                            <a:srgbClr val="00477F"/>
                          </a:solidFill>
                          <a:latin typeface="Averta CY" panose="00000500000000000000" pitchFamily="50" charset="0"/>
                        </a:rPr>
                        <a:t>không</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chặn</a:t>
                      </a:r>
                      <a:r>
                        <a:rPr lang="en-US" sz="1600" dirty="0">
                          <a:solidFill>
                            <a:srgbClr val="00477F"/>
                          </a:solidFill>
                          <a:latin typeface="Averta CY" panose="00000500000000000000" pitchFamily="50"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solidFill>
                            <a:srgbClr val="00477F"/>
                          </a:solidFill>
                          <a:latin typeface="Averta CY" panose="00000500000000000000" pitchFamily="50" charset="0"/>
                        </a:rPr>
                        <a:t>waitpid</a:t>
                      </a:r>
                      <a:r>
                        <a:rPr lang="en-US" sz="1600" dirty="0">
                          <a:solidFill>
                            <a:srgbClr val="00477F"/>
                          </a:solidFill>
                          <a:latin typeface="Averta CY" panose="00000500000000000000" pitchFamily="50" charset="0"/>
                        </a:rPr>
                        <a:t>(WNOHANG)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8157411"/>
                  </a:ext>
                </a:extLst>
              </a:tr>
            </a:tbl>
          </a:graphicData>
        </a:graphic>
      </p:graphicFrame>
    </p:spTree>
    <p:extLst>
      <p:ext uri="{BB962C8B-B14F-4D97-AF65-F5344CB8AC3E}">
        <p14:creationId xmlns:p14="http://schemas.microsoft.com/office/powerpoint/2010/main" val="2519318980"/>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4C621-336F-BAB9-C101-162504F8205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A0AD39E-E979-7DC6-A6BB-7204526DC338}"/>
              </a:ext>
            </a:extLst>
          </p:cNvPr>
          <p:cNvSpPr txBox="1"/>
          <p:nvPr/>
        </p:nvSpPr>
        <p:spPr>
          <a:xfrm>
            <a:off x="826124" y="2571441"/>
            <a:ext cx="10459497" cy="1156342"/>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Trong một số trường hợp, chúng ta không cần trạng thái trả về của thread và chỉ muốn hệ thống tự động giải phóng bộ nhớ khi thread kết thúc. </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Khi đó, ta có thể đánh dấu thread là tách rời (detached) bằng cách sử dụng pthread_detach()</a:t>
            </a:r>
            <a:endParaRPr lang="vi-VN" sz="1600" dirty="0">
              <a:solidFill>
                <a:srgbClr val="00477F"/>
              </a:solidFill>
              <a:latin typeface="Averta CY Semibold" panose="00000700000000000000" pitchFamily="50" charset="0"/>
            </a:endParaRPr>
          </a:p>
        </p:txBody>
      </p:sp>
      <p:sp>
        <p:nvSpPr>
          <p:cNvPr id="6" name="TextBox 5">
            <a:extLst>
              <a:ext uri="{FF2B5EF4-FFF2-40B4-BE49-F238E27FC236}">
                <a16:creationId xmlns:a16="http://schemas.microsoft.com/office/drawing/2014/main" id="{8ED6925F-38CA-465A-CF5F-2992F5A826D6}"/>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10" name="TextBox 9">
            <a:extLst>
              <a:ext uri="{FF2B5EF4-FFF2-40B4-BE49-F238E27FC236}">
                <a16:creationId xmlns:a16="http://schemas.microsoft.com/office/drawing/2014/main" id="{20601749-6FE8-B31C-7EC7-FA59E86D5A5A}"/>
              </a:ext>
            </a:extLst>
          </p:cNvPr>
          <p:cNvSpPr txBox="1"/>
          <p:nvPr/>
        </p:nvSpPr>
        <p:spPr>
          <a:xfrm>
            <a:off x="521381" y="2187487"/>
            <a:ext cx="4689716" cy="41767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vi-VN" sz="1600" dirty="0">
                <a:solidFill>
                  <a:srgbClr val="00477F"/>
                </a:solidFill>
                <a:latin typeface="Averta CY Semibold" panose="00000700000000000000" pitchFamily="50" charset="0"/>
              </a:rPr>
              <a:t>pthread_detach() </a:t>
            </a:r>
            <a:r>
              <a:rPr lang="vi-VN" sz="1600" dirty="0">
                <a:solidFill>
                  <a:srgbClr val="00477F"/>
                </a:solidFill>
                <a:latin typeface="Averta Std CY" panose="00000500000000000000" pitchFamily="50" charset="0"/>
              </a:rPr>
              <a:t>system call</a:t>
            </a:r>
            <a:endParaRPr lang="en-US" sz="1600" dirty="0">
              <a:solidFill>
                <a:srgbClr val="00477F"/>
              </a:solidFill>
              <a:latin typeface="Averta Std CY" panose="00000500000000000000" pitchFamily="50" charset="0"/>
            </a:endParaRPr>
          </a:p>
        </p:txBody>
      </p:sp>
      <p:sp>
        <p:nvSpPr>
          <p:cNvPr id="2" name="Rectangle: Rounded Corners 1">
            <a:extLst>
              <a:ext uri="{FF2B5EF4-FFF2-40B4-BE49-F238E27FC236}">
                <a16:creationId xmlns:a16="http://schemas.microsoft.com/office/drawing/2014/main" id="{25FD5D43-B792-4341-5526-284838A42593}"/>
              </a:ext>
            </a:extLst>
          </p:cNvPr>
          <p:cNvSpPr/>
          <p:nvPr/>
        </p:nvSpPr>
        <p:spPr>
          <a:xfrm>
            <a:off x="521381" y="1384444"/>
            <a:ext cx="4231093"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TÁCH RỜI (DETACHING) THREAD</a:t>
            </a:r>
            <a:endParaRPr lang="en-US" dirty="0">
              <a:latin typeface="Averta CY Semibold" panose="00000700000000000000" pitchFamily="50" charset="0"/>
            </a:endParaRPr>
          </a:p>
        </p:txBody>
      </p:sp>
      <p:sp>
        <p:nvSpPr>
          <p:cNvPr id="3" name="Rectangle 2">
            <a:extLst>
              <a:ext uri="{FF2B5EF4-FFF2-40B4-BE49-F238E27FC236}">
                <a16:creationId xmlns:a16="http://schemas.microsoft.com/office/drawing/2014/main" id="{3D5706BF-E1DF-2958-F7C9-BDCC08E31BD8}"/>
              </a:ext>
            </a:extLst>
          </p:cNvPr>
          <p:cNvSpPr/>
          <p:nvPr/>
        </p:nvSpPr>
        <p:spPr>
          <a:xfrm>
            <a:off x="3465425" y="3867826"/>
            <a:ext cx="5261150" cy="91247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600" dirty="0">
                <a:solidFill>
                  <a:schemeClr val="bg1"/>
                </a:solidFill>
                <a:latin typeface="+mj-lt"/>
              </a:rPr>
              <a:t>#include &lt;</a:t>
            </a:r>
            <a:r>
              <a:rPr lang="en-US" sz="1600" dirty="0" err="1">
                <a:solidFill>
                  <a:schemeClr val="bg1"/>
                </a:solidFill>
                <a:latin typeface="+mj-lt"/>
              </a:rPr>
              <a:t>pthread.h</a:t>
            </a:r>
            <a:r>
              <a:rPr lang="en-US" sz="1600" dirty="0">
                <a:solidFill>
                  <a:schemeClr val="bg1"/>
                </a:solidFill>
                <a:latin typeface="+mj-lt"/>
              </a:rPr>
              <a:t>&gt;</a:t>
            </a:r>
            <a:endParaRPr lang="vi-VN" sz="1600" dirty="0">
              <a:solidFill>
                <a:schemeClr val="bg1"/>
              </a:solidFill>
              <a:latin typeface="+mj-lt"/>
            </a:endParaRPr>
          </a:p>
          <a:p>
            <a:pPr algn="just">
              <a:lnSpc>
                <a:spcPct val="150000"/>
              </a:lnSpc>
            </a:pPr>
            <a:r>
              <a:rPr lang="en-US" sz="1600" dirty="0">
                <a:solidFill>
                  <a:schemeClr val="bg1"/>
                </a:solidFill>
                <a:latin typeface="+mj-lt"/>
              </a:rPr>
              <a:t>int </a:t>
            </a:r>
            <a:r>
              <a:rPr lang="en-US" sz="1600" dirty="0" err="1">
                <a:solidFill>
                  <a:schemeClr val="bg1"/>
                </a:solidFill>
                <a:latin typeface="+mj-lt"/>
              </a:rPr>
              <a:t>pthread_detach</a:t>
            </a:r>
            <a:r>
              <a:rPr lang="en-US" sz="1600" dirty="0">
                <a:solidFill>
                  <a:schemeClr val="bg1"/>
                </a:solidFill>
                <a:latin typeface="+mj-lt"/>
              </a:rPr>
              <a:t>(</a:t>
            </a:r>
            <a:r>
              <a:rPr lang="en-US" sz="1600" dirty="0" err="1">
                <a:solidFill>
                  <a:schemeClr val="bg1"/>
                </a:solidFill>
                <a:latin typeface="+mj-lt"/>
              </a:rPr>
              <a:t>pthread_t</a:t>
            </a:r>
            <a:r>
              <a:rPr lang="en-US" sz="1600" dirty="0">
                <a:solidFill>
                  <a:schemeClr val="bg1"/>
                </a:solidFill>
                <a:latin typeface="+mj-lt"/>
              </a:rPr>
              <a:t> thread);</a:t>
            </a:r>
          </a:p>
        </p:txBody>
      </p:sp>
      <p:sp>
        <p:nvSpPr>
          <p:cNvPr id="5" name="TextBox 4">
            <a:extLst>
              <a:ext uri="{FF2B5EF4-FFF2-40B4-BE49-F238E27FC236}">
                <a16:creationId xmlns:a16="http://schemas.microsoft.com/office/drawing/2014/main" id="{50E55AEC-6FB1-1715-3F5C-8DCA9C36AC5D}"/>
              </a:ext>
            </a:extLst>
          </p:cNvPr>
          <p:cNvSpPr txBox="1"/>
          <p:nvPr/>
        </p:nvSpPr>
        <p:spPr>
          <a:xfrm>
            <a:off x="826124" y="4876362"/>
            <a:ext cx="10459497" cy="78701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Trả về 0 nếu thành công hoặc một số lỗi dương nếu thất bại.</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Tham số: thread – ID của thread cần tách rời</a:t>
            </a:r>
            <a:endParaRPr lang="vi-VN" sz="1600" dirty="0">
              <a:solidFill>
                <a:srgbClr val="00477F"/>
              </a:solidFill>
              <a:latin typeface="Averta CY Semibold" panose="00000700000000000000" pitchFamily="50" charset="0"/>
            </a:endParaRPr>
          </a:p>
        </p:txBody>
      </p:sp>
    </p:spTree>
    <p:extLst>
      <p:ext uri="{BB962C8B-B14F-4D97-AF65-F5344CB8AC3E}">
        <p14:creationId xmlns:p14="http://schemas.microsoft.com/office/powerpoint/2010/main" val="1268282878"/>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1885B-653C-D573-A087-69E0464DE82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A32AA16-6729-0D5C-A9B4-4793661AC2AD}"/>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1275E132-BAE5-20BE-EECD-45BEF1851320}"/>
              </a:ext>
            </a:extLst>
          </p:cNvPr>
          <p:cNvSpPr/>
          <p:nvPr/>
        </p:nvSpPr>
        <p:spPr>
          <a:xfrm>
            <a:off x="4115217" y="3356173"/>
            <a:ext cx="3961568" cy="860824"/>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2100" dirty="0">
                <a:latin typeface="Averta CY Semibold" panose="00000700000000000000" pitchFamily="50" charset="0"/>
              </a:rPr>
              <a:t>MUTEX</a:t>
            </a:r>
            <a:endParaRPr lang="en-US" sz="2100" dirty="0">
              <a:latin typeface="Averta CY Semibold" panose="00000700000000000000" pitchFamily="50" charset="0"/>
            </a:endParaRPr>
          </a:p>
        </p:txBody>
      </p:sp>
      <p:sp>
        <p:nvSpPr>
          <p:cNvPr id="3" name="TextBox 2">
            <a:extLst>
              <a:ext uri="{FF2B5EF4-FFF2-40B4-BE49-F238E27FC236}">
                <a16:creationId xmlns:a16="http://schemas.microsoft.com/office/drawing/2014/main" id="{7F47EE85-447F-A98D-3851-19B4468022E3}"/>
              </a:ext>
            </a:extLst>
          </p:cNvPr>
          <p:cNvSpPr txBox="1"/>
          <p:nvPr/>
        </p:nvSpPr>
        <p:spPr>
          <a:xfrm>
            <a:off x="1092075" y="2305656"/>
            <a:ext cx="10007850" cy="706091"/>
          </a:xfrm>
          <a:prstGeom prst="rect">
            <a:avLst/>
          </a:prstGeom>
          <a:noFill/>
        </p:spPr>
        <p:txBody>
          <a:bodyPr wrap="square" rtlCol="0">
            <a:spAutoFit/>
          </a:bodyPr>
          <a:lstStyle/>
          <a:p>
            <a:pPr algn="ctr">
              <a:lnSpc>
                <a:spcPct val="140000"/>
              </a:lnSpc>
            </a:pPr>
            <a:r>
              <a:rPr lang="vi-VN" sz="3200" b="1" dirty="0">
                <a:solidFill>
                  <a:schemeClr val="tx2">
                    <a:lumMod val="90000"/>
                    <a:lumOff val="10000"/>
                  </a:schemeClr>
                </a:solidFill>
                <a:latin typeface="+mj-lt"/>
              </a:rPr>
              <a:t>CƠ CHẾ ĐỒNG BỘ HÓA</a:t>
            </a:r>
          </a:p>
        </p:txBody>
      </p:sp>
    </p:spTree>
    <p:extLst>
      <p:ext uri="{BB962C8B-B14F-4D97-AF65-F5344CB8AC3E}">
        <p14:creationId xmlns:p14="http://schemas.microsoft.com/office/powerpoint/2010/main" val="3409875009"/>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811A6-412E-344B-2152-1E810D937A5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83CFEBB-B77A-0854-EA79-76322FED338F}"/>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10" name="TextBox 9">
            <a:extLst>
              <a:ext uri="{FF2B5EF4-FFF2-40B4-BE49-F238E27FC236}">
                <a16:creationId xmlns:a16="http://schemas.microsoft.com/office/drawing/2014/main" id="{57BE04A4-CA46-3B94-1205-D221CDE7AC4E}"/>
              </a:ext>
            </a:extLst>
          </p:cNvPr>
          <p:cNvSpPr txBox="1"/>
          <p:nvPr/>
        </p:nvSpPr>
        <p:spPr>
          <a:xfrm>
            <a:off x="521381" y="2549522"/>
            <a:ext cx="6331240" cy="2264338"/>
          </a:xfrm>
          <a:prstGeom prst="rect">
            <a:avLst/>
          </a:prstGeom>
          <a:noFill/>
        </p:spPr>
        <p:txBody>
          <a:bodyPr wrap="square" rtlCol="0">
            <a:spAutoFit/>
          </a:bodyPr>
          <a:lstStyle/>
          <a:p>
            <a:pPr algn="just">
              <a:lnSpc>
                <a:spcPct val="150000"/>
              </a:lnSpc>
            </a:pPr>
            <a:r>
              <a:rPr lang="vi-VN" sz="1600" dirty="0">
                <a:solidFill>
                  <a:srgbClr val="00477F"/>
                </a:solidFill>
                <a:latin typeface="Averta CY Semibold" panose="00000700000000000000" pitchFamily="50" charset="0"/>
              </a:rPr>
              <a:t>Mutex (Mutual Exclusion – Loại trừ lẫn nhau)</a:t>
            </a:r>
            <a:r>
              <a:rPr lang="vi-VN" sz="1600" dirty="0">
                <a:solidFill>
                  <a:srgbClr val="00477F"/>
                </a:solidFill>
                <a:latin typeface="Averta CY" panose="00000500000000000000" pitchFamily="50" charset="0"/>
              </a:rPr>
              <a:t> là một cơ chế đồng bộ hóa được sử dụng trong lập trình đa luồng để đảm bảo rằng chỉ một luồng có thể truy cập vào tài nguyên chia sẻ tại một thời điểm. </a:t>
            </a:r>
          </a:p>
          <a:p>
            <a:pPr algn="just">
              <a:lnSpc>
                <a:spcPct val="150000"/>
              </a:lnSpc>
            </a:pPr>
            <a:r>
              <a:rPr lang="vi-VN" sz="1600" dirty="0">
                <a:solidFill>
                  <a:srgbClr val="00477F"/>
                </a:solidFill>
                <a:latin typeface="Averta CY" panose="00000500000000000000" pitchFamily="50" charset="0"/>
              </a:rPr>
              <a:t>Giúp tránh xung đột dữ liệu (race condition) khi nhiều luồng cùng thay đổi một biến hoặc tài nguyên chung.</a:t>
            </a:r>
            <a:endParaRPr lang="en-US" sz="1600" dirty="0">
              <a:solidFill>
                <a:srgbClr val="00477F"/>
              </a:solidFill>
              <a:latin typeface="Averta CY" panose="00000500000000000000" pitchFamily="50" charset="0"/>
            </a:endParaRPr>
          </a:p>
        </p:txBody>
      </p:sp>
      <p:sp>
        <p:nvSpPr>
          <p:cNvPr id="2" name="Rectangle: Rounded Corners 1">
            <a:extLst>
              <a:ext uri="{FF2B5EF4-FFF2-40B4-BE49-F238E27FC236}">
                <a16:creationId xmlns:a16="http://schemas.microsoft.com/office/drawing/2014/main" id="{D1A15C51-FEF1-C2F0-7553-DDD4F4214732}"/>
              </a:ext>
            </a:extLst>
          </p:cNvPr>
          <p:cNvSpPr/>
          <p:nvPr/>
        </p:nvSpPr>
        <p:spPr>
          <a:xfrm>
            <a:off x="521381" y="1417726"/>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MUTEX</a:t>
            </a:r>
            <a:endParaRPr lang="en-US" dirty="0">
              <a:latin typeface="Averta CY Semibold" panose="00000700000000000000" pitchFamily="50" charset="0"/>
            </a:endParaRPr>
          </a:p>
        </p:txBody>
      </p:sp>
      <p:pic>
        <p:nvPicPr>
          <p:cNvPr id="1026" name="Picture 2" descr="Mutex - API references and tutorials | Mbed OS 6 Documentation">
            <a:extLst>
              <a:ext uri="{FF2B5EF4-FFF2-40B4-BE49-F238E27FC236}">
                <a16:creationId xmlns:a16="http://schemas.microsoft.com/office/drawing/2014/main" id="{A4612E24-40CE-B419-5396-E4F7731C81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5833" y="3166950"/>
            <a:ext cx="3979946" cy="1312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2415116"/>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B150B-67A2-E03E-7D03-6FA7C10238E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38AED49-B2E6-01F2-48D3-C86E95244BDF}"/>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10" name="TextBox 9">
            <a:extLst>
              <a:ext uri="{FF2B5EF4-FFF2-40B4-BE49-F238E27FC236}">
                <a16:creationId xmlns:a16="http://schemas.microsoft.com/office/drawing/2014/main" id="{C394DB2C-86E8-486A-2419-04F9121CB4B0}"/>
              </a:ext>
            </a:extLst>
          </p:cNvPr>
          <p:cNvSpPr txBox="1"/>
          <p:nvPr/>
        </p:nvSpPr>
        <p:spPr>
          <a:xfrm>
            <a:off x="521380" y="2308911"/>
            <a:ext cx="6844453" cy="3372333"/>
          </a:xfrm>
          <a:prstGeom prst="rect">
            <a:avLst/>
          </a:prstGeom>
          <a:noFill/>
        </p:spPr>
        <p:txBody>
          <a:bodyPr wrap="square" rtlCol="0">
            <a:spAutoFit/>
          </a:bodyPr>
          <a:lstStyle/>
          <a:p>
            <a:pPr algn="just">
              <a:lnSpc>
                <a:spcPct val="150000"/>
              </a:lnSpc>
            </a:pPr>
            <a:r>
              <a:rPr lang="vi-VN" sz="1600" dirty="0">
                <a:solidFill>
                  <a:srgbClr val="00477F"/>
                </a:solidFill>
                <a:latin typeface="Averta CY Semibold" panose="00000700000000000000" pitchFamily="50" charset="0"/>
              </a:rPr>
              <a:t>Mutex có hai trạng thái:</a:t>
            </a:r>
          </a:p>
          <a:p>
            <a:pPr algn="just">
              <a:lnSpc>
                <a:spcPct val="150000"/>
              </a:lnSpc>
            </a:pPr>
            <a:r>
              <a:rPr lang="vi-VN" sz="1600" dirty="0">
                <a:solidFill>
                  <a:srgbClr val="00477F"/>
                </a:solidFill>
                <a:latin typeface="Averta CY Semibold" panose="00000700000000000000" pitchFamily="50" charset="0"/>
              </a:rPr>
              <a:t>✅ Mở khóa (Unlocked): </a:t>
            </a:r>
            <a:r>
              <a:rPr lang="vi-VN" sz="1600" dirty="0">
                <a:solidFill>
                  <a:srgbClr val="00477F"/>
                </a:solidFill>
                <a:latin typeface="Averta CY" panose="00000500000000000000" pitchFamily="50" charset="0"/>
              </a:rPr>
              <a:t>Các luồng có thể yêu cầu quyền truy cập</a:t>
            </a:r>
            <a:r>
              <a:rPr lang="vi-VN" sz="1600" dirty="0">
                <a:solidFill>
                  <a:srgbClr val="00477F"/>
                </a:solidFill>
                <a:latin typeface="Averta CY Semibold" panose="00000700000000000000" pitchFamily="50" charset="0"/>
              </a:rPr>
              <a:t>.</a:t>
            </a:r>
          </a:p>
          <a:p>
            <a:pPr algn="just">
              <a:lnSpc>
                <a:spcPct val="150000"/>
              </a:lnSpc>
            </a:pPr>
            <a:r>
              <a:rPr lang="vi-VN" sz="1600" dirty="0">
                <a:solidFill>
                  <a:srgbClr val="00477F"/>
                </a:solidFill>
                <a:latin typeface="Averta CY Semibold" panose="00000700000000000000" pitchFamily="50" charset="0"/>
              </a:rPr>
              <a:t>🔒 Đã khóa (Locked): </a:t>
            </a:r>
            <a:r>
              <a:rPr lang="vi-VN" sz="1600" dirty="0">
                <a:solidFill>
                  <a:srgbClr val="00477F"/>
                </a:solidFill>
                <a:latin typeface="Averta CY" panose="00000500000000000000" pitchFamily="50" charset="0"/>
              </a:rPr>
              <a:t>Một luồng đang giữ quyền kiểm soát, các luồng khác phải chờ.</a:t>
            </a:r>
          </a:p>
          <a:p>
            <a:pPr algn="just">
              <a:lnSpc>
                <a:spcPct val="150000"/>
              </a:lnSpc>
            </a:pPr>
            <a:r>
              <a:rPr lang="vi-VN" sz="1600" dirty="0">
                <a:solidFill>
                  <a:srgbClr val="00477F"/>
                </a:solidFill>
                <a:latin typeface="Averta CY Semibold" panose="00000700000000000000" pitchFamily="50" charset="0"/>
              </a:rPr>
              <a:t>Cơ chế hoạt động của mutex:</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Luồng 1 khóa mutex (pthread_mutex_lock()) → truy cập tài nguyên.</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Luồng 2 muốn truy cập nhưng mutex bị khóa → phải chờ.</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Luồng 1 mở khóa mutex (pthread_mutex_unlock()).</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Luồng 2 có thể khóa mutex và truy cập tài nguyên.</a:t>
            </a:r>
            <a:endParaRPr lang="en-US" sz="1600" dirty="0">
              <a:solidFill>
                <a:srgbClr val="00477F"/>
              </a:solidFill>
              <a:latin typeface="Averta CY" panose="00000500000000000000" pitchFamily="50" charset="0"/>
            </a:endParaRPr>
          </a:p>
        </p:txBody>
      </p:sp>
      <p:sp>
        <p:nvSpPr>
          <p:cNvPr id="2" name="Rectangle: Rounded Corners 1">
            <a:extLst>
              <a:ext uri="{FF2B5EF4-FFF2-40B4-BE49-F238E27FC236}">
                <a16:creationId xmlns:a16="http://schemas.microsoft.com/office/drawing/2014/main" id="{36D92177-7221-EA6D-E8AC-32168C218B40}"/>
              </a:ext>
            </a:extLst>
          </p:cNvPr>
          <p:cNvSpPr/>
          <p:nvPr/>
        </p:nvSpPr>
        <p:spPr>
          <a:xfrm>
            <a:off x="521381" y="1417726"/>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MUTEX</a:t>
            </a:r>
            <a:endParaRPr lang="en-US" dirty="0">
              <a:latin typeface="Averta CY Semibold" panose="00000700000000000000" pitchFamily="50" charset="0"/>
            </a:endParaRPr>
          </a:p>
        </p:txBody>
      </p:sp>
      <p:pic>
        <p:nvPicPr>
          <p:cNvPr id="1026" name="Picture 2" descr="Mutex - API references and tutorials | Mbed OS 6 Documentation">
            <a:extLst>
              <a:ext uri="{FF2B5EF4-FFF2-40B4-BE49-F238E27FC236}">
                <a16:creationId xmlns:a16="http://schemas.microsoft.com/office/drawing/2014/main" id="{6C1F0D9E-A7E0-B698-1E27-47D8ED29FC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0674" y="3239139"/>
            <a:ext cx="3979946" cy="1312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6078221"/>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ABCFC-E3AD-FEF1-F333-9C0DF4D0AEB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3C58AA6-D592-1030-B3CE-D713A17F1840}"/>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10" name="TextBox 9">
            <a:extLst>
              <a:ext uri="{FF2B5EF4-FFF2-40B4-BE49-F238E27FC236}">
                <a16:creationId xmlns:a16="http://schemas.microsoft.com/office/drawing/2014/main" id="{6FEA3494-E428-A604-69B9-212FA26EB0C0}"/>
              </a:ext>
            </a:extLst>
          </p:cNvPr>
          <p:cNvSpPr txBox="1"/>
          <p:nvPr/>
        </p:nvSpPr>
        <p:spPr>
          <a:xfrm>
            <a:off x="521379" y="2308911"/>
            <a:ext cx="11161283" cy="787010"/>
          </a:xfrm>
          <a:prstGeom prst="rect">
            <a:avLst/>
          </a:prstGeom>
          <a:noFill/>
        </p:spPr>
        <p:txBody>
          <a:bodyPr wrap="square" rtlCol="0">
            <a:spAutoFit/>
          </a:bodyPr>
          <a:lstStyle/>
          <a:p>
            <a:pPr algn="just">
              <a:lnSpc>
                <a:spcPct val="150000"/>
              </a:lnSpc>
            </a:pPr>
            <a:r>
              <a:rPr lang="vi-VN" sz="1600" dirty="0">
                <a:solidFill>
                  <a:srgbClr val="00477F"/>
                </a:solidFill>
                <a:latin typeface="Averta CY Semibold" panose="00000700000000000000" pitchFamily="50" charset="0"/>
              </a:rPr>
              <a:t>Mutex là một biến thuộc kiểu pthread_mutex_t. </a:t>
            </a:r>
          </a:p>
          <a:p>
            <a:pPr algn="just">
              <a:lnSpc>
                <a:spcPct val="150000"/>
              </a:lnSpc>
            </a:pPr>
            <a:r>
              <a:rPr lang="vi-VN" sz="1600" dirty="0">
                <a:solidFill>
                  <a:srgbClr val="00477F"/>
                </a:solidFill>
                <a:latin typeface="Averta CY" panose="00000500000000000000" pitchFamily="50" charset="0"/>
              </a:rPr>
              <a:t>Trước khi có thể sử dụng, mutex luôn phải được khởi tạo. Mutex có thể được cấp phát tĩnh hoặc cấp phát động.</a:t>
            </a:r>
            <a:endParaRPr lang="en-US" sz="1600" dirty="0">
              <a:solidFill>
                <a:srgbClr val="00477F"/>
              </a:solidFill>
              <a:latin typeface="Averta CY" panose="00000500000000000000" pitchFamily="50" charset="0"/>
            </a:endParaRPr>
          </a:p>
        </p:txBody>
      </p:sp>
      <p:sp>
        <p:nvSpPr>
          <p:cNvPr id="2" name="Rectangle: Rounded Corners 1">
            <a:extLst>
              <a:ext uri="{FF2B5EF4-FFF2-40B4-BE49-F238E27FC236}">
                <a16:creationId xmlns:a16="http://schemas.microsoft.com/office/drawing/2014/main" id="{6B695D94-2967-0448-270A-F605CDA71FD3}"/>
              </a:ext>
            </a:extLst>
          </p:cNvPr>
          <p:cNvSpPr/>
          <p:nvPr/>
        </p:nvSpPr>
        <p:spPr>
          <a:xfrm>
            <a:off x="521381" y="1417726"/>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CẤP PHÁT MUTEX</a:t>
            </a:r>
            <a:endParaRPr lang="en-US" dirty="0">
              <a:latin typeface="Averta CY Semibold" panose="00000700000000000000" pitchFamily="50" charset="0"/>
            </a:endParaRPr>
          </a:p>
        </p:txBody>
      </p:sp>
      <p:sp>
        <p:nvSpPr>
          <p:cNvPr id="3" name="TextBox 2">
            <a:extLst>
              <a:ext uri="{FF2B5EF4-FFF2-40B4-BE49-F238E27FC236}">
                <a16:creationId xmlns:a16="http://schemas.microsoft.com/office/drawing/2014/main" id="{BA463947-F405-F5CF-20B5-64AD8F8AA9C3}"/>
              </a:ext>
            </a:extLst>
          </p:cNvPr>
          <p:cNvSpPr txBox="1"/>
          <p:nvPr/>
        </p:nvSpPr>
        <p:spPr>
          <a:xfrm>
            <a:off x="521379" y="3200097"/>
            <a:ext cx="11161283" cy="1156342"/>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vi-VN" sz="1600" dirty="0">
                <a:solidFill>
                  <a:srgbClr val="00477F"/>
                </a:solidFill>
                <a:latin typeface="Averta CY Semibold" panose="00000700000000000000" pitchFamily="50" charset="0"/>
              </a:rPr>
              <a:t>Cấp phát tĩnh</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Mutex cấp phát tĩnh được khai báo dưới dạng biến toàn cục hoặc tĩnh và được khởi tạo trong thời gian biên dịch</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Được khởi tạo bằng PTHREAD_MUTEX_INITIALIZER và tồn tại trong toàn bộ thời gian chạy của chương trình.</a:t>
            </a:r>
            <a:endParaRPr lang="en-US" sz="1600" dirty="0">
              <a:solidFill>
                <a:srgbClr val="00477F"/>
              </a:solidFill>
              <a:latin typeface="Averta CY" panose="00000500000000000000" pitchFamily="50" charset="0"/>
            </a:endParaRPr>
          </a:p>
        </p:txBody>
      </p:sp>
      <p:sp>
        <p:nvSpPr>
          <p:cNvPr id="7" name="Rectangle 6">
            <a:extLst>
              <a:ext uri="{FF2B5EF4-FFF2-40B4-BE49-F238E27FC236}">
                <a16:creationId xmlns:a16="http://schemas.microsoft.com/office/drawing/2014/main" id="{DB5503F7-7B90-7B4C-B755-DE2BC9830A2A}"/>
              </a:ext>
            </a:extLst>
          </p:cNvPr>
          <p:cNvSpPr/>
          <p:nvPr/>
        </p:nvSpPr>
        <p:spPr>
          <a:xfrm>
            <a:off x="2989929" y="4460615"/>
            <a:ext cx="6212141" cy="1534352"/>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600" dirty="0">
                <a:solidFill>
                  <a:schemeClr val="bg1"/>
                </a:solidFill>
                <a:latin typeface="+mj-lt"/>
              </a:rPr>
              <a:t>#include &lt;</a:t>
            </a:r>
            <a:r>
              <a:rPr lang="en-US" sz="1600" dirty="0" err="1">
                <a:solidFill>
                  <a:schemeClr val="bg1"/>
                </a:solidFill>
                <a:latin typeface="+mj-lt"/>
              </a:rPr>
              <a:t>pthread.h</a:t>
            </a:r>
            <a:r>
              <a:rPr lang="en-US" sz="1600" dirty="0">
                <a:solidFill>
                  <a:schemeClr val="bg1"/>
                </a:solidFill>
                <a:latin typeface="+mj-lt"/>
              </a:rPr>
              <a:t>&gt;</a:t>
            </a:r>
          </a:p>
          <a:p>
            <a:pPr algn="just">
              <a:lnSpc>
                <a:spcPct val="150000"/>
              </a:lnSpc>
            </a:pPr>
            <a:r>
              <a:rPr lang="en-US" sz="1600" dirty="0">
                <a:solidFill>
                  <a:schemeClr val="bg1"/>
                </a:solidFill>
                <a:latin typeface="+mj-lt"/>
              </a:rPr>
              <a:t>#include &lt;</a:t>
            </a:r>
            <a:r>
              <a:rPr lang="en-US" sz="1600" dirty="0" err="1">
                <a:solidFill>
                  <a:schemeClr val="bg1"/>
                </a:solidFill>
                <a:latin typeface="+mj-lt"/>
              </a:rPr>
              <a:t>stdio.h</a:t>
            </a:r>
            <a:r>
              <a:rPr lang="en-US" sz="1600" dirty="0">
                <a:solidFill>
                  <a:schemeClr val="bg1"/>
                </a:solidFill>
                <a:latin typeface="+mj-lt"/>
              </a:rPr>
              <a:t>&gt; </a:t>
            </a:r>
          </a:p>
          <a:p>
            <a:pPr algn="just">
              <a:lnSpc>
                <a:spcPct val="150000"/>
              </a:lnSpc>
            </a:pPr>
            <a:r>
              <a:rPr lang="en-US" sz="1600" dirty="0" err="1">
                <a:solidFill>
                  <a:schemeClr val="bg1"/>
                </a:solidFill>
                <a:latin typeface="+mj-lt"/>
              </a:rPr>
              <a:t>pthread_mutex_t</a:t>
            </a:r>
            <a:r>
              <a:rPr lang="en-US" sz="1600" dirty="0">
                <a:solidFill>
                  <a:schemeClr val="bg1"/>
                </a:solidFill>
                <a:latin typeface="+mj-lt"/>
              </a:rPr>
              <a:t> mutex = PTHREAD_MUTEX_INITIALIZER; </a:t>
            </a:r>
          </a:p>
        </p:txBody>
      </p:sp>
    </p:spTree>
    <p:extLst>
      <p:ext uri="{BB962C8B-B14F-4D97-AF65-F5344CB8AC3E}">
        <p14:creationId xmlns:p14="http://schemas.microsoft.com/office/powerpoint/2010/main" val="2589492700"/>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F3B65-AC46-3E09-3165-2FFAE463436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F9B0E88-3D30-DD20-97A5-EA88A35F3797}"/>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30B97E27-7AF6-A5F9-D75E-757EA47E8A2F}"/>
              </a:ext>
            </a:extLst>
          </p:cNvPr>
          <p:cNvSpPr/>
          <p:nvPr/>
        </p:nvSpPr>
        <p:spPr>
          <a:xfrm>
            <a:off x="521381" y="1417726"/>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CẤP PHÁT MUTEX</a:t>
            </a:r>
            <a:endParaRPr lang="en-US" dirty="0">
              <a:latin typeface="Averta CY Semibold" panose="00000700000000000000" pitchFamily="50" charset="0"/>
            </a:endParaRPr>
          </a:p>
        </p:txBody>
      </p:sp>
      <p:sp>
        <p:nvSpPr>
          <p:cNvPr id="3" name="TextBox 2">
            <a:extLst>
              <a:ext uri="{FF2B5EF4-FFF2-40B4-BE49-F238E27FC236}">
                <a16:creationId xmlns:a16="http://schemas.microsoft.com/office/drawing/2014/main" id="{C70680E1-CDB3-0ACB-A084-26544CADFCA5}"/>
              </a:ext>
            </a:extLst>
          </p:cNvPr>
          <p:cNvSpPr txBox="1"/>
          <p:nvPr/>
        </p:nvSpPr>
        <p:spPr>
          <a:xfrm>
            <a:off x="521381" y="2320943"/>
            <a:ext cx="10680019" cy="1156342"/>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vi-VN" sz="1600" dirty="0">
                <a:solidFill>
                  <a:srgbClr val="00477F"/>
                </a:solidFill>
                <a:latin typeface="Averta CY Semibold" panose="00000700000000000000" pitchFamily="50" charset="0"/>
              </a:rPr>
              <a:t>Cấp phát động</a:t>
            </a:r>
          </a:p>
          <a:p>
            <a:pPr algn="just">
              <a:lnSpc>
                <a:spcPct val="150000"/>
              </a:lnSpc>
            </a:pPr>
            <a:r>
              <a:rPr lang="vi-VN" sz="1600" dirty="0">
                <a:solidFill>
                  <a:srgbClr val="00477F"/>
                </a:solidFill>
                <a:latin typeface="Averta CY" panose="00000500000000000000" pitchFamily="50" charset="0"/>
              </a:rPr>
              <a:t>Mutex cấp phát động được tạo ra trong thời gian chạy bằng malloc() và được khởi tạo rõ ràng bằng </a:t>
            </a:r>
            <a:r>
              <a:rPr lang="vi-VN" sz="1600" dirty="0">
                <a:solidFill>
                  <a:srgbClr val="00477F"/>
                </a:solidFill>
                <a:latin typeface="Averta CY Semibold" panose="00000700000000000000" pitchFamily="50" charset="0"/>
              </a:rPr>
              <a:t>pthread_mutex_init().</a:t>
            </a:r>
            <a:endParaRPr lang="en-US" sz="1600" dirty="0">
              <a:solidFill>
                <a:srgbClr val="00477F"/>
              </a:solidFill>
              <a:latin typeface="Averta CY Semibold" panose="00000700000000000000" pitchFamily="50" charset="0"/>
            </a:endParaRPr>
          </a:p>
        </p:txBody>
      </p:sp>
      <p:sp>
        <p:nvSpPr>
          <p:cNvPr id="7" name="Rectangle 6">
            <a:extLst>
              <a:ext uri="{FF2B5EF4-FFF2-40B4-BE49-F238E27FC236}">
                <a16:creationId xmlns:a16="http://schemas.microsoft.com/office/drawing/2014/main" id="{00D4FA0F-BE89-0D25-824C-7D79EE99DEEB}"/>
              </a:ext>
            </a:extLst>
          </p:cNvPr>
          <p:cNvSpPr/>
          <p:nvPr/>
        </p:nvSpPr>
        <p:spPr>
          <a:xfrm>
            <a:off x="1990264" y="3513381"/>
            <a:ext cx="8211471" cy="88140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600" dirty="0">
                <a:solidFill>
                  <a:schemeClr val="bg1"/>
                </a:solidFill>
                <a:latin typeface="+mj-lt"/>
              </a:rPr>
              <a:t>#include &lt;</a:t>
            </a:r>
            <a:r>
              <a:rPr lang="en-US" sz="1600" dirty="0" err="1">
                <a:solidFill>
                  <a:schemeClr val="bg1"/>
                </a:solidFill>
                <a:latin typeface="+mj-lt"/>
              </a:rPr>
              <a:t>pthread.h</a:t>
            </a:r>
            <a:r>
              <a:rPr lang="en-US" sz="1600" dirty="0">
                <a:solidFill>
                  <a:schemeClr val="bg1"/>
                </a:solidFill>
                <a:latin typeface="+mj-lt"/>
              </a:rPr>
              <a:t>&gt;</a:t>
            </a:r>
            <a:endParaRPr lang="vi-VN" sz="1600" dirty="0">
              <a:solidFill>
                <a:schemeClr val="bg1"/>
              </a:solidFill>
              <a:latin typeface="+mj-lt"/>
            </a:endParaRPr>
          </a:p>
          <a:p>
            <a:pPr algn="just">
              <a:lnSpc>
                <a:spcPct val="150000"/>
              </a:lnSpc>
            </a:pPr>
            <a:r>
              <a:rPr lang="en-US" sz="1600" dirty="0">
                <a:solidFill>
                  <a:schemeClr val="bg1"/>
                </a:solidFill>
                <a:latin typeface="+mj-lt"/>
              </a:rPr>
              <a:t>int </a:t>
            </a:r>
            <a:r>
              <a:rPr lang="en-US" sz="1600" dirty="0" err="1">
                <a:solidFill>
                  <a:schemeClr val="bg1"/>
                </a:solidFill>
                <a:latin typeface="+mj-lt"/>
              </a:rPr>
              <a:t>pthread_mutex_init</a:t>
            </a:r>
            <a:r>
              <a:rPr lang="en-US" sz="1600" dirty="0">
                <a:solidFill>
                  <a:schemeClr val="bg1"/>
                </a:solidFill>
                <a:latin typeface="+mj-lt"/>
              </a:rPr>
              <a:t>(</a:t>
            </a:r>
            <a:r>
              <a:rPr lang="en-US" sz="1600" dirty="0" err="1">
                <a:solidFill>
                  <a:schemeClr val="bg1"/>
                </a:solidFill>
                <a:latin typeface="+mj-lt"/>
              </a:rPr>
              <a:t>pthread_mutex_t</a:t>
            </a:r>
            <a:r>
              <a:rPr lang="en-US" sz="1600" dirty="0">
                <a:solidFill>
                  <a:schemeClr val="bg1"/>
                </a:solidFill>
                <a:latin typeface="+mj-lt"/>
              </a:rPr>
              <a:t> *mutex, const </a:t>
            </a:r>
            <a:r>
              <a:rPr lang="en-US" sz="1600" dirty="0" err="1">
                <a:solidFill>
                  <a:schemeClr val="bg1"/>
                </a:solidFill>
                <a:latin typeface="+mj-lt"/>
              </a:rPr>
              <a:t>pthread_mutexattr_t</a:t>
            </a:r>
            <a:r>
              <a:rPr lang="en-US" sz="1600" dirty="0">
                <a:solidFill>
                  <a:schemeClr val="bg1"/>
                </a:solidFill>
                <a:latin typeface="+mj-lt"/>
              </a:rPr>
              <a:t> *</a:t>
            </a:r>
            <a:r>
              <a:rPr lang="en-US" sz="1600" dirty="0" err="1">
                <a:solidFill>
                  <a:schemeClr val="bg1"/>
                </a:solidFill>
                <a:latin typeface="+mj-lt"/>
              </a:rPr>
              <a:t>attr</a:t>
            </a:r>
            <a:r>
              <a:rPr lang="en-US" sz="1600" dirty="0">
                <a:solidFill>
                  <a:schemeClr val="bg1"/>
                </a:solidFill>
                <a:latin typeface="+mj-lt"/>
              </a:rPr>
              <a:t>);</a:t>
            </a:r>
          </a:p>
        </p:txBody>
      </p:sp>
      <p:sp>
        <p:nvSpPr>
          <p:cNvPr id="4" name="TextBox 3">
            <a:extLst>
              <a:ext uri="{FF2B5EF4-FFF2-40B4-BE49-F238E27FC236}">
                <a16:creationId xmlns:a16="http://schemas.microsoft.com/office/drawing/2014/main" id="{7127B352-346F-3EFC-C191-F99F0C351641}"/>
              </a:ext>
            </a:extLst>
          </p:cNvPr>
          <p:cNvSpPr txBox="1"/>
          <p:nvPr/>
        </p:nvSpPr>
        <p:spPr>
          <a:xfrm>
            <a:off x="521380" y="4530743"/>
            <a:ext cx="10680019" cy="1525674"/>
          </a:xfrm>
          <a:prstGeom prst="rect">
            <a:avLst/>
          </a:prstGeom>
          <a:noFill/>
        </p:spPr>
        <p:txBody>
          <a:bodyPr wrap="square" rtlCol="0">
            <a:spAutoFit/>
          </a:bodyPr>
          <a:lstStyle/>
          <a:p>
            <a:pPr algn="just">
              <a:lnSpc>
                <a:spcPct val="150000"/>
              </a:lnSpc>
            </a:pPr>
            <a:r>
              <a:rPr lang="vi-VN" sz="1600" dirty="0">
                <a:solidFill>
                  <a:srgbClr val="00477F"/>
                </a:solidFill>
                <a:latin typeface="Averta CY" panose="00000500000000000000" pitchFamily="50" charset="0"/>
              </a:rPr>
              <a:t>Hàm pthread_mutex_init() trả về 0 nếu thành công, hoặc một số lỗi dương nếu xảy ra lỗi.</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Tham số mutex xác định mutex cần khởi tạo.</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Tham số attr là một con trỏ đến đối tượng pthread_mutexattr_t đã được khởi tạo trước đó để xác định thuộc tính của mutex. Nếu attr là NULL, mutex sẽ được gán các thuộc tính mặc định.</a:t>
            </a:r>
            <a:endParaRPr lang="en-US" sz="1600" dirty="0">
              <a:solidFill>
                <a:srgbClr val="00477F"/>
              </a:solidFill>
              <a:latin typeface="Averta CY Semibold" panose="00000700000000000000" pitchFamily="50" charset="0"/>
            </a:endParaRPr>
          </a:p>
        </p:txBody>
      </p:sp>
    </p:spTree>
    <p:extLst>
      <p:ext uri="{BB962C8B-B14F-4D97-AF65-F5344CB8AC3E}">
        <p14:creationId xmlns:p14="http://schemas.microsoft.com/office/powerpoint/2010/main" val="21471803"/>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7CBF9-42B6-849A-22D7-107494D417A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56A8CF6-502E-3276-3B52-4FEC0A5B50D8}"/>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01203D51-66E4-9BC7-5135-2F9E4D8C4688}"/>
              </a:ext>
            </a:extLst>
          </p:cNvPr>
          <p:cNvSpPr/>
          <p:nvPr/>
        </p:nvSpPr>
        <p:spPr>
          <a:xfrm>
            <a:off x="521381" y="1417726"/>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KHÓA/MỞ KHÓA MUTEX</a:t>
            </a:r>
            <a:endParaRPr lang="en-US" dirty="0">
              <a:latin typeface="Averta CY Semibold" panose="00000700000000000000" pitchFamily="50" charset="0"/>
            </a:endParaRPr>
          </a:p>
        </p:txBody>
      </p:sp>
      <p:sp>
        <p:nvSpPr>
          <p:cNvPr id="3" name="TextBox 2">
            <a:extLst>
              <a:ext uri="{FF2B5EF4-FFF2-40B4-BE49-F238E27FC236}">
                <a16:creationId xmlns:a16="http://schemas.microsoft.com/office/drawing/2014/main" id="{AC518E6A-1D03-C7E2-3AA3-4BF7D7057DB7}"/>
              </a:ext>
            </a:extLst>
          </p:cNvPr>
          <p:cNvSpPr txBox="1"/>
          <p:nvPr/>
        </p:nvSpPr>
        <p:spPr>
          <a:xfrm>
            <a:off x="521381" y="2320943"/>
            <a:ext cx="10680019" cy="3003002"/>
          </a:xfrm>
          <a:prstGeom prst="rect">
            <a:avLst/>
          </a:prstGeom>
          <a:noFill/>
        </p:spPr>
        <p:txBody>
          <a:bodyPr wrap="square" rtlCol="0">
            <a:spAutoFit/>
          </a:bodyPr>
          <a:lstStyle/>
          <a:p>
            <a:pPr algn="just">
              <a:lnSpc>
                <a:spcPct val="150000"/>
              </a:lnSpc>
            </a:pPr>
            <a:r>
              <a:rPr lang="vi-VN" sz="1600" dirty="0">
                <a:solidFill>
                  <a:srgbClr val="00477F"/>
                </a:solidFill>
                <a:latin typeface="Averta CY" panose="00000500000000000000" pitchFamily="50" charset="0"/>
              </a:rPr>
              <a:t>Sau khi khởi tạo, mutex ở trạng thái mở khóa. Để khóa và mở khóa mutex, ta sử dụng các hàm </a:t>
            </a:r>
            <a:r>
              <a:rPr lang="vi-VN" sz="1600" dirty="0">
                <a:solidFill>
                  <a:srgbClr val="00477F"/>
                </a:solidFill>
                <a:latin typeface="Averta CY Semibold" panose="00000700000000000000" pitchFamily="50" charset="0"/>
              </a:rPr>
              <a:t>pthread_mutex_lock() và pthread_mutex_unlock().</a:t>
            </a:r>
          </a:p>
          <a:p>
            <a:pPr algn="just">
              <a:lnSpc>
                <a:spcPct val="150000"/>
              </a:lnSpc>
            </a:pPr>
            <a:endParaRPr lang="vi-VN" sz="1600" dirty="0">
              <a:solidFill>
                <a:srgbClr val="00477F"/>
              </a:solidFill>
              <a:latin typeface="Averta CY Semibold" panose="00000700000000000000" pitchFamily="50" charset="0"/>
            </a:endParaRPr>
          </a:p>
          <a:p>
            <a:pPr algn="just">
              <a:lnSpc>
                <a:spcPct val="150000"/>
              </a:lnSpc>
            </a:pPr>
            <a:endParaRPr lang="vi-VN" sz="1600" dirty="0">
              <a:solidFill>
                <a:srgbClr val="00477F"/>
              </a:solidFill>
              <a:latin typeface="Averta CY Semibold" panose="00000700000000000000" pitchFamily="50" charset="0"/>
            </a:endParaRPr>
          </a:p>
          <a:p>
            <a:pPr algn="just">
              <a:lnSpc>
                <a:spcPct val="150000"/>
              </a:lnSpc>
            </a:pPr>
            <a:endParaRPr lang="vi-VN" sz="1600" dirty="0">
              <a:solidFill>
                <a:srgbClr val="00477F"/>
              </a:solidFill>
              <a:latin typeface="Averta CY Semibold" panose="00000700000000000000" pitchFamily="50" charset="0"/>
            </a:endParaRPr>
          </a:p>
          <a:p>
            <a:pPr algn="just">
              <a:lnSpc>
                <a:spcPct val="150000"/>
              </a:lnSpc>
            </a:pPr>
            <a:endParaRPr lang="vi-VN" sz="1600" dirty="0">
              <a:solidFill>
                <a:srgbClr val="00477F"/>
              </a:solidFill>
              <a:latin typeface="Averta CY Semibold" panose="00000700000000000000" pitchFamily="50" charset="0"/>
            </a:endParaRPr>
          </a:p>
          <a:p>
            <a:pPr algn="just">
              <a:lnSpc>
                <a:spcPct val="150000"/>
              </a:lnSpc>
            </a:pPr>
            <a:endParaRPr lang="vi-VN" sz="1600" dirty="0">
              <a:solidFill>
                <a:srgbClr val="00477F"/>
              </a:solidFill>
              <a:latin typeface="Averta CY Semibold" panose="00000700000000000000" pitchFamily="50" charset="0"/>
            </a:endParaRPr>
          </a:p>
          <a:p>
            <a:pPr algn="just">
              <a:lnSpc>
                <a:spcPct val="150000"/>
              </a:lnSpc>
            </a:pPr>
            <a:r>
              <a:rPr lang="vi-VN" sz="1600" dirty="0">
                <a:solidFill>
                  <a:srgbClr val="00477F"/>
                </a:solidFill>
                <a:latin typeface="Averta CY" panose="00000500000000000000" pitchFamily="50" charset="0"/>
              </a:rPr>
              <a:t>Cả hai hàm này trả về 0 nếu thành công, hoặc một số lỗi dương nếu xảy ra lỗi.</a:t>
            </a:r>
            <a:endParaRPr lang="en-US" sz="1600" dirty="0">
              <a:solidFill>
                <a:srgbClr val="00477F"/>
              </a:solidFill>
              <a:latin typeface="Averta CY" panose="00000500000000000000" pitchFamily="50" charset="0"/>
            </a:endParaRPr>
          </a:p>
        </p:txBody>
      </p:sp>
      <p:sp>
        <p:nvSpPr>
          <p:cNvPr id="7" name="Rectangle 6">
            <a:extLst>
              <a:ext uri="{FF2B5EF4-FFF2-40B4-BE49-F238E27FC236}">
                <a16:creationId xmlns:a16="http://schemas.microsoft.com/office/drawing/2014/main" id="{E2C5A6DB-65D9-EEB5-266D-A0C42CB35834}"/>
              </a:ext>
            </a:extLst>
          </p:cNvPr>
          <p:cNvSpPr/>
          <p:nvPr/>
        </p:nvSpPr>
        <p:spPr>
          <a:xfrm>
            <a:off x="2155710" y="3212129"/>
            <a:ext cx="8211471" cy="1475693"/>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600" dirty="0">
                <a:solidFill>
                  <a:schemeClr val="bg1"/>
                </a:solidFill>
                <a:latin typeface="+mj-lt"/>
              </a:rPr>
              <a:t>#include &lt;</a:t>
            </a:r>
            <a:r>
              <a:rPr lang="en-US" sz="1600" dirty="0" err="1">
                <a:solidFill>
                  <a:schemeClr val="bg1"/>
                </a:solidFill>
                <a:latin typeface="+mj-lt"/>
              </a:rPr>
              <a:t>pthread.h</a:t>
            </a:r>
            <a:r>
              <a:rPr lang="en-US" sz="1600" dirty="0">
                <a:solidFill>
                  <a:schemeClr val="bg1"/>
                </a:solidFill>
                <a:latin typeface="+mj-lt"/>
              </a:rPr>
              <a:t>&gt;</a:t>
            </a:r>
            <a:endParaRPr lang="vi-VN" sz="1600" dirty="0">
              <a:solidFill>
                <a:schemeClr val="bg1"/>
              </a:solidFill>
              <a:latin typeface="+mj-lt"/>
            </a:endParaRPr>
          </a:p>
          <a:p>
            <a:pPr algn="just">
              <a:lnSpc>
                <a:spcPct val="150000"/>
              </a:lnSpc>
            </a:pPr>
            <a:r>
              <a:rPr lang="en-US" sz="1600" dirty="0">
                <a:solidFill>
                  <a:schemeClr val="bg1"/>
                </a:solidFill>
                <a:latin typeface="+mj-lt"/>
              </a:rPr>
              <a:t>int </a:t>
            </a:r>
            <a:r>
              <a:rPr lang="en-US" sz="1600" dirty="0" err="1">
                <a:solidFill>
                  <a:schemeClr val="bg1"/>
                </a:solidFill>
                <a:latin typeface="+mj-lt"/>
              </a:rPr>
              <a:t>pthread_mutex_lock</a:t>
            </a:r>
            <a:r>
              <a:rPr lang="en-US" sz="1600" dirty="0">
                <a:solidFill>
                  <a:schemeClr val="bg1"/>
                </a:solidFill>
                <a:latin typeface="+mj-lt"/>
              </a:rPr>
              <a:t> (</a:t>
            </a:r>
            <a:r>
              <a:rPr lang="en-US" sz="1600" dirty="0" err="1">
                <a:solidFill>
                  <a:schemeClr val="bg1"/>
                </a:solidFill>
                <a:latin typeface="+mj-lt"/>
              </a:rPr>
              <a:t>pthread_mutex_t</a:t>
            </a:r>
            <a:r>
              <a:rPr lang="en-US" sz="1600" dirty="0">
                <a:solidFill>
                  <a:schemeClr val="bg1"/>
                </a:solidFill>
                <a:latin typeface="+mj-lt"/>
              </a:rPr>
              <a:t> *mutex); </a:t>
            </a:r>
            <a:r>
              <a:rPr lang="vi-VN" sz="1600" dirty="0">
                <a:solidFill>
                  <a:schemeClr val="bg1"/>
                </a:solidFill>
                <a:latin typeface="+mj-lt"/>
              </a:rPr>
              <a:t> //Khóa</a:t>
            </a:r>
          </a:p>
          <a:p>
            <a:pPr algn="just">
              <a:lnSpc>
                <a:spcPct val="150000"/>
              </a:lnSpc>
            </a:pPr>
            <a:r>
              <a:rPr lang="en-US" sz="1600" dirty="0">
                <a:solidFill>
                  <a:schemeClr val="bg1"/>
                </a:solidFill>
                <a:latin typeface="+mj-lt"/>
              </a:rPr>
              <a:t>int </a:t>
            </a:r>
            <a:r>
              <a:rPr lang="en-US" sz="1600" dirty="0" err="1">
                <a:solidFill>
                  <a:schemeClr val="bg1"/>
                </a:solidFill>
                <a:latin typeface="+mj-lt"/>
              </a:rPr>
              <a:t>pthread_mutex_unlock</a:t>
            </a:r>
            <a:r>
              <a:rPr lang="en-US" sz="1600" dirty="0">
                <a:solidFill>
                  <a:schemeClr val="bg1"/>
                </a:solidFill>
                <a:latin typeface="+mj-lt"/>
              </a:rPr>
              <a:t> (</a:t>
            </a:r>
            <a:r>
              <a:rPr lang="en-US" sz="1600" dirty="0" err="1">
                <a:solidFill>
                  <a:schemeClr val="bg1"/>
                </a:solidFill>
                <a:latin typeface="+mj-lt"/>
              </a:rPr>
              <a:t>pthread_mutex_t</a:t>
            </a:r>
            <a:r>
              <a:rPr lang="en-US" sz="1600" dirty="0">
                <a:solidFill>
                  <a:schemeClr val="bg1"/>
                </a:solidFill>
                <a:latin typeface="+mj-lt"/>
              </a:rPr>
              <a:t> *mutex);</a:t>
            </a:r>
            <a:r>
              <a:rPr lang="vi-VN" sz="1600" dirty="0">
                <a:solidFill>
                  <a:schemeClr val="bg1"/>
                </a:solidFill>
                <a:latin typeface="+mj-lt"/>
              </a:rPr>
              <a:t> //Mở khóa</a:t>
            </a:r>
            <a:endParaRPr lang="en-US" sz="1600" dirty="0">
              <a:solidFill>
                <a:schemeClr val="bg1"/>
              </a:solidFill>
              <a:latin typeface="+mj-lt"/>
            </a:endParaRPr>
          </a:p>
        </p:txBody>
      </p:sp>
    </p:spTree>
    <p:extLst>
      <p:ext uri="{BB962C8B-B14F-4D97-AF65-F5344CB8AC3E}">
        <p14:creationId xmlns:p14="http://schemas.microsoft.com/office/powerpoint/2010/main" val="4077254030"/>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8AE8A-F88E-5C77-48E3-82DD24F4C2F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28F0883-F9BF-DFBC-2DA1-9EC90DC3836B}"/>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C040966F-CC63-B2D8-F7C3-FE9F152EA395}"/>
              </a:ext>
            </a:extLst>
          </p:cNvPr>
          <p:cNvSpPr/>
          <p:nvPr/>
        </p:nvSpPr>
        <p:spPr>
          <a:xfrm>
            <a:off x="521381" y="1417726"/>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KHÓA/MỞ KHÓA MUTEX</a:t>
            </a:r>
            <a:endParaRPr lang="en-US" dirty="0">
              <a:latin typeface="Averta CY Semibold" panose="00000700000000000000" pitchFamily="50" charset="0"/>
            </a:endParaRPr>
          </a:p>
        </p:txBody>
      </p:sp>
      <p:sp>
        <p:nvSpPr>
          <p:cNvPr id="3" name="TextBox 2">
            <a:extLst>
              <a:ext uri="{FF2B5EF4-FFF2-40B4-BE49-F238E27FC236}">
                <a16:creationId xmlns:a16="http://schemas.microsoft.com/office/drawing/2014/main" id="{2DCE5F82-5AC3-EAFB-9FDF-D1DDA24A00A8}"/>
              </a:ext>
            </a:extLst>
          </p:cNvPr>
          <p:cNvSpPr txBox="1"/>
          <p:nvPr/>
        </p:nvSpPr>
        <p:spPr>
          <a:xfrm>
            <a:off x="521381" y="3644417"/>
            <a:ext cx="10680019" cy="1895006"/>
          </a:xfrm>
          <a:prstGeom prst="rect">
            <a:avLst/>
          </a:prstGeom>
          <a:noFill/>
        </p:spPr>
        <p:txBody>
          <a:bodyPr wrap="square" rtlCol="0">
            <a:spAutoFit/>
          </a:bodyPr>
          <a:lstStyle/>
          <a:p>
            <a:pPr algn="just">
              <a:lnSpc>
                <a:spcPct val="150000"/>
              </a:lnSpc>
            </a:pPr>
            <a:r>
              <a:rPr lang="vi-VN" sz="1600" dirty="0">
                <a:solidFill>
                  <a:srgbClr val="00477F"/>
                </a:solidFill>
                <a:latin typeface="Averta CY" panose="00000500000000000000" pitchFamily="50" charset="0"/>
              </a:rPr>
              <a:t>Khi gọi </a:t>
            </a:r>
            <a:r>
              <a:rPr lang="vi-VN" sz="1600" dirty="0">
                <a:solidFill>
                  <a:srgbClr val="00477F"/>
                </a:solidFill>
                <a:latin typeface="Averta CY Semibold" panose="00000700000000000000" pitchFamily="50" charset="0"/>
              </a:rPr>
              <a:t>pthread_mutex_lock(), </a:t>
            </a:r>
            <a:r>
              <a:rPr lang="vi-VN" sz="1600" dirty="0">
                <a:solidFill>
                  <a:srgbClr val="00477F"/>
                </a:solidFill>
                <a:latin typeface="Averta CY" panose="00000500000000000000" pitchFamily="50" charset="0"/>
              </a:rPr>
              <a:t>nếu mutex đang mở khóa, nó sẽ được khóa ngay lập tức.</a:t>
            </a:r>
          </a:p>
          <a:p>
            <a:pPr algn="just">
              <a:lnSpc>
                <a:spcPct val="150000"/>
              </a:lnSpc>
            </a:pPr>
            <a:r>
              <a:rPr lang="vi-VN" sz="1600" dirty="0">
                <a:solidFill>
                  <a:srgbClr val="00477F"/>
                </a:solidFill>
                <a:latin typeface="Averta CY" panose="00000500000000000000" pitchFamily="50" charset="0"/>
              </a:rPr>
              <a:t>Nếu mutex đang bị khóa bởi một luồng khác, luồng gọi sẽ bị chặn cho đến khi mutex được mở khóa.</a:t>
            </a:r>
          </a:p>
          <a:p>
            <a:pPr algn="just">
              <a:lnSpc>
                <a:spcPct val="150000"/>
              </a:lnSpc>
            </a:pPr>
            <a:r>
              <a:rPr lang="vi-VN" sz="1600" dirty="0">
                <a:solidFill>
                  <a:srgbClr val="00477F"/>
                </a:solidFill>
                <a:latin typeface="Averta CY" panose="00000500000000000000" pitchFamily="50" charset="0"/>
              </a:rPr>
              <a:t>Nếu luồng gọi đã tự khóa mutex trước đó, có hai trường hợp có thể xảy ra:</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Luồng bị deadlock (chặn vô thời hạn vì tự khóa chính nó).</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Hàm trả về lỗi EDEADLK. Trên Linux, mặc định là bị deadlock.</a:t>
            </a:r>
            <a:endParaRPr lang="en-US" sz="1600" dirty="0">
              <a:solidFill>
                <a:srgbClr val="00477F"/>
              </a:solidFill>
              <a:latin typeface="Averta CY" panose="00000500000000000000" pitchFamily="50" charset="0"/>
            </a:endParaRPr>
          </a:p>
        </p:txBody>
      </p:sp>
      <p:sp>
        <p:nvSpPr>
          <p:cNvPr id="7" name="Rectangle 6">
            <a:extLst>
              <a:ext uri="{FF2B5EF4-FFF2-40B4-BE49-F238E27FC236}">
                <a16:creationId xmlns:a16="http://schemas.microsoft.com/office/drawing/2014/main" id="{B5DD8045-D281-F073-1394-247DA3BE36E8}"/>
              </a:ext>
            </a:extLst>
          </p:cNvPr>
          <p:cNvSpPr/>
          <p:nvPr/>
        </p:nvSpPr>
        <p:spPr>
          <a:xfrm>
            <a:off x="1990264" y="2454442"/>
            <a:ext cx="8211471" cy="97455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600" dirty="0">
                <a:solidFill>
                  <a:schemeClr val="bg1"/>
                </a:solidFill>
                <a:latin typeface="+mj-lt"/>
              </a:rPr>
              <a:t>#include &lt;</a:t>
            </a:r>
            <a:r>
              <a:rPr lang="en-US" sz="1600" dirty="0" err="1">
                <a:solidFill>
                  <a:schemeClr val="bg1"/>
                </a:solidFill>
                <a:latin typeface="+mj-lt"/>
              </a:rPr>
              <a:t>pthread.h</a:t>
            </a:r>
            <a:r>
              <a:rPr lang="en-US" sz="1600" dirty="0">
                <a:solidFill>
                  <a:schemeClr val="bg1"/>
                </a:solidFill>
                <a:latin typeface="+mj-lt"/>
              </a:rPr>
              <a:t>&gt;</a:t>
            </a:r>
            <a:endParaRPr lang="vi-VN" sz="1600" dirty="0">
              <a:solidFill>
                <a:schemeClr val="bg1"/>
              </a:solidFill>
              <a:latin typeface="+mj-lt"/>
            </a:endParaRPr>
          </a:p>
          <a:p>
            <a:pPr algn="just">
              <a:lnSpc>
                <a:spcPct val="150000"/>
              </a:lnSpc>
            </a:pPr>
            <a:r>
              <a:rPr lang="en-US" sz="1600" dirty="0">
                <a:solidFill>
                  <a:schemeClr val="bg1"/>
                </a:solidFill>
                <a:latin typeface="+mj-lt"/>
              </a:rPr>
              <a:t>int </a:t>
            </a:r>
            <a:r>
              <a:rPr lang="en-US" sz="1600" dirty="0" err="1">
                <a:solidFill>
                  <a:schemeClr val="bg1"/>
                </a:solidFill>
                <a:latin typeface="+mj-lt"/>
              </a:rPr>
              <a:t>pthread_mutex_lock</a:t>
            </a:r>
            <a:r>
              <a:rPr lang="en-US" sz="1600" dirty="0">
                <a:solidFill>
                  <a:schemeClr val="bg1"/>
                </a:solidFill>
                <a:latin typeface="+mj-lt"/>
              </a:rPr>
              <a:t> (</a:t>
            </a:r>
            <a:r>
              <a:rPr lang="en-US" sz="1600" dirty="0" err="1">
                <a:solidFill>
                  <a:schemeClr val="bg1"/>
                </a:solidFill>
                <a:latin typeface="+mj-lt"/>
              </a:rPr>
              <a:t>pthread_mutex_t</a:t>
            </a:r>
            <a:r>
              <a:rPr lang="en-US" sz="1600" dirty="0">
                <a:solidFill>
                  <a:schemeClr val="bg1"/>
                </a:solidFill>
                <a:latin typeface="+mj-lt"/>
              </a:rPr>
              <a:t> *mutex); </a:t>
            </a:r>
            <a:r>
              <a:rPr lang="vi-VN" sz="1600" dirty="0">
                <a:solidFill>
                  <a:schemeClr val="bg1"/>
                </a:solidFill>
                <a:latin typeface="+mj-lt"/>
              </a:rPr>
              <a:t> //Khóa</a:t>
            </a:r>
          </a:p>
        </p:txBody>
      </p:sp>
    </p:spTree>
    <p:extLst>
      <p:ext uri="{BB962C8B-B14F-4D97-AF65-F5344CB8AC3E}">
        <p14:creationId xmlns:p14="http://schemas.microsoft.com/office/powerpoint/2010/main" val="1227119072"/>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F9F12-8BEA-67B7-B897-BC02AAAD46D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8282D9D-51F1-1A4D-27DA-D9544E737D57}"/>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173BE477-57C7-00E1-3A7D-7CAFAE5501DB}"/>
              </a:ext>
            </a:extLst>
          </p:cNvPr>
          <p:cNvSpPr/>
          <p:nvPr/>
        </p:nvSpPr>
        <p:spPr>
          <a:xfrm>
            <a:off x="521381" y="1417726"/>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KHÓA/MỞ KHÓA MUTEX</a:t>
            </a:r>
            <a:endParaRPr lang="en-US" dirty="0">
              <a:latin typeface="Averta CY Semibold" panose="00000700000000000000" pitchFamily="50" charset="0"/>
            </a:endParaRPr>
          </a:p>
        </p:txBody>
      </p:sp>
      <p:sp>
        <p:nvSpPr>
          <p:cNvPr id="3" name="TextBox 2">
            <a:extLst>
              <a:ext uri="{FF2B5EF4-FFF2-40B4-BE49-F238E27FC236}">
                <a16:creationId xmlns:a16="http://schemas.microsoft.com/office/drawing/2014/main" id="{E844C9A9-AB9D-E559-7025-399DBF6FAE42}"/>
              </a:ext>
            </a:extLst>
          </p:cNvPr>
          <p:cNvSpPr txBox="1"/>
          <p:nvPr/>
        </p:nvSpPr>
        <p:spPr>
          <a:xfrm>
            <a:off x="521381" y="3465399"/>
            <a:ext cx="10680019" cy="2264338"/>
          </a:xfrm>
          <a:prstGeom prst="rect">
            <a:avLst/>
          </a:prstGeom>
          <a:noFill/>
        </p:spPr>
        <p:txBody>
          <a:bodyPr wrap="square" rtlCol="0">
            <a:spAutoFit/>
          </a:bodyPr>
          <a:lstStyle/>
          <a:p>
            <a:pPr algn="just">
              <a:lnSpc>
                <a:spcPct val="150000"/>
              </a:lnSpc>
            </a:pPr>
            <a:r>
              <a:rPr lang="vi-VN" sz="1600" dirty="0">
                <a:solidFill>
                  <a:srgbClr val="00477F"/>
                </a:solidFill>
                <a:latin typeface="Averta CY" panose="00000500000000000000" pitchFamily="50" charset="0"/>
              </a:rPr>
              <a:t>Hàm </a:t>
            </a:r>
            <a:r>
              <a:rPr lang="vi-VN" sz="1600" dirty="0">
                <a:solidFill>
                  <a:srgbClr val="00477F"/>
                </a:solidFill>
                <a:latin typeface="Averta CY Semibold" panose="00000700000000000000" pitchFamily="50" charset="0"/>
              </a:rPr>
              <a:t>pthread_mutex_unlock() </a:t>
            </a:r>
            <a:r>
              <a:rPr lang="vi-VN" sz="1600" dirty="0">
                <a:solidFill>
                  <a:srgbClr val="00477F"/>
                </a:solidFill>
                <a:latin typeface="Averta CY" panose="00000500000000000000" pitchFamily="50" charset="0"/>
              </a:rPr>
              <a:t>mở khóa mutex đã được khóa bởi luồng gọi.</a:t>
            </a:r>
          </a:p>
          <a:p>
            <a:pPr algn="just">
              <a:lnSpc>
                <a:spcPct val="150000"/>
              </a:lnSpc>
            </a:pPr>
            <a:r>
              <a:rPr lang="vi-VN" sz="1600" dirty="0">
                <a:solidFill>
                  <a:srgbClr val="00477F"/>
                </a:solidFill>
                <a:latin typeface="Averta CY" panose="00000500000000000000" pitchFamily="50" charset="0"/>
              </a:rPr>
              <a:t>Lỗi xảy ra nếu:</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Cố gắng mở khóa một mutex chưa bị khóa.</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Cố gắng mở khóa một mutex do luồng khác khóa (vì chỉ chủ sở hữu mutex mới có quyền mở khóa).</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Nếu nhiều luồng đang chờ để khóa mutex, không xác định luồng nào sẽ giành được quyền khóa mutex khi nó được mở khóa.</a:t>
            </a:r>
            <a:endParaRPr lang="en-US" sz="1600" dirty="0">
              <a:solidFill>
                <a:srgbClr val="00477F"/>
              </a:solidFill>
              <a:latin typeface="Averta CY" panose="00000500000000000000" pitchFamily="50" charset="0"/>
            </a:endParaRPr>
          </a:p>
        </p:txBody>
      </p:sp>
      <p:sp>
        <p:nvSpPr>
          <p:cNvPr id="7" name="Rectangle 6">
            <a:extLst>
              <a:ext uri="{FF2B5EF4-FFF2-40B4-BE49-F238E27FC236}">
                <a16:creationId xmlns:a16="http://schemas.microsoft.com/office/drawing/2014/main" id="{98BAE162-A197-46CE-801E-223C81F6FC80}"/>
              </a:ext>
            </a:extLst>
          </p:cNvPr>
          <p:cNvSpPr/>
          <p:nvPr/>
        </p:nvSpPr>
        <p:spPr>
          <a:xfrm>
            <a:off x="1990264" y="2418044"/>
            <a:ext cx="8211471" cy="97455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600" dirty="0">
                <a:solidFill>
                  <a:schemeClr val="bg1"/>
                </a:solidFill>
                <a:latin typeface="+mj-lt"/>
              </a:rPr>
              <a:t>#include &lt;</a:t>
            </a:r>
            <a:r>
              <a:rPr lang="en-US" sz="1600" dirty="0" err="1">
                <a:solidFill>
                  <a:schemeClr val="bg1"/>
                </a:solidFill>
                <a:latin typeface="+mj-lt"/>
              </a:rPr>
              <a:t>pthread.h</a:t>
            </a:r>
            <a:r>
              <a:rPr lang="en-US" sz="1600" dirty="0">
                <a:solidFill>
                  <a:schemeClr val="bg1"/>
                </a:solidFill>
                <a:latin typeface="+mj-lt"/>
              </a:rPr>
              <a:t>&gt;</a:t>
            </a:r>
            <a:endParaRPr lang="vi-VN" sz="1600" dirty="0">
              <a:solidFill>
                <a:schemeClr val="bg1"/>
              </a:solidFill>
              <a:latin typeface="+mj-lt"/>
            </a:endParaRPr>
          </a:p>
          <a:p>
            <a:pPr algn="just">
              <a:lnSpc>
                <a:spcPct val="150000"/>
              </a:lnSpc>
            </a:pPr>
            <a:r>
              <a:rPr lang="en-US" sz="1600" dirty="0">
                <a:solidFill>
                  <a:schemeClr val="bg1"/>
                </a:solidFill>
                <a:latin typeface="+mj-lt"/>
              </a:rPr>
              <a:t>int </a:t>
            </a:r>
            <a:r>
              <a:rPr lang="en-US" sz="1600" dirty="0" err="1">
                <a:solidFill>
                  <a:schemeClr val="bg1"/>
                </a:solidFill>
                <a:latin typeface="+mj-lt"/>
              </a:rPr>
              <a:t>pthread_mutex_unlock</a:t>
            </a:r>
            <a:r>
              <a:rPr lang="en-US" sz="1600" dirty="0">
                <a:solidFill>
                  <a:schemeClr val="bg1"/>
                </a:solidFill>
                <a:latin typeface="+mj-lt"/>
              </a:rPr>
              <a:t> (</a:t>
            </a:r>
            <a:r>
              <a:rPr lang="en-US" sz="1600" dirty="0" err="1">
                <a:solidFill>
                  <a:schemeClr val="bg1"/>
                </a:solidFill>
                <a:latin typeface="+mj-lt"/>
              </a:rPr>
              <a:t>pthread_mutex_t</a:t>
            </a:r>
            <a:r>
              <a:rPr lang="en-US" sz="1600" dirty="0">
                <a:solidFill>
                  <a:schemeClr val="bg1"/>
                </a:solidFill>
                <a:latin typeface="+mj-lt"/>
              </a:rPr>
              <a:t> *mutex);</a:t>
            </a:r>
            <a:r>
              <a:rPr lang="vi-VN" sz="1600" dirty="0">
                <a:solidFill>
                  <a:schemeClr val="bg1"/>
                </a:solidFill>
                <a:latin typeface="+mj-lt"/>
              </a:rPr>
              <a:t> //Mở khóa</a:t>
            </a:r>
            <a:endParaRPr lang="en-US" sz="1600" dirty="0">
              <a:solidFill>
                <a:schemeClr val="bg1"/>
              </a:solidFill>
              <a:latin typeface="+mj-lt"/>
            </a:endParaRPr>
          </a:p>
        </p:txBody>
      </p:sp>
    </p:spTree>
    <p:extLst>
      <p:ext uri="{BB962C8B-B14F-4D97-AF65-F5344CB8AC3E}">
        <p14:creationId xmlns:p14="http://schemas.microsoft.com/office/powerpoint/2010/main" val="607297172"/>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6977A-05F0-9EC6-E621-3DF25FD8A99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A17DCAE-FC9D-7284-6440-67664ADA48DC}"/>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E47121DD-EA50-E55B-D696-93FF1C08E9DD}"/>
              </a:ext>
            </a:extLst>
          </p:cNvPr>
          <p:cNvSpPr/>
          <p:nvPr/>
        </p:nvSpPr>
        <p:spPr>
          <a:xfrm>
            <a:off x="521381" y="1417726"/>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HỦY MUTEX</a:t>
            </a:r>
            <a:endParaRPr lang="en-US" dirty="0">
              <a:latin typeface="Averta CY Semibold" panose="00000700000000000000" pitchFamily="50" charset="0"/>
            </a:endParaRPr>
          </a:p>
        </p:txBody>
      </p:sp>
      <p:sp>
        <p:nvSpPr>
          <p:cNvPr id="3" name="TextBox 2">
            <a:extLst>
              <a:ext uri="{FF2B5EF4-FFF2-40B4-BE49-F238E27FC236}">
                <a16:creationId xmlns:a16="http://schemas.microsoft.com/office/drawing/2014/main" id="{DCE5F83B-C7E1-23CF-FCAE-D06AC7F51D1C}"/>
              </a:ext>
            </a:extLst>
          </p:cNvPr>
          <p:cNvSpPr txBox="1"/>
          <p:nvPr/>
        </p:nvSpPr>
        <p:spPr>
          <a:xfrm>
            <a:off x="521381" y="2236868"/>
            <a:ext cx="10932682" cy="3741665"/>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Khi một mutex được cấp phát tự động hoặc động không còn cần thiết, nó nên được hủy bằng </a:t>
            </a:r>
            <a:r>
              <a:rPr lang="vi-VN" sz="1600" dirty="0">
                <a:solidFill>
                  <a:srgbClr val="00477F"/>
                </a:solidFill>
                <a:latin typeface="Averta CY Semibold" panose="00000700000000000000" pitchFamily="50" charset="0"/>
              </a:rPr>
              <a:t>pthread_mutex_destroy().</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Không cần gọi </a:t>
            </a:r>
            <a:r>
              <a:rPr lang="vi-VN" sz="1600" dirty="0">
                <a:solidFill>
                  <a:srgbClr val="00477F"/>
                </a:solidFill>
                <a:latin typeface="Averta CY Semibold" panose="00000700000000000000" pitchFamily="50" charset="0"/>
              </a:rPr>
              <a:t>pthread_mutex_destroy() </a:t>
            </a:r>
            <a:r>
              <a:rPr lang="vi-VN" sz="1600" dirty="0">
                <a:solidFill>
                  <a:srgbClr val="00477F"/>
                </a:solidFill>
                <a:latin typeface="Averta CY" panose="00000500000000000000" pitchFamily="50" charset="0"/>
              </a:rPr>
              <a:t>cho mutex được khởi tạo tĩnh bằng PTHREAD_MUTEX_INITIALIZER.</a:t>
            </a:r>
          </a:p>
          <a:p>
            <a:pPr marL="285750" indent="-285750" algn="just">
              <a:lnSpc>
                <a:spcPct val="150000"/>
              </a:lnSpc>
              <a:buFont typeface="Arial" panose="020B0604020202020204" pitchFamily="34" charset="0"/>
              <a:buChar char="•"/>
            </a:pPr>
            <a:endParaRPr lang="vi-VN" sz="1600" dirty="0">
              <a:solidFill>
                <a:srgbClr val="00477F"/>
              </a:solidFill>
              <a:latin typeface="Averta CY" panose="00000500000000000000" pitchFamily="50" charset="0"/>
            </a:endParaRPr>
          </a:p>
          <a:p>
            <a:pPr marL="285750" indent="-285750" algn="just">
              <a:lnSpc>
                <a:spcPct val="150000"/>
              </a:lnSpc>
              <a:buFont typeface="Arial" panose="020B0604020202020204" pitchFamily="34" charset="0"/>
              <a:buChar char="•"/>
            </a:pPr>
            <a:endParaRPr lang="vi-VN" sz="1600" dirty="0">
              <a:solidFill>
                <a:srgbClr val="00477F"/>
              </a:solidFill>
              <a:latin typeface="Averta CY" panose="00000500000000000000" pitchFamily="50" charset="0"/>
            </a:endParaRPr>
          </a:p>
          <a:p>
            <a:pPr algn="just">
              <a:lnSpc>
                <a:spcPct val="150000"/>
              </a:lnSpc>
            </a:pPr>
            <a:endParaRPr lang="vi-VN" sz="1600" dirty="0">
              <a:solidFill>
                <a:srgbClr val="00477F"/>
              </a:solidFill>
              <a:latin typeface="Averta CY" panose="000005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Trả về 0 nếu thành công, hoặc một số lỗi dương nếu có lỗi.</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Mutex chỉ nên bị hủy khi nó đang mở khóa và không còn luồng nào sẽ cố gắng khóa nó.</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Nếu mutex nằm trong bộ nhớ được cấp phát động, nó phải bị hủy trước khi giải phóng bộ nhớ đó.</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Nếu mutex được cấp phát tự động, nó phải bị hủy trước khi hàm chứa nó kết thúc.</a:t>
            </a:r>
            <a:endParaRPr lang="en-US" sz="1600" dirty="0">
              <a:solidFill>
                <a:srgbClr val="00477F"/>
              </a:solidFill>
              <a:latin typeface="Averta CY" panose="00000500000000000000" pitchFamily="50" charset="0"/>
            </a:endParaRPr>
          </a:p>
        </p:txBody>
      </p:sp>
      <p:sp>
        <p:nvSpPr>
          <p:cNvPr id="7" name="Rectangle 6">
            <a:extLst>
              <a:ext uri="{FF2B5EF4-FFF2-40B4-BE49-F238E27FC236}">
                <a16:creationId xmlns:a16="http://schemas.microsoft.com/office/drawing/2014/main" id="{180F10BF-9B16-88F3-C235-7ECEF72FC434}"/>
              </a:ext>
            </a:extLst>
          </p:cNvPr>
          <p:cNvSpPr/>
          <p:nvPr/>
        </p:nvSpPr>
        <p:spPr>
          <a:xfrm>
            <a:off x="1990264" y="3435755"/>
            <a:ext cx="8211471" cy="97455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600" dirty="0">
                <a:solidFill>
                  <a:schemeClr val="bg1"/>
                </a:solidFill>
                <a:latin typeface="+mj-lt"/>
              </a:rPr>
              <a:t>#include &lt;</a:t>
            </a:r>
            <a:r>
              <a:rPr lang="en-US" sz="1600" dirty="0" err="1">
                <a:solidFill>
                  <a:schemeClr val="bg1"/>
                </a:solidFill>
                <a:latin typeface="+mj-lt"/>
              </a:rPr>
              <a:t>pthread.h</a:t>
            </a:r>
            <a:r>
              <a:rPr lang="en-US" sz="1600" dirty="0">
                <a:solidFill>
                  <a:schemeClr val="bg1"/>
                </a:solidFill>
                <a:latin typeface="+mj-lt"/>
              </a:rPr>
              <a:t>&gt;</a:t>
            </a:r>
            <a:endParaRPr lang="vi-VN" sz="1600" dirty="0">
              <a:solidFill>
                <a:schemeClr val="bg1"/>
              </a:solidFill>
              <a:latin typeface="+mj-lt"/>
            </a:endParaRPr>
          </a:p>
          <a:p>
            <a:pPr algn="just">
              <a:lnSpc>
                <a:spcPct val="150000"/>
              </a:lnSpc>
            </a:pPr>
            <a:r>
              <a:rPr lang="en-US" sz="1600" dirty="0">
                <a:solidFill>
                  <a:schemeClr val="bg1"/>
                </a:solidFill>
                <a:latin typeface="+mj-lt"/>
              </a:rPr>
              <a:t>int </a:t>
            </a:r>
            <a:r>
              <a:rPr lang="en-US" sz="1600" dirty="0" err="1">
                <a:solidFill>
                  <a:schemeClr val="bg1"/>
                </a:solidFill>
                <a:latin typeface="+mj-lt"/>
              </a:rPr>
              <a:t>pthread_mutex_destroy</a:t>
            </a:r>
            <a:r>
              <a:rPr lang="en-US" sz="1600" dirty="0">
                <a:solidFill>
                  <a:schemeClr val="bg1"/>
                </a:solidFill>
                <a:latin typeface="+mj-lt"/>
              </a:rPr>
              <a:t> (</a:t>
            </a:r>
            <a:r>
              <a:rPr lang="en-US" sz="1600" dirty="0" err="1">
                <a:solidFill>
                  <a:schemeClr val="bg1"/>
                </a:solidFill>
                <a:latin typeface="+mj-lt"/>
              </a:rPr>
              <a:t>pthread_mutex_t</a:t>
            </a:r>
            <a:r>
              <a:rPr lang="en-US" sz="1600" dirty="0">
                <a:solidFill>
                  <a:schemeClr val="bg1"/>
                </a:solidFill>
                <a:latin typeface="+mj-lt"/>
              </a:rPr>
              <a:t> *mutex);</a:t>
            </a:r>
          </a:p>
        </p:txBody>
      </p:sp>
    </p:spTree>
    <p:extLst>
      <p:ext uri="{BB962C8B-B14F-4D97-AF65-F5344CB8AC3E}">
        <p14:creationId xmlns:p14="http://schemas.microsoft.com/office/powerpoint/2010/main" val="1421131604"/>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0E986-8086-EF80-31EF-947988F0F83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AA2BBA8-B902-46E7-F6FF-878E04F9D941}"/>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7B437F38-CF35-74C1-FEE9-99FF1C9ABA43}"/>
              </a:ext>
            </a:extLst>
          </p:cNvPr>
          <p:cNvSpPr/>
          <p:nvPr/>
        </p:nvSpPr>
        <p:spPr>
          <a:xfrm>
            <a:off x="521381" y="1417726"/>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BIẾN ĐIỀU KIỆN</a:t>
            </a:r>
            <a:endParaRPr lang="en-US" dirty="0">
              <a:latin typeface="Averta CY Semibold" panose="00000700000000000000" pitchFamily="50" charset="0"/>
            </a:endParaRPr>
          </a:p>
        </p:txBody>
      </p:sp>
      <p:sp>
        <p:nvSpPr>
          <p:cNvPr id="3" name="TextBox 2">
            <a:extLst>
              <a:ext uri="{FF2B5EF4-FFF2-40B4-BE49-F238E27FC236}">
                <a16:creationId xmlns:a16="http://schemas.microsoft.com/office/drawing/2014/main" id="{6E6F477E-9989-7649-8741-90E25C183959}"/>
              </a:ext>
            </a:extLst>
          </p:cNvPr>
          <p:cNvSpPr txBox="1"/>
          <p:nvPr/>
        </p:nvSpPr>
        <p:spPr>
          <a:xfrm>
            <a:off x="521381" y="2513917"/>
            <a:ext cx="10932682" cy="2264338"/>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Mutex</a:t>
            </a:r>
            <a:r>
              <a:rPr lang="vi-VN" sz="1600" dirty="0">
                <a:solidFill>
                  <a:srgbClr val="00477F"/>
                </a:solidFill>
                <a:latin typeface="Averta CY" panose="00000500000000000000" pitchFamily="50" charset="0"/>
              </a:rPr>
              <a:t> chỉ đảm bảo một luồng duy nhất truy cập vào biến dùng chung tại một thời điểm.</a:t>
            </a:r>
          </a:p>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Biến điều kiện </a:t>
            </a:r>
            <a:r>
              <a:rPr lang="vi-VN" sz="1600" dirty="0">
                <a:solidFill>
                  <a:srgbClr val="00477F"/>
                </a:solidFill>
                <a:latin typeface="Averta CY" panose="00000500000000000000" pitchFamily="50" charset="0"/>
              </a:rPr>
              <a:t>giúp thông báo cho các luồng khác về sự thay đổi trạng thái của biến chia sẻ và cho phép các luồng đó chờ (block) tín hiệu thông báo.</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Mutex kết hợp với biến điều kiện:</a:t>
            </a:r>
          </a:p>
          <a:p>
            <a:pPr marL="742950" lvl="1"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Mutex bảo vệ truy cập vào biến dùng chung.</a:t>
            </a:r>
          </a:p>
          <a:p>
            <a:pPr marL="742950" lvl="1"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Biến điều kiện thông báo khi biến thay đổi trạng thái.</a:t>
            </a:r>
            <a:endParaRPr lang="en-US" sz="1600" dirty="0">
              <a:solidFill>
                <a:srgbClr val="00477F"/>
              </a:solidFill>
              <a:latin typeface="Averta CY" panose="00000500000000000000" pitchFamily="50" charset="0"/>
            </a:endParaRPr>
          </a:p>
        </p:txBody>
      </p:sp>
    </p:spTree>
    <p:extLst>
      <p:ext uri="{BB962C8B-B14F-4D97-AF65-F5344CB8AC3E}">
        <p14:creationId xmlns:p14="http://schemas.microsoft.com/office/powerpoint/2010/main" val="2852877726"/>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67F0B-CE19-B822-41D8-7B912D5050D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C6445BC-1010-3C85-5684-0E6939F39466}"/>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10" name="TextBox 9">
            <a:extLst>
              <a:ext uri="{FF2B5EF4-FFF2-40B4-BE49-F238E27FC236}">
                <a16:creationId xmlns:a16="http://schemas.microsoft.com/office/drawing/2014/main" id="{B854ED25-C958-2A30-DBD9-1FF34D74E795}"/>
              </a:ext>
            </a:extLst>
          </p:cNvPr>
          <p:cNvSpPr txBox="1"/>
          <p:nvPr/>
        </p:nvSpPr>
        <p:spPr>
          <a:xfrm>
            <a:off x="521379" y="2308911"/>
            <a:ext cx="11161283" cy="417678"/>
          </a:xfrm>
          <a:prstGeom prst="rect">
            <a:avLst/>
          </a:prstGeom>
          <a:noFill/>
        </p:spPr>
        <p:txBody>
          <a:bodyPr wrap="square" rtlCol="0">
            <a:spAutoFit/>
          </a:bodyPr>
          <a:lstStyle/>
          <a:p>
            <a:pPr algn="just">
              <a:lnSpc>
                <a:spcPct val="150000"/>
              </a:lnSpc>
            </a:pPr>
            <a:r>
              <a:rPr lang="vi-VN" sz="1600" dirty="0">
                <a:solidFill>
                  <a:srgbClr val="00477F"/>
                </a:solidFill>
                <a:latin typeface="Averta CY Semibold" panose="00000700000000000000" pitchFamily="50" charset="0"/>
              </a:rPr>
              <a:t>Biến điều kiện có kiểu pthread_cond_t và phải được khởi tạo trước khi sử dụng.</a:t>
            </a:r>
            <a:endParaRPr lang="en-US" sz="1600" dirty="0">
              <a:solidFill>
                <a:srgbClr val="00477F"/>
              </a:solidFill>
              <a:latin typeface="Averta CY" panose="00000500000000000000" pitchFamily="50" charset="0"/>
            </a:endParaRPr>
          </a:p>
        </p:txBody>
      </p:sp>
      <p:sp>
        <p:nvSpPr>
          <p:cNvPr id="2" name="Rectangle: Rounded Corners 1">
            <a:extLst>
              <a:ext uri="{FF2B5EF4-FFF2-40B4-BE49-F238E27FC236}">
                <a16:creationId xmlns:a16="http://schemas.microsoft.com/office/drawing/2014/main" id="{75CE4FB7-561F-A582-2310-28E351849F4E}"/>
              </a:ext>
            </a:extLst>
          </p:cNvPr>
          <p:cNvSpPr/>
          <p:nvPr/>
        </p:nvSpPr>
        <p:spPr>
          <a:xfrm>
            <a:off x="521381" y="1417726"/>
            <a:ext cx="3605451"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CẤP </a:t>
            </a:r>
            <a:r>
              <a:rPr lang="vi-VN">
                <a:latin typeface="Averta CY Semibold" panose="00000700000000000000" pitchFamily="50" charset="0"/>
              </a:rPr>
              <a:t>PHÁT BIẾN ĐIỀU KIỆN</a:t>
            </a:r>
            <a:endParaRPr lang="en-US" dirty="0">
              <a:latin typeface="Averta CY Semibold" panose="00000700000000000000" pitchFamily="50" charset="0"/>
            </a:endParaRPr>
          </a:p>
        </p:txBody>
      </p:sp>
      <p:sp>
        <p:nvSpPr>
          <p:cNvPr id="3" name="TextBox 2">
            <a:extLst>
              <a:ext uri="{FF2B5EF4-FFF2-40B4-BE49-F238E27FC236}">
                <a16:creationId xmlns:a16="http://schemas.microsoft.com/office/drawing/2014/main" id="{208F3EEF-395E-8D22-E5FD-02231011C835}"/>
              </a:ext>
            </a:extLst>
          </p:cNvPr>
          <p:cNvSpPr txBox="1"/>
          <p:nvPr/>
        </p:nvSpPr>
        <p:spPr>
          <a:xfrm>
            <a:off x="521379" y="2850829"/>
            <a:ext cx="11161283" cy="1156342"/>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vi-VN" sz="1600" dirty="0">
                <a:solidFill>
                  <a:srgbClr val="00477F"/>
                </a:solidFill>
                <a:latin typeface="Averta CY Semibold" panose="00000700000000000000" pitchFamily="50" charset="0"/>
              </a:rPr>
              <a:t>Cấp phát tĩnh</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Biến điều kiện tĩnh được khai báo như một biến toàn cục hoặc tĩnh và khởi tạo trong thời gian biên dịch.</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Dùng macro PTHREAD_COND_INITIALIZER để khởi tạo:</a:t>
            </a:r>
            <a:endParaRPr lang="en-US" sz="1600" dirty="0">
              <a:solidFill>
                <a:srgbClr val="00477F"/>
              </a:solidFill>
              <a:latin typeface="Averta CY" panose="00000500000000000000" pitchFamily="50" charset="0"/>
            </a:endParaRPr>
          </a:p>
        </p:txBody>
      </p:sp>
      <p:sp>
        <p:nvSpPr>
          <p:cNvPr id="7" name="Rectangle 6">
            <a:extLst>
              <a:ext uri="{FF2B5EF4-FFF2-40B4-BE49-F238E27FC236}">
                <a16:creationId xmlns:a16="http://schemas.microsoft.com/office/drawing/2014/main" id="{0D665FC9-AC71-EBCB-BD48-8FAE0A059D00}"/>
              </a:ext>
            </a:extLst>
          </p:cNvPr>
          <p:cNvSpPr/>
          <p:nvPr/>
        </p:nvSpPr>
        <p:spPr>
          <a:xfrm>
            <a:off x="2989929" y="4131411"/>
            <a:ext cx="6212141" cy="657157"/>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600" dirty="0" err="1">
                <a:solidFill>
                  <a:schemeClr val="bg1"/>
                </a:solidFill>
                <a:latin typeface="+mj-lt"/>
              </a:rPr>
              <a:t>pthread_cond_t</a:t>
            </a:r>
            <a:r>
              <a:rPr lang="en-US" sz="1600" dirty="0">
                <a:solidFill>
                  <a:schemeClr val="bg1"/>
                </a:solidFill>
                <a:latin typeface="+mj-lt"/>
              </a:rPr>
              <a:t> </a:t>
            </a:r>
            <a:r>
              <a:rPr lang="en-US" sz="1600" dirty="0" err="1">
                <a:solidFill>
                  <a:schemeClr val="bg1"/>
                </a:solidFill>
                <a:latin typeface="+mj-lt"/>
              </a:rPr>
              <a:t>cond</a:t>
            </a:r>
            <a:r>
              <a:rPr lang="en-US" sz="1600" dirty="0">
                <a:solidFill>
                  <a:schemeClr val="bg1"/>
                </a:solidFill>
                <a:latin typeface="+mj-lt"/>
              </a:rPr>
              <a:t> = PTHREAD_COND_INITIALIZER;; </a:t>
            </a:r>
          </a:p>
        </p:txBody>
      </p:sp>
    </p:spTree>
    <p:extLst>
      <p:ext uri="{BB962C8B-B14F-4D97-AF65-F5344CB8AC3E}">
        <p14:creationId xmlns:p14="http://schemas.microsoft.com/office/powerpoint/2010/main" val="3283453739"/>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FA626-1FEC-B054-438E-82E305FE985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6826F30-4107-1799-4AAF-DD4A4C264BC3}"/>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10" name="TextBox 9">
            <a:extLst>
              <a:ext uri="{FF2B5EF4-FFF2-40B4-BE49-F238E27FC236}">
                <a16:creationId xmlns:a16="http://schemas.microsoft.com/office/drawing/2014/main" id="{DE287001-E243-8B8E-B949-98DA4B00E602}"/>
              </a:ext>
            </a:extLst>
          </p:cNvPr>
          <p:cNvSpPr txBox="1"/>
          <p:nvPr/>
        </p:nvSpPr>
        <p:spPr>
          <a:xfrm>
            <a:off x="521379" y="2308911"/>
            <a:ext cx="11161283" cy="417678"/>
          </a:xfrm>
          <a:prstGeom prst="rect">
            <a:avLst/>
          </a:prstGeom>
          <a:noFill/>
        </p:spPr>
        <p:txBody>
          <a:bodyPr wrap="square" rtlCol="0">
            <a:spAutoFit/>
          </a:bodyPr>
          <a:lstStyle/>
          <a:p>
            <a:pPr algn="just">
              <a:lnSpc>
                <a:spcPct val="150000"/>
              </a:lnSpc>
            </a:pPr>
            <a:r>
              <a:rPr lang="vi-VN" sz="1600" dirty="0">
                <a:solidFill>
                  <a:srgbClr val="00477F"/>
                </a:solidFill>
                <a:latin typeface="Averta CY Semibold" panose="00000700000000000000" pitchFamily="50" charset="0"/>
              </a:rPr>
              <a:t>Biến điều kiện có kiểu pthread_cond_t và phải được khởi tạo trước khi sử dụng.</a:t>
            </a:r>
            <a:endParaRPr lang="en-US" sz="1600" dirty="0">
              <a:solidFill>
                <a:srgbClr val="00477F"/>
              </a:solidFill>
              <a:latin typeface="Averta CY" panose="00000500000000000000" pitchFamily="50" charset="0"/>
            </a:endParaRPr>
          </a:p>
        </p:txBody>
      </p:sp>
      <p:sp>
        <p:nvSpPr>
          <p:cNvPr id="2" name="Rectangle: Rounded Corners 1">
            <a:extLst>
              <a:ext uri="{FF2B5EF4-FFF2-40B4-BE49-F238E27FC236}">
                <a16:creationId xmlns:a16="http://schemas.microsoft.com/office/drawing/2014/main" id="{4D6C99F1-7D43-F2C6-BB57-9CDCC48D6497}"/>
              </a:ext>
            </a:extLst>
          </p:cNvPr>
          <p:cNvSpPr/>
          <p:nvPr/>
        </p:nvSpPr>
        <p:spPr>
          <a:xfrm>
            <a:off x="521381" y="1417726"/>
            <a:ext cx="3605451"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CẤP </a:t>
            </a:r>
            <a:r>
              <a:rPr lang="vi-VN">
                <a:latin typeface="Averta CY Semibold" panose="00000700000000000000" pitchFamily="50" charset="0"/>
              </a:rPr>
              <a:t>PHÁT BIẾN ĐIỀU KIỆN</a:t>
            </a:r>
            <a:endParaRPr lang="en-US" dirty="0">
              <a:latin typeface="Averta CY Semibold" panose="00000700000000000000" pitchFamily="50" charset="0"/>
            </a:endParaRPr>
          </a:p>
        </p:txBody>
      </p:sp>
      <p:sp>
        <p:nvSpPr>
          <p:cNvPr id="3" name="TextBox 2">
            <a:extLst>
              <a:ext uri="{FF2B5EF4-FFF2-40B4-BE49-F238E27FC236}">
                <a16:creationId xmlns:a16="http://schemas.microsoft.com/office/drawing/2014/main" id="{FD77BE6B-FFEA-8D19-9363-1058709FDE8F}"/>
              </a:ext>
            </a:extLst>
          </p:cNvPr>
          <p:cNvSpPr txBox="1"/>
          <p:nvPr/>
        </p:nvSpPr>
        <p:spPr>
          <a:xfrm>
            <a:off x="521379" y="2850829"/>
            <a:ext cx="11161283" cy="3003002"/>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vi-VN" sz="1600" dirty="0">
                <a:solidFill>
                  <a:srgbClr val="00477F"/>
                </a:solidFill>
                <a:latin typeface="Averta CY Semibold" panose="00000700000000000000" pitchFamily="50" charset="0"/>
              </a:rPr>
              <a:t>Cấp phát động</a:t>
            </a:r>
            <a:endParaRPr lang="vi-VN" sz="1600" dirty="0">
              <a:solidFill>
                <a:srgbClr val="00477F"/>
              </a:solidFill>
              <a:latin typeface="Averta CY" panose="000005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Biến điều kiện được cấp phát trong thời gian chạy bằng malloc() và khởi tạo bằng pthread_cond_init().</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pthread_cond_init() cũng được dùng để khởi tạo biến điều kiện động hoặc có thuộc tính tùy chỉnh.</a:t>
            </a:r>
          </a:p>
          <a:p>
            <a:pPr marL="285750" indent="-285750" algn="just">
              <a:lnSpc>
                <a:spcPct val="150000"/>
              </a:lnSpc>
              <a:buFont typeface="Arial" panose="020B0604020202020204" pitchFamily="34" charset="0"/>
              <a:buChar char="•"/>
            </a:pPr>
            <a:endParaRPr lang="vi-VN" sz="1600" dirty="0">
              <a:solidFill>
                <a:srgbClr val="00477F"/>
              </a:solidFill>
              <a:latin typeface="Averta CY" panose="00000500000000000000" pitchFamily="50" charset="0"/>
            </a:endParaRPr>
          </a:p>
          <a:p>
            <a:pPr marL="285750" indent="-285750" algn="just">
              <a:lnSpc>
                <a:spcPct val="150000"/>
              </a:lnSpc>
              <a:buFont typeface="Arial" panose="020B0604020202020204" pitchFamily="34" charset="0"/>
              <a:buChar char="•"/>
            </a:pPr>
            <a:endParaRPr lang="vi-VN" sz="1600" dirty="0">
              <a:solidFill>
                <a:srgbClr val="00477F"/>
              </a:solidFill>
              <a:latin typeface="Averta CY" panose="00000500000000000000" pitchFamily="50" charset="0"/>
            </a:endParaRPr>
          </a:p>
          <a:p>
            <a:pPr marL="285750" indent="-285750" algn="just">
              <a:lnSpc>
                <a:spcPct val="150000"/>
              </a:lnSpc>
              <a:buFont typeface="Arial" panose="020B0604020202020204" pitchFamily="34" charset="0"/>
              <a:buChar char="•"/>
            </a:pPr>
            <a:endParaRPr lang="vi-VN" sz="1600" dirty="0">
              <a:solidFill>
                <a:srgbClr val="00477F"/>
              </a:solidFill>
              <a:latin typeface="Averta CY" panose="000005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Trả về 0 nếu thành công, hoặc một số lỗi dương nếu có lỗi.</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Tham số attr xác định thuộc tính của biến điều kiện. Nếu NULL, biến được gán các thuộc tính mặc định.</a:t>
            </a:r>
            <a:endParaRPr lang="en-US" sz="1600" dirty="0">
              <a:solidFill>
                <a:srgbClr val="00477F"/>
              </a:solidFill>
              <a:latin typeface="Averta CY" panose="00000500000000000000" pitchFamily="50" charset="0"/>
            </a:endParaRPr>
          </a:p>
        </p:txBody>
      </p:sp>
      <p:sp>
        <p:nvSpPr>
          <p:cNvPr id="7" name="Rectangle 6">
            <a:extLst>
              <a:ext uri="{FF2B5EF4-FFF2-40B4-BE49-F238E27FC236}">
                <a16:creationId xmlns:a16="http://schemas.microsoft.com/office/drawing/2014/main" id="{0A397620-C89C-294C-AA24-8FEE5EFB8EA9}"/>
              </a:ext>
            </a:extLst>
          </p:cNvPr>
          <p:cNvSpPr/>
          <p:nvPr/>
        </p:nvSpPr>
        <p:spPr>
          <a:xfrm>
            <a:off x="2206833" y="4083284"/>
            <a:ext cx="7778334" cy="98201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600" dirty="0">
                <a:solidFill>
                  <a:schemeClr val="bg1"/>
                </a:solidFill>
                <a:latin typeface="+mj-lt"/>
              </a:rPr>
              <a:t>#include &lt;</a:t>
            </a:r>
            <a:r>
              <a:rPr lang="en-US" sz="1600" dirty="0" err="1">
                <a:solidFill>
                  <a:schemeClr val="bg1"/>
                </a:solidFill>
                <a:latin typeface="+mj-lt"/>
              </a:rPr>
              <a:t>pthread.h</a:t>
            </a:r>
            <a:r>
              <a:rPr lang="en-US" sz="1600" dirty="0">
                <a:solidFill>
                  <a:schemeClr val="bg1"/>
                </a:solidFill>
                <a:latin typeface="+mj-lt"/>
              </a:rPr>
              <a:t>&gt;</a:t>
            </a:r>
            <a:endParaRPr lang="vi-VN" sz="1600" dirty="0">
              <a:solidFill>
                <a:schemeClr val="bg1"/>
              </a:solidFill>
              <a:latin typeface="+mj-lt"/>
            </a:endParaRPr>
          </a:p>
          <a:p>
            <a:pPr algn="just">
              <a:lnSpc>
                <a:spcPct val="150000"/>
              </a:lnSpc>
            </a:pPr>
            <a:r>
              <a:rPr lang="en-US" sz="1600" dirty="0">
                <a:solidFill>
                  <a:schemeClr val="bg1"/>
                </a:solidFill>
                <a:latin typeface="+mj-lt"/>
              </a:rPr>
              <a:t>int </a:t>
            </a:r>
            <a:r>
              <a:rPr lang="en-US" sz="1600" dirty="0" err="1">
                <a:solidFill>
                  <a:schemeClr val="bg1"/>
                </a:solidFill>
                <a:latin typeface="+mj-lt"/>
              </a:rPr>
              <a:t>pthread_cond_init</a:t>
            </a:r>
            <a:r>
              <a:rPr lang="en-US" sz="1600" dirty="0">
                <a:solidFill>
                  <a:schemeClr val="bg1"/>
                </a:solidFill>
                <a:latin typeface="+mj-lt"/>
              </a:rPr>
              <a:t>(</a:t>
            </a:r>
            <a:r>
              <a:rPr lang="en-US" sz="1600" dirty="0" err="1">
                <a:solidFill>
                  <a:schemeClr val="bg1"/>
                </a:solidFill>
                <a:latin typeface="+mj-lt"/>
              </a:rPr>
              <a:t>pthread_cond_t</a:t>
            </a:r>
            <a:r>
              <a:rPr lang="en-US" sz="1600" dirty="0">
                <a:solidFill>
                  <a:schemeClr val="bg1"/>
                </a:solidFill>
                <a:latin typeface="+mj-lt"/>
              </a:rPr>
              <a:t> *</a:t>
            </a:r>
            <a:r>
              <a:rPr lang="en-US" sz="1600" dirty="0" err="1">
                <a:solidFill>
                  <a:schemeClr val="bg1"/>
                </a:solidFill>
                <a:latin typeface="+mj-lt"/>
              </a:rPr>
              <a:t>cond</a:t>
            </a:r>
            <a:r>
              <a:rPr lang="en-US" sz="1600" dirty="0">
                <a:solidFill>
                  <a:schemeClr val="bg1"/>
                </a:solidFill>
                <a:latin typeface="+mj-lt"/>
              </a:rPr>
              <a:t>, const </a:t>
            </a:r>
            <a:r>
              <a:rPr lang="en-US" sz="1600" dirty="0" err="1">
                <a:solidFill>
                  <a:schemeClr val="bg1"/>
                </a:solidFill>
                <a:latin typeface="+mj-lt"/>
              </a:rPr>
              <a:t>pthread_condattr_t</a:t>
            </a:r>
            <a:r>
              <a:rPr lang="en-US" sz="1600" dirty="0">
                <a:solidFill>
                  <a:schemeClr val="bg1"/>
                </a:solidFill>
                <a:latin typeface="+mj-lt"/>
              </a:rPr>
              <a:t> *</a:t>
            </a:r>
            <a:r>
              <a:rPr lang="en-US" sz="1600" dirty="0" err="1">
                <a:solidFill>
                  <a:schemeClr val="bg1"/>
                </a:solidFill>
                <a:latin typeface="+mj-lt"/>
              </a:rPr>
              <a:t>attr</a:t>
            </a:r>
            <a:r>
              <a:rPr lang="en-US" sz="1600" dirty="0">
                <a:solidFill>
                  <a:schemeClr val="bg1"/>
                </a:solidFill>
                <a:latin typeface="+mj-lt"/>
              </a:rPr>
              <a:t>);</a:t>
            </a:r>
          </a:p>
        </p:txBody>
      </p:sp>
    </p:spTree>
    <p:extLst>
      <p:ext uri="{BB962C8B-B14F-4D97-AF65-F5344CB8AC3E}">
        <p14:creationId xmlns:p14="http://schemas.microsoft.com/office/powerpoint/2010/main" val="4221112515"/>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5AB49-D886-4924-CE2B-CEEF009F10E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85CB100-AEBD-CEF9-A620-F81CFCEE2990}"/>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10" name="TextBox 9">
            <a:extLst>
              <a:ext uri="{FF2B5EF4-FFF2-40B4-BE49-F238E27FC236}">
                <a16:creationId xmlns:a16="http://schemas.microsoft.com/office/drawing/2014/main" id="{3A33F6CE-464B-01B2-EBA2-CC4B8688AEEB}"/>
              </a:ext>
            </a:extLst>
          </p:cNvPr>
          <p:cNvSpPr txBox="1"/>
          <p:nvPr/>
        </p:nvSpPr>
        <p:spPr>
          <a:xfrm>
            <a:off x="521379" y="2308911"/>
            <a:ext cx="11161283" cy="787010"/>
          </a:xfrm>
          <a:prstGeom prst="rect">
            <a:avLst/>
          </a:prstGeom>
          <a:noFill/>
        </p:spPr>
        <p:txBody>
          <a:bodyPr wrap="square" rtlCol="0">
            <a:spAutoFit/>
          </a:bodyPr>
          <a:lstStyle/>
          <a:p>
            <a:pPr algn="just">
              <a:lnSpc>
                <a:spcPct val="150000"/>
              </a:lnSpc>
            </a:pPr>
            <a:r>
              <a:rPr lang="vi-VN" sz="1600" dirty="0">
                <a:solidFill>
                  <a:srgbClr val="00477F"/>
                </a:solidFill>
                <a:latin typeface="Averta CY Semibold" panose="00000700000000000000" pitchFamily="50" charset="0"/>
              </a:rPr>
              <a:t>Thông báo (Signal): </a:t>
            </a:r>
            <a:r>
              <a:rPr lang="vi-VN" sz="1600" dirty="0">
                <a:solidFill>
                  <a:srgbClr val="00477F"/>
                </a:solidFill>
                <a:latin typeface="Averta CY" panose="00000500000000000000" pitchFamily="50" charset="0"/>
              </a:rPr>
              <a:t>Gửi tín hiệu đến các luồng đang chờ biến điều kiện.</a:t>
            </a:r>
          </a:p>
          <a:p>
            <a:pPr algn="just">
              <a:lnSpc>
                <a:spcPct val="150000"/>
              </a:lnSpc>
            </a:pPr>
            <a:r>
              <a:rPr lang="vi-VN" sz="1600" dirty="0">
                <a:solidFill>
                  <a:srgbClr val="00477F"/>
                </a:solidFill>
                <a:latin typeface="Averta CY Semibold" panose="00000700000000000000" pitchFamily="50" charset="0"/>
              </a:rPr>
              <a:t>Chờ (Wait): </a:t>
            </a:r>
            <a:r>
              <a:rPr lang="vi-VN" sz="1600" dirty="0">
                <a:solidFill>
                  <a:srgbClr val="00477F"/>
                </a:solidFill>
                <a:latin typeface="Averta CY" panose="00000500000000000000" pitchFamily="50" charset="0"/>
              </a:rPr>
              <a:t>Luồng sẽ dừng lại cho đến khi nhận được tín hiệu từ biến điều kiện.</a:t>
            </a:r>
            <a:endParaRPr lang="en-US" sz="1600" dirty="0">
              <a:solidFill>
                <a:srgbClr val="00477F"/>
              </a:solidFill>
              <a:latin typeface="Averta CY" panose="00000500000000000000" pitchFamily="50" charset="0"/>
            </a:endParaRPr>
          </a:p>
        </p:txBody>
      </p:sp>
      <p:sp>
        <p:nvSpPr>
          <p:cNvPr id="2" name="Rectangle: Rounded Corners 1">
            <a:extLst>
              <a:ext uri="{FF2B5EF4-FFF2-40B4-BE49-F238E27FC236}">
                <a16:creationId xmlns:a16="http://schemas.microsoft.com/office/drawing/2014/main" id="{240B0A53-3D05-A5B1-72B4-DD01F5E64C54}"/>
              </a:ext>
            </a:extLst>
          </p:cNvPr>
          <p:cNvSpPr/>
          <p:nvPr/>
        </p:nvSpPr>
        <p:spPr>
          <a:xfrm>
            <a:off x="521381" y="1417726"/>
            <a:ext cx="4459693"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THÔNG BÁO/CHỜ BIẾN ĐIỀU KIỆN</a:t>
            </a:r>
            <a:endParaRPr lang="en-US" dirty="0">
              <a:latin typeface="Averta CY Semibold" panose="00000700000000000000" pitchFamily="50" charset="0"/>
            </a:endParaRPr>
          </a:p>
        </p:txBody>
      </p:sp>
      <p:sp>
        <p:nvSpPr>
          <p:cNvPr id="3" name="TextBox 2">
            <a:extLst>
              <a:ext uri="{FF2B5EF4-FFF2-40B4-BE49-F238E27FC236}">
                <a16:creationId xmlns:a16="http://schemas.microsoft.com/office/drawing/2014/main" id="{0CBA5582-4506-112E-0A4E-2956709A7D71}"/>
              </a:ext>
            </a:extLst>
          </p:cNvPr>
          <p:cNvSpPr txBox="1"/>
          <p:nvPr/>
        </p:nvSpPr>
        <p:spPr>
          <a:xfrm>
            <a:off x="515358" y="3131935"/>
            <a:ext cx="11161283" cy="2633670"/>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vi-VN" sz="1600" dirty="0">
                <a:solidFill>
                  <a:srgbClr val="00477F"/>
                </a:solidFill>
                <a:latin typeface="Averta CY Semibold" panose="00000700000000000000" pitchFamily="50" charset="0"/>
              </a:rPr>
              <a:t>Thông báo:</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Khi một luồng thay đổi trạng thái của biến chia sẻ, nó có thể thông báo đến các luồng khác bằng cách gọi:</a:t>
            </a:r>
          </a:p>
          <a:p>
            <a:pPr marL="285750" indent="-285750" algn="just">
              <a:lnSpc>
                <a:spcPct val="150000"/>
              </a:lnSpc>
              <a:buFont typeface="Arial" panose="020B0604020202020204" pitchFamily="34" charset="0"/>
              <a:buChar char="•"/>
            </a:pPr>
            <a:endParaRPr lang="vi-VN" sz="1600" dirty="0">
              <a:solidFill>
                <a:srgbClr val="00477F"/>
              </a:solidFill>
              <a:latin typeface="Averta CY" panose="00000500000000000000" pitchFamily="50" charset="0"/>
            </a:endParaRPr>
          </a:p>
          <a:p>
            <a:pPr marL="285750" indent="-285750" algn="just">
              <a:lnSpc>
                <a:spcPct val="150000"/>
              </a:lnSpc>
              <a:buFont typeface="Arial" panose="020B0604020202020204" pitchFamily="34" charset="0"/>
              <a:buChar char="•"/>
            </a:pPr>
            <a:endParaRPr lang="vi-VN" sz="1600" dirty="0">
              <a:solidFill>
                <a:srgbClr val="00477F"/>
              </a:solidFill>
              <a:latin typeface="Averta CY" panose="00000500000000000000" pitchFamily="50" charset="0"/>
            </a:endParaRPr>
          </a:p>
          <a:p>
            <a:pPr algn="just">
              <a:lnSpc>
                <a:spcPct val="150000"/>
              </a:lnSpc>
            </a:pPr>
            <a:endParaRPr lang="vi-VN" sz="1600" dirty="0">
              <a:solidFill>
                <a:srgbClr val="00477F"/>
              </a:solidFill>
              <a:latin typeface="Averta CY" panose="00000500000000000000" pitchFamily="50" charset="0"/>
            </a:endParaRPr>
          </a:p>
          <a:p>
            <a:pPr marL="285750" indent="-285750" algn="just">
              <a:lnSpc>
                <a:spcPct val="150000"/>
              </a:lnSpc>
              <a:buFont typeface="Arial" panose="020B0604020202020204" pitchFamily="34" charset="0"/>
              <a:buChar char="•"/>
            </a:pPr>
            <a:r>
              <a:rPr lang="en-US" sz="1600" dirty="0" err="1">
                <a:solidFill>
                  <a:srgbClr val="00477F"/>
                </a:solidFill>
                <a:latin typeface="Averta CY Semibold" panose="00000700000000000000" pitchFamily="50" charset="0"/>
              </a:rPr>
              <a:t>pthread_cond_signal</a:t>
            </a:r>
            <a:r>
              <a:rPr lang="en-US" sz="1600" dirty="0">
                <a:solidFill>
                  <a:srgbClr val="00477F"/>
                </a:solidFill>
                <a:latin typeface="Averta CY Semibold" panose="00000700000000000000" pitchFamily="50" charset="0"/>
              </a:rPr>
              <a:t>(): </a:t>
            </a:r>
            <a:r>
              <a:rPr lang="en-US" sz="1600" dirty="0" err="1">
                <a:solidFill>
                  <a:srgbClr val="00477F"/>
                </a:solidFill>
                <a:latin typeface="Averta CY" panose="00000500000000000000" pitchFamily="50" charset="0"/>
              </a:rPr>
              <a:t>Đánh</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thức</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ít</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nhất</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một</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luồng</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đang</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chờ</a:t>
            </a:r>
            <a:r>
              <a:rPr lang="en-US" sz="1600" dirty="0">
                <a:solidFill>
                  <a:srgbClr val="00477F"/>
                </a:solidFill>
                <a:latin typeface="Averta CY" panose="00000500000000000000" pitchFamily="50" charset="0"/>
              </a:rPr>
              <a:t>.</a:t>
            </a:r>
            <a:endParaRPr lang="vi-VN" sz="1600" dirty="0">
              <a:solidFill>
                <a:srgbClr val="00477F"/>
              </a:solidFill>
              <a:latin typeface="Averta CY" panose="00000500000000000000" pitchFamily="50" charset="0"/>
            </a:endParaRPr>
          </a:p>
          <a:p>
            <a:pPr marL="285750" indent="-285750" algn="just">
              <a:lnSpc>
                <a:spcPct val="150000"/>
              </a:lnSpc>
              <a:buFont typeface="Arial" panose="020B0604020202020204" pitchFamily="34" charset="0"/>
              <a:buChar char="•"/>
            </a:pPr>
            <a:r>
              <a:rPr lang="en-US" sz="1600" dirty="0" err="1">
                <a:solidFill>
                  <a:srgbClr val="00477F"/>
                </a:solidFill>
                <a:latin typeface="Averta CY Semibold" panose="00000700000000000000" pitchFamily="50" charset="0"/>
              </a:rPr>
              <a:t>pthread_cond_broadcast</a:t>
            </a:r>
            <a:r>
              <a:rPr lang="en-US" sz="1600" dirty="0">
                <a:solidFill>
                  <a:srgbClr val="00477F"/>
                </a:solidFill>
                <a:latin typeface="Averta CY Semibold" panose="00000700000000000000" pitchFamily="50" charset="0"/>
              </a:rPr>
              <a:t>(): </a:t>
            </a:r>
            <a:r>
              <a:rPr lang="en-US" sz="1600" dirty="0" err="1">
                <a:solidFill>
                  <a:srgbClr val="00477F"/>
                </a:solidFill>
                <a:latin typeface="Averta CY" panose="00000500000000000000" pitchFamily="50" charset="0"/>
              </a:rPr>
              <a:t>Đánh</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thức</a:t>
            </a:r>
            <a:r>
              <a:rPr lang="en-US" sz="1600" dirty="0">
                <a:solidFill>
                  <a:srgbClr val="00477F"/>
                </a:solidFill>
                <a:latin typeface="Averta CY" panose="00000500000000000000" pitchFamily="50" charset="0"/>
              </a:rPr>
              <a:t> tất cả </a:t>
            </a:r>
            <a:r>
              <a:rPr lang="en-US" sz="1600" dirty="0" err="1">
                <a:solidFill>
                  <a:srgbClr val="00477F"/>
                </a:solidFill>
                <a:latin typeface="Averta CY" panose="00000500000000000000" pitchFamily="50" charset="0"/>
              </a:rPr>
              <a:t>các</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luồng</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đang</a:t>
            </a:r>
            <a:r>
              <a:rPr lang="en-US" sz="1600" dirty="0">
                <a:solidFill>
                  <a:srgbClr val="00477F"/>
                </a:solidFill>
                <a:latin typeface="Averta CY" panose="00000500000000000000" pitchFamily="50" charset="0"/>
              </a:rPr>
              <a:t> </a:t>
            </a:r>
            <a:r>
              <a:rPr lang="en-US" sz="1600" dirty="0" err="1">
                <a:solidFill>
                  <a:srgbClr val="00477F"/>
                </a:solidFill>
                <a:latin typeface="Averta CY" panose="00000500000000000000" pitchFamily="50" charset="0"/>
              </a:rPr>
              <a:t>chờ</a:t>
            </a:r>
            <a:r>
              <a:rPr lang="en-US" sz="1600" dirty="0">
                <a:solidFill>
                  <a:srgbClr val="00477F"/>
                </a:solidFill>
                <a:latin typeface="Averta CY" panose="00000500000000000000" pitchFamily="50" charset="0"/>
              </a:rPr>
              <a:t>.</a:t>
            </a:r>
          </a:p>
        </p:txBody>
      </p:sp>
      <p:sp>
        <p:nvSpPr>
          <p:cNvPr id="7" name="Rectangle 6">
            <a:extLst>
              <a:ext uri="{FF2B5EF4-FFF2-40B4-BE49-F238E27FC236}">
                <a16:creationId xmlns:a16="http://schemas.microsoft.com/office/drawing/2014/main" id="{DB899850-36A0-CC87-B7DB-2B44AA2EA177}"/>
              </a:ext>
            </a:extLst>
          </p:cNvPr>
          <p:cNvSpPr/>
          <p:nvPr/>
        </p:nvSpPr>
        <p:spPr>
          <a:xfrm>
            <a:off x="2206832" y="3957765"/>
            <a:ext cx="7778334" cy="98201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600" dirty="0">
                <a:solidFill>
                  <a:schemeClr val="bg1"/>
                </a:solidFill>
                <a:latin typeface="+mj-lt"/>
              </a:rPr>
              <a:t>int </a:t>
            </a:r>
            <a:r>
              <a:rPr lang="en-US" sz="1600" dirty="0" err="1">
                <a:solidFill>
                  <a:schemeClr val="bg1"/>
                </a:solidFill>
                <a:latin typeface="+mj-lt"/>
              </a:rPr>
              <a:t>pthread_cond_signal</a:t>
            </a:r>
            <a:r>
              <a:rPr lang="en-US" sz="1600" dirty="0">
                <a:solidFill>
                  <a:schemeClr val="bg1"/>
                </a:solidFill>
                <a:latin typeface="+mj-lt"/>
              </a:rPr>
              <a:t> (</a:t>
            </a:r>
            <a:r>
              <a:rPr lang="en-US" sz="1600" dirty="0" err="1">
                <a:solidFill>
                  <a:schemeClr val="bg1"/>
                </a:solidFill>
                <a:latin typeface="+mj-lt"/>
              </a:rPr>
              <a:t>pthread_cond_t</a:t>
            </a:r>
            <a:r>
              <a:rPr lang="en-US" sz="1600" dirty="0">
                <a:solidFill>
                  <a:schemeClr val="bg1"/>
                </a:solidFill>
                <a:latin typeface="+mj-lt"/>
              </a:rPr>
              <a:t> *</a:t>
            </a:r>
            <a:r>
              <a:rPr lang="en-US" sz="1600" dirty="0" err="1">
                <a:solidFill>
                  <a:schemeClr val="bg1"/>
                </a:solidFill>
                <a:latin typeface="+mj-lt"/>
              </a:rPr>
              <a:t>cond</a:t>
            </a:r>
            <a:r>
              <a:rPr lang="en-US" sz="1600" dirty="0">
                <a:solidFill>
                  <a:schemeClr val="bg1"/>
                </a:solidFill>
                <a:latin typeface="+mj-lt"/>
              </a:rPr>
              <a:t>); </a:t>
            </a:r>
            <a:endParaRPr lang="vi-VN" sz="1600" dirty="0">
              <a:solidFill>
                <a:schemeClr val="bg1"/>
              </a:solidFill>
              <a:latin typeface="+mj-lt"/>
            </a:endParaRPr>
          </a:p>
          <a:p>
            <a:pPr algn="just">
              <a:lnSpc>
                <a:spcPct val="150000"/>
              </a:lnSpc>
            </a:pPr>
            <a:r>
              <a:rPr lang="en-US" sz="1600" dirty="0">
                <a:solidFill>
                  <a:schemeClr val="bg1"/>
                </a:solidFill>
                <a:latin typeface="+mj-lt"/>
              </a:rPr>
              <a:t>int </a:t>
            </a:r>
            <a:r>
              <a:rPr lang="en-US" sz="1600" dirty="0" err="1">
                <a:solidFill>
                  <a:schemeClr val="bg1"/>
                </a:solidFill>
                <a:latin typeface="+mj-lt"/>
              </a:rPr>
              <a:t>pthread_cond_broadcast</a:t>
            </a:r>
            <a:r>
              <a:rPr lang="en-US" sz="1600" dirty="0">
                <a:solidFill>
                  <a:schemeClr val="bg1"/>
                </a:solidFill>
                <a:latin typeface="+mj-lt"/>
              </a:rPr>
              <a:t> (</a:t>
            </a:r>
            <a:r>
              <a:rPr lang="en-US" sz="1600" dirty="0" err="1">
                <a:solidFill>
                  <a:schemeClr val="bg1"/>
                </a:solidFill>
                <a:latin typeface="+mj-lt"/>
              </a:rPr>
              <a:t>pthread_cond_t</a:t>
            </a:r>
            <a:r>
              <a:rPr lang="en-US" sz="1600" dirty="0">
                <a:solidFill>
                  <a:schemeClr val="bg1"/>
                </a:solidFill>
                <a:latin typeface="+mj-lt"/>
              </a:rPr>
              <a:t> *</a:t>
            </a:r>
            <a:r>
              <a:rPr lang="en-US" sz="1600" dirty="0" err="1">
                <a:solidFill>
                  <a:schemeClr val="bg1"/>
                </a:solidFill>
                <a:latin typeface="+mj-lt"/>
              </a:rPr>
              <a:t>cond</a:t>
            </a:r>
            <a:r>
              <a:rPr lang="en-US" sz="1600" dirty="0">
                <a:solidFill>
                  <a:schemeClr val="bg1"/>
                </a:solidFill>
                <a:latin typeface="+mj-lt"/>
              </a:rPr>
              <a:t>)</a:t>
            </a:r>
          </a:p>
        </p:txBody>
      </p:sp>
    </p:spTree>
    <p:extLst>
      <p:ext uri="{BB962C8B-B14F-4D97-AF65-F5344CB8AC3E}">
        <p14:creationId xmlns:p14="http://schemas.microsoft.com/office/powerpoint/2010/main" val="2105654139"/>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3CB64-6B1E-55A5-C3E0-B2E4169423B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2D3272C-5FE6-61C1-335E-B50C38B973B1}"/>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EA6C59C2-8BA8-C22C-A27C-2135E4763189}"/>
              </a:ext>
            </a:extLst>
          </p:cNvPr>
          <p:cNvSpPr/>
          <p:nvPr/>
        </p:nvSpPr>
        <p:spPr>
          <a:xfrm>
            <a:off x="521381" y="1417726"/>
            <a:ext cx="4459693"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THÔNG BÁO/CHỜ BIẾN ĐIỀU KIỆN</a:t>
            </a:r>
            <a:endParaRPr lang="en-US" dirty="0">
              <a:latin typeface="Averta CY Semibold" panose="00000700000000000000" pitchFamily="50" charset="0"/>
            </a:endParaRPr>
          </a:p>
        </p:txBody>
      </p:sp>
      <p:sp>
        <p:nvSpPr>
          <p:cNvPr id="3" name="TextBox 2">
            <a:extLst>
              <a:ext uri="{FF2B5EF4-FFF2-40B4-BE49-F238E27FC236}">
                <a16:creationId xmlns:a16="http://schemas.microsoft.com/office/drawing/2014/main" id="{4873E5FD-16CF-3B6D-3ADF-22C6F1655E4B}"/>
              </a:ext>
            </a:extLst>
          </p:cNvPr>
          <p:cNvSpPr txBox="1"/>
          <p:nvPr/>
        </p:nvSpPr>
        <p:spPr>
          <a:xfrm>
            <a:off x="521381" y="2126720"/>
            <a:ext cx="11161283" cy="4110997"/>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vi-VN" sz="1600" dirty="0">
                <a:solidFill>
                  <a:srgbClr val="00477F"/>
                </a:solidFill>
                <a:latin typeface="Averta CY Semibold" panose="00000700000000000000" pitchFamily="50" charset="0"/>
              </a:rPr>
              <a:t>Chờ:</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Luồng sẽ chờ tín hiệu trước khi tiếp tục thực thi. </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Trong thời gian chờ:</a:t>
            </a:r>
          </a:p>
          <a:p>
            <a:pPr marL="742950" lvl="1"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Mutex được tự động mở khóa để các luồng khác có thể cập nhật biến chia sẻ.</a:t>
            </a:r>
          </a:p>
          <a:p>
            <a:pPr marL="742950" lvl="1"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Luồng bị chặn (block) cho đến khi có tín hiệu từ biến điều kiện.Khi nhận tín hiệu, mutex được khóa lại trước khi luồng tiếp tục thực thi.</a:t>
            </a:r>
          </a:p>
          <a:p>
            <a:pPr marL="742950" lvl="1" indent="-285750" algn="just">
              <a:lnSpc>
                <a:spcPct val="150000"/>
              </a:lnSpc>
              <a:buFont typeface="Arial" panose="020B0604020202020204" pitchFamily="34" charset="0"/>
              <a:buChar char="•"/>
            </a:pPr>
            <a:endParaRPr lang="vi-VN" sz="1600" dirty="0">
              <a:solidFill>
                <a:srgbClr val="00477F"/>
              </a:solidFill>
              <a:latin typeface="Averta CY" panose="00000500000000000000" pitchFamily="50" charset="0"/>
            </a:endParaRPr>
          </a:p>
          <a:p>
            <a:pPr marL="742950" lvl="1" indent="-285750" algn="just">
              <a:lnSpc>
                <a:spcPct val="150000"/>
              </a:lnSpc>
              <a:buFont typeface="Arial" panose="020B0604020202020204" pitchFamily="34" charset="0"/>
              <a:buChar char="•"/>
            </a:pPr>
            <a:endParaRPr lang="vi-VN" sz="1600" dirty="0">
              <a:solidFill>
                <a:srgbClr val="00477F"/>
              </a:solidFill>
              <a:latin typeface="Averta CY" panose="00000500000000000000" pitchFamily="50" charset="0"/>
            </a:endParaRPr>
          </a:p>
          <a:p>
            <a:pPr marL="742950" lvl="1" indent="-285750" algn="just">
              <a:lnSpc>
                <a:spcPct val="150000"/>
              </a:lnSpc>
              <a:buFont typeface="Arial" panose="020B0604020202020204" pitchFamily="34" charset="0"/>
              <a:buChar char="•"/>
            </a:pPr>
            <a:endParaRPr lang="vi-VN" sz="1600" dirty="0">
              <a:solidFill>
                <a:srgbClr val="00477F"/>
              </a:solidFill>
              <a:latin typeface="Averta CY" panose="00000500000000000000" pitchFamily="50" charset="0"/>
            </a:endParaRPr>
          </a:p>
          <a:p>
            <a:pPr marL="742950" lvl="1"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Tham số mutex bảo vệ biến dùng chung.</a:t>
            </a:r>
          </a:p>
          <a:p>
            <a:pPr marL="742950" lvl="1"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Trả về 0 nếu thành công, hoặc một số lỗi dương nếu có lỗi.</a:t>
            </a:r>
          </a:p>
        </p:txBody>
      </p:sp>
      <p:sp>
        <p:nvSpPr>
          <p:cNvPr id="7" name="Rectangle 6">
            <a:extLst>
              <a:ext uri="{FF2B5EF4-FFF2-40B4-BE49-F238E27FC236}">
                <a16:creationId xmlns:a16="http://schemas.microsoft.com/office/drawing/2014/main" id="{27A6F584-99C6-2334-7B63-C5372E43699D}"/>
              </a:ext>
            </a:extLst>
          </p:cNvPr>
          <p:cNvSpPr/>
          <p:nvPr/>
        </p:nvSpPr>
        <p:spPr>
          <a:xfrm>
            <a:off x="2206833" y="4458264"/>
            <a:ext cx="7778334" cy="98201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600" dirty="0">
                <a:solidFill>
                  <a:schemeClr val="bg1"/>
                </a:solidFill>
                <a:latin typeface="+mj-lt"/>
              </a:rPr>
              <a:t>#include &lt;</a:t>
            </a:r>
            <a:r>
              <a:rPr lang="en-US" sz="1600" dirty="0" err="1">
                <a:solidFill>
                  <a:schemeClr val="bg1"/>
                </a:solidFill>
                <a:latin typeface="+mj-lt"/>
              </a:rPr>
              <a:t>pthread.h</a:t>
            </a:r>
            <a:r>
              <a:rPr lang="en-US" sz="1600" dirty="0">
                <a:solidFill>
                  <a:schemeClr val="bg1"/>
                </a:solidFill>
                <a:latin typeface="+mj-lt"/>
              </a:rPr>
              <a:t>&gt;</a:t>
            </a:r>
            <a:endParaRPr lang="vi-VN" sz="1600" dirty="0">
              <a:solidFill>
                <a:schemeClr val="bg1"/>
              </a:solidFill>
              <a:latin typeface="+mj-lt"/>
            </a:endParaRPr>
          </a:p>
          <a:p>
            <a:pPr algn="just">
              <a:lnSpc>
                <a:spcPct val="150000"/>
              </a:lnSpc>
            </a:pPr>
            <a:r>
              <a:rPr lang="en-US" sz="1600" dirty="0">
                <a:solidFill>
                  <a:schemeClr val="bg1"/>
                </a:solidFill>
                <a:latin typeface="+mj-lt"/>
              </a:rPr>
              <a:t>int </a:t>
            </a:r>
            <a:r>
              <a:rPr lang="en-US" sz="1600" dirty="0" err="1">
                <a:solidFill>
                  <a:schemeClr val="bg1"/>
                </a:solidFill>
                <a:latin typeface="+mj-lt"/>
              </a:rPr>
              <a:t>pthread_cond_wait</a:t>
            </a:r>
            <a:r>
              <a:rPr lang="en-US" sz="1600" dirty="0">
                <a:solidFill>
                  <a:schemeClr val="bg1"/>
                </a:solidFill>
                <a:latin typeface="+mj-lt"/>
              </a:rPr>
              <a:t>(</a:t>
            </a:r>
            <a:r>
              <a:rPr lang="en-US" sz="1600" dirty="0" err="1">
                <a:solidFill>
                  <a:schemeClr val="bg1"/>
                </a:solidFill>
                <a:latin typeface="+mj-lt"/>
              </a:rPr>
              <a:t>pthread_cond_t</a:t>
            </a:r>
            <a:r>
              <a:rPr lang="en-US" sz="1600" dirty="0">
                <a:solidFill>
                  <a:schemeClr val="bg1"/>
                </a:solidFill>
                <a:latin typeface="+mj-lt"/>
              </a:rPr>
              <a:t> *</a:t>
            </a:r>
            <a:r>
              <a:rPr lang="en-US" sz="1600" dirty="0" err="1">
                <a:solidFill>
                  <a:schemeClr val="bg1"/>
                </a:solidFill>
                <a:latin typeface="+mj-lt"/>
              </a:rPr>
              <a:t>cond</a:t>
            </a:r>
            <a:r>
              <a:rPr lang="en-US" sz="1600" dirty="0">
                <a:solidFill>
                  <a:schemeClr val="bg1"/>
                </a:solidFill>
                <a:latin typeface="+mj-lt"/>
              </a:rPr>
              <a:t>, </a:t>
            </a:r>
            <a:r>
              <a:rPr lang="en-US" sz="1600" dirty="0" err="1">
                <a:solidFill>
                  <a:schemeClr val="bg1"/>
                </a:solidFill>
                <a:latin typeface="+mj-lt"/>
              </a:rPr>
              <a:t>pthread_mutex_t</a:t>
            </a:r>
            <a:r>
              <a:rPr lang="en-US" sz="1600" dirty="0">
                <a:solidFill>
                  <a:schemeClr val="bg1"/>
                </a:solidFill>
                <a:latin typeface="+mj-lt"/>
              </a:rPr>
              <a:t> *mutex);</a:t>
            </a:r>
          </a:p>
        </p:txBody>
      </p:sp>
    </p:spTree>
    <p:extLst>
      <p:ext uri="{BB962C8B-B14F-4D97-AF65-F5344CB8AC3E}">
        <p14:creationId xmlns:p14="http://schemas.microsoft.com/office/powerpoint/2010/main" val="877562500"/>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834BF-D12C-CCF6-3B98-E183C244652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7288348-323D-F782-BB04-71C3C24D222E}"/>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DB320AD2-B360-1C5A-CF09-9A1EB8856630}"/>
              </a:ext>
            </a:extLst>
          </p:cNvPr>
          <p:cNvSpPr/>
          <p:nvPr/>
        </p:nvSpPr>
        <p:spPr>
          <a:xfrm>
            <a:off x="521381" y="1417726"/>
            <a:ext cx="4459693"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HỦY BIẾN ĐIỀU KIỆN</a:t>
            </a:r>
            <a:endParaRPr lang="en-US" dirty="0">
              <a:latin typeface="Averta CY Semibold" panose="00000700000000000000" pitchFamily="50" charset="0"/>
            </a:endParaRPr>
          </a:p>
        </p:txBody>
      </p:sp>
      <p:sp>
        <p:nvSpPr>
          <p:cNvPr id="3" name="TextBox 2">
            <a:extLst>
              <a:ext uri="{FF2B5EF4-FFF2-40B4-BE49-F238E27FC236}">
                <a16:creationId xmlns:a16="http://schemas.microsoft.com/office/drawing/2014/main" id="{6A526173-FD63-FF5F-E766-2C2502AAFD4D}"/>
              </a:ext>
            </a:extLst>
          </p:cNvPr>
          <p:cNvSpPr txBox="1"/>
          <p:nvPr/>
        </p:nvSpPr>
        <p:spPr>
          <a:xfrm>
            <a:off x="521381" y="2126720"/>
            <a:ext cx="11438007" cy="3372333"/>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Khi không còn cần biến điều kiện, nó nên được hủy bằng </a:t>
            </a:r>
            <a:r>
              <a:rPr lang="vi-VN" sz="1600" dirty="0">
                <a:solidFill>
                  <a:srgbClr val="00477F"/>
                </a:solidFill>
                <a:latin typeface="Averta CY Semibold" panose="00000700000000000000" pitchFamily="50" charset="0"/>
              </a:rPr>
              <a:t>pthread_cond_destroy().</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Không cần gọi </a:t>
            </a:r>
            <a:r>
              <a:rPr lang="vi-VN" sz="1600" dirty="0">
                <a:solidFill>
                  <a:srgbClr val="00477F"/>
                </a:solidFill>
                <a:latin typeface="Averta CY Semibold" panose="00000700000000000000" pitchFamily="50" charset="0"/>
              </a:rPr>
              <a:t>pthread_cond_destroy() </a:t>
            </a:r>
            <a:r>
              <a:rPr lang="vi-VN" sz="1600" dirty="0">
                <a:solidFill>
                  <a:srgbClr val="00477F"/>
                </a:solidFill>
                <a:latin typeface="Averta CY" panose="00000500000000000000" pitchFamily="50" charset="0"/>
              </a:rPr>
              <a:t>cho biến điều kiện được khởi tạo tĩnh bằng PTHREAD_COND_INITIALIZER.</a:t>
            </a:r>
          </a:p>
          <a:p>
            <a:pPr marL="285750" indent="-285750" algn="just">
              <a:lnSpc>
                <a:spcPct val="150000"/>
              </a:lnSpc>
              <a:buFont typeface="Arial" panose="020B0604020202020204" pitchFamily="34" charset="0"/>
              <a:buChar char="•"/>
            </a:pPr>
            <a:endParaRPr lang="vi-VN" sz="1600" dirty="0">
              <a:solidFill>
                <a:srgbClr val="00477F"/>
              </a:solidFill>
              <a:latin typeface="Averta CY" panose="00000500000000000000" pitchFamily="50" charset="0"/>
            </a:endParaRPr>
          </a:p>
          <a:p>
            <a:pPr marL="285750" indent="-285750" algn="just">
              <a:lnSpc>
                <a:spcPct val="150000"/>
              </a:lnSpc>
              <a:buFont typeface="Arial" panose="020B0604020202020204" pitchFamily="34" charset="0"/>
              <a:buChar char="•"/>
            </a:pPr>
            <a:endParaRPr lang="vi-VN" sz="1600" dirty="0">
              <a:solidFill>
                <a:srgbClr val="00477F"/>
              </a:solidFill>
              <a:latin typeface="Averta CY" panose="00000500000000000000" pitchFamily="50" charset="0"/>
            </a:endParaRPr>
          </a:p>
          <a:p>
            <a:pPr marL="285750" indent="-285750" algn="just">
              <a:lnSpc>
                <a:spcPct val="150000"/>
              </a:lnSpc>
              <a:buFont typeface="Arial" panose="020B0604020202020204" pitchFamily="34" charset="0"/>
              <a:buChar char="•"/>
            </a:pPr>
            <a:endParaRPr lang="vi-VN" sz="1600" dirty="0">
              <a:solidFill>
                <a:srgbClr val="00477F"/>
              </a:solidFill>
              <a:latin typeface="Averta CY" panose="000005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Trả về 0 nếu thành công, hoặc một số lỗi dương nếu có lỗi.</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Chỉ hủy biến điều kiện khi không có luồng nào đang chờ.</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Nếu biến nằm trong bộ nhớ cấp phát động, nó phải được hủy trước khi giải phóng bộ nhớ.</a:t>
            </a:r>
          </a:p>
          <a:p>
            <a:pPr marL="285750" indent="-285750" algn="just">
              <a:lnSpc>
                <a:spcPct val="150000"/>
              </a:lnSpc>
              <a:buFont typeface="Arial" panose="020B0604020202020204" pitchFamily="34" charset="0"/>
              <a:buChar char="•"/>
            </a:pPr>
            <a:r>
              <a:rPr lang="vi-VN" sz="1600" dirty="0">
                <a:solidFill>
                  <a:srgbClr val="00477F"/>
                </a:solidFill>
                <a:latin typeface="Averta CY" panose="00000500000000000000" pitchFamily="50" charset="0"/>
              </a:rPr>
              <a:t>Biến điều kiện bị hủy có thể được khởi tạo lại bằng </a:t>
            </a:r>
            <a:r>
              <a:rPr lang="vi-VN" sz="1600" dirty="0">
                <a:solidFill>
                  <a:srgbClr val="00477F"/>
                </a:solidFill>
                <a:latin typeface="Averta CY Semibold" panose="00000700000000000000" pitchFamily="50" charset="0"/>
              </a:rPr>
              <a:t>pthread_cond_init() </a:t>
            </a:r>
            <a:r>
              <a:rPr lang="vi-VN" sz="1600" dirty="0">
                <a:solidFill>
                  <a:srgbClr val="00477F"/>
                </a:solidFill>
                <a:latin typeface="Averta CY" panose="00000500000000000000" pitchFamily="50" charset="0"/>
              </a:rPr>
              <a:t>nếu cần.</a:t>
            </a:r>
          </a:p>
        </p:txBody>
      </p:sp>
      <p:sp>
        <p:nvSpPr>
          <p:cNvPr id="7" name="Rectangle 6">
            <a:extLst>
              <a:ext uri="{FF2B5EF4-FFF2-40B4-BE49-F238E27FC236}">
                <a16:creationId xmlns:a16="http://schemas.microsoft.com/office/drawing/2014/main" id="{7AE93E5C-323E-3634-596B-17B6E4F0FE9C}"/>
              </a:ext>
            </a:extLst>
          </p:cNvPr>
          <p:cNvSpPr/>
          <p:nvPr/>
        </p:nvSpPr>
        <p:spPr>
          <a:xfrm>
            <a:off x="2206833" y="2937995"/>
            <a:ext cx="7778334" cy="98201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1600" dirty="0">
                <a:solidFill>
                  <a:schemeClr val="bg1"/>
                </a:solidFill>
                <a:latin typeface="+mj-lt"/>
              </a:rPr>
              <a:t>#include &lt;</a:t>
            </a:r>
            <a:r>
              <a:rPr lang="en-US" sz="1600" dirty="0" err="1">
                <a:solidFill>
                  <a:schemeClr val="bg1"/>
                </a:solidFill>
                <a:latin typeface="+mj-lt"/>
              </a:rPr>
              <a:t>pthread.h</a:t>
            </a:r>
            <a:r>
              <a:rPr lang="en-US" sz="1600" dirty="0">
                <a:solidFill>
                  <a:schemeClr val="bg1"/>
                </a:solidFill>
                <a:latin typeface="+mj-lt"/>
              </a:rPr>
              <a:t>&gt; </a:t>
            </a:r>
            <a:endParaRPr lang="vi-VN" sz="1600" dirty="0">
              <a:solidFill>
                <a:schemeClr val="bg1"/>
              </a:solidFill>
              <a:latin typeface="+mj-lt"/>
            </a:endParaRPr>
          </a:p>
          <a:p>
            <a:pPr algn="just">
              <a:lnSpc>
                <a:spcPct val="150000"/>
              </a:lnSpc>
            </a:pPr>
            <a:r>
              <a:rPr lang="en-US" sz="1600" dirty="0">
                <a:solidFill>
                  <a:schemeClr val="bg1"/>
                </a:solidFill>
                <a:latin typeface="+mj-lt"/>
              </a:rPr>
              <a:t>int </a:t>
            </a:r>
            <a:r>
              <a:rPr lang="en-US" sz="1600" dirty="0" err="1">
                <a:solidFill>
                  <a:schemeClr val="bg1"/>
                </a:solidFill>
                <a:latin typeface="+mj-lt"/>
              </a:rPr>
              <a:t>pthread_cond_destroy</a:t>
            </a:r>
            <a:r>
              <a:rPr lang="en-US" sz="1600" dirty="0">
                <a:solidFill>
                  <a:schemeClr val="bg1"/>
                </a:solidFill>
                <a:latin typeface="+mj-lt"/>
              </a:rPr>
              <a:t>(</a:t>
            </a:r>
            <a:r>
              <a:rPr lang="en-US" sz="1600" dirty="0" err="1">
                <a:solidFill>
                  <a:schemeClr val="bg1"/>
                </a:solidFill>
                <a:latin typeface="+mj-lt"/>
              </a:rPr>
              <a:t>pthread_cond_t</a:t>
            </a:r>
            <a:r>
              <a:rPr lang="en-US" sz="1600" dirty="0">
                <a:solidFill>
                  <a:schemeClr val="bg1"/>
                </a:solidFill>
                <a:latin typeface="+mj-lt"/>
              </a:rPr>
              <a:t> *</a:t>
            </a:r>
            <a:r>
              <a:rPr lang="en-US" sz="1600" dirty="0" err="1">
                <a:solidFill>
                  <a:schemeClr val="bg1"/>
                </a:solidFill>
                <a:latin typeface="+mj-lt"/>
              </a:rPr>
              <a:t>cond</a:t>
            </a:r>
            <a:r>
              <a:rPr lang="en-US" sz="1600" dirty="0">
                <a:solidFill>
                  <a:schemeClr val="bg1"/>
                </a:solidFill>
                <a:latin typeface="+mj-lt"/>
              </a:rPr>
              <a:t>);</a:t>
            </a:r>
          </a:p>
        </p:txBody>
      </p:sp>
    </p:spTree>
    <p:extLst>
      <p:ext uri="{BB962C8B-B14F-4D97-AF65-F5344CB8AC3E}">
        <p14:creationId xmlns:p14="http://schemas.microsoft.com/office/powerpoint/2010/main" val="665638602"/>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7">
      <a:majorFont>
        <a:latin typeface="Averta CY Bold"/>
        <a:ea typeface=""/>
        <a:cs typeface=""/>
      </a:majorFont>
      <a:minorFont>
        <a:latin typeface="Averta CY Thi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5277</TotalTime>
  <Words>3132</Words>
  <Application>Microsoft Office PowerPoint</Application>
  <PresentationFormat>Widescreen</PresentationFormat>
  <Paragraphs>273</Paragraphs>
  <Slides>29</Slides>
  <Notes>29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Averta CY Bold</vt:lpstr>
      <vt:lpstr>Averta CY</vt:lpstr>
      <vt:lpstr>Aptos</vt:lpstr>
      <vt:lpstr>Averta Std CY Bold</vt:lpstr>
      <vt:lpstr>Wingdings</vt:lpstr>
      <vt:lpstr>Averta CY Semibold</vt:lpstr>
      <vt:lpstr>Arial</vt:lpstr>
      <vt:lpstr>Averta Std CY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Minh Đình</dc:creator>
  <cp:lastModifiedBy>Minh Đình</cp:lastModifiedBy>
  <cp:revision>40</cp:revision>
  <dcterms:created xsi:type="dcterms:W3CDTF">2024-05-21T15:04:40Z</dcterms:created>
  <dcterms:modified xsi:type="dcterms:W3CDTF">2025-03-10T02:58:10Z</dcterms:modified>
</cp:coreProperties>
</file>